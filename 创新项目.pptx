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webp" ContentType="image/jpe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4.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12.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notesSlides/notesSlide20.xml" ContentType="application/vnd.openxmlformats-officedocument.presentationml.notesSlide+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notesSlides/notesSlide21.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134.xml" ContentType="application/vnd.openxmlformats-officedocument.presentationml.tags+xml"/>
  <Override PartName="/ppt/tags/tag135.xml" ContentType="application/vnd.openxmlformats-officedocument.presentationml.tags+xml"/>
  <Override PartName="/ppt/notesSlides/notesSlide25.xml" ContentType="application/vnd.openxmlformats-officedocument.presentationml.notesSlide+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notesSlides/notesSlide26.xml" ContentType="application/vnd.openxmlformats-officedocument.presentationml.notesSlide+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 id="2147483660" r:id="rId2"/>
  </p:sldMasterIdLst>
  <p:notesMasterIdLst>
    <p:notesMasterId r:id="rId47"/>
  </p:notesMasterIdLst>
  <p:sldIdLst>
    <p:sldId id="261" r:id="rId3"/>
    <p:sldId id="264" r:id="rId4"/>
    <p:sldId id="269" r:id="rId5"/>
    <p:sldId id="292" r:id="rId6"/>
    <p:sldId id="293" r:id="rId7"/>
    <p:sldId id="294" r:id="rId8"/>
    <p:sldId id="295" r:id="rId9"/>
    <p:sldId id="296" r:id="rId10"/>
    <p:sldId id="297" r:id="rId11"/>
    <p:sldId id="298" r:id="rId12"/>
    <p:sldId id="299" r:id="rId13"/>
    <p:sldId id="300" r:id="rId14"/>
    <p:sldId id="301" r:id="rId15"/>
    <p:sldId id="302" r:id="rId16"/>
    <p:sldId id="303" r:id="rId17"/>
    <p:sldId id="304" r:id="rId18"/>
    <p:sldId id="306" r:id="rId19"/>
    <p:sldId id="305" r:id="rId20"/>
    <p:sldId id="272" r:id="rId21"/>
    <p:sldId id="289" r:id="rId22"/>
    <p:sldId id="265" r:id="rId23"/>
    <p:sldId id="273" r:id="rId24"/>
    <p:sldId id="274" r:id="rId25"/>
    <p:sldId id="275" r:id="rId26"/>
    <p:sldId id="276" r:id="rId27"/>
    <p:sldId id="266" r:id="rId28"/>
    <p:sldId id="277" r:id="rId29"/>
    <p:sldId id="278" r:id="rId30"/>
    <p:sldId id="279" r:id="rId31"/>
    <p:sldId id="280" r:id="rId32"/>
    <p:sldId id="267" r:id="rId33"/>
    <p:sldId id="281" r:id="rId34"/>
    <p:sldId id="282" r:id="rId35"/>
    <p:sldId id="283" r:id="rId36"/>
    <p:sldId id="284" r:id="rId37"/>
    <p:sldId id="268" r:id="rId38"/>
    <p:sldId id="285" r:id="rId39"/>
    <p:sldId id="286" r:id="rId40"/>
    <p:sldId id="290" r:id="rId41"/>
    <p:sldId id="288" r:id="rId42"/>
    <p:sldId id="270" r:id="rId43"/>
    <p:sldId id="263" r:id="rId44"/>
    <p:sldId id="271" r:id="rId45"/>
    <p:sldId id="291" r:id="rId46"/>
  </p:sldIdLst>
  <p:sldSz cx="12192000" cy="6858000"/>
  <p:notesSz cx="6858000" cy="9144000"/>
  <p:custDataLst>
    <p:tags r:id="rId4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4B8ED"/>
    <a:srgbClr val="548280"/>
    <a:srgbClr val="E1D3B8"/>
    <a:srgbClr val="2CBEFD"/>
    <a:srgbClr val="9A2424"/>
    <a:srgbClr val="68DB13"/>
    <a:srgbClr val="FF9425"/>
    <a:srgbClr val="FF3399"/>
    <a:srgbClr val="16557F"/>
    <a:srgbClr val="0B83C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0" autoAdjust="0"/>
    <p:restoredTop sz="96318" autoAdjust="0"/>
  </p:normalViewPr>
  <p:slideViewPr>
    <p:cSldViewPr snapToGrid="0">
      <p:cViewPr varScale="1">
        <p:scale>
          <a:sx n="82" d="100"/>
          <a:sy n="82" d="100"/>
        </p:scale>
        <p:origin x="720" y="-235"/>
      </p:cViewPr>
      <p:guideLst/>
    </p:cSldViewPr>
  </p:slideViewPr>
  <p:notesTextViewPr>
    <p:cViewPr>
      <p:scale>
        <a:sx n="1" d="1"/>
        <a:sy n="1" d="1"/>
      </p:scale>
      <p:origin x="0" y="0"/>
    </p:cViewPr>
  </p:notesTextViewPr>
  <p:sorterViewPr>
    <p:cViewPr>
      <p:scale>
        <a:sx n="100" d="100"/>
        <a:sy n="100" d="100"/>
      </p:scale>
      <p:origin x="0" y="0"/>
    </p:cViewPr>
  </p:sorter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ags" Target="tags/tag1.xml"/><Relationship Id="rId8" Type="http://schemas.openxmlformats.org/officeDocument/2006/relationships/slide" Target="slides/slide6.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80BFD8-3EFB-4662-A6C5-0617795C5F14}" type="datetimeFigureOut">
              <a:rPr lang="zh-CN" altLang="en-US" smtClean="0"/>
              <a:t>2020/3/22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5E4D13-0F77-4153-B279-5BD9F682CDE0}" type="slidenum">
              <a:rPr lang="zh-CN" altLang="en-US" smtClean="0"/>
              <a:t>‹#›</a:t>
            </a:fld>
            <a:endParaRPr lang="zh-CN" altLang="en-US"/>
          </a:p>
        </p:txBody>
      </p:sp>
    </p:spTree>
    <p:extLst>
      <p:ext uri="{BB962C8B-B14F-4D97-AF65-F5344CB8AC3E}">
        <p14:creationId xmlns:p14="http://schemas.microsoft.com/office/powerpoint/2010/main" val="2769747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1</a:t>
            </a:fld>
            <a:endParaRPr lang="zh-CN" altLang="en-US"/>
          </a:p>
        </p:txBody>
      </p:sp>
    </p:spTree>
    <p:extLst>
      <p:ext uri="{BB962C8B-B14F-4D97-AF65-F5344CB8AC3E}">
        <p14:creationId xmlns:p14="http://schemas.microsoft.com/office/powerpoint/2010/main" val="4059338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2</a:t>
            </a:fld>
            <a:endParaRPr lang="zh-CN" altLang="en-US"/>
          </a:p>
        </p:txBody>
      </p:sp>
    </p:spTree>
    <p:extLst>
      <p:ext uri="{BB962C8B-B14F-4D97-AF65-F5344CB8AC3E}">
        <p14:creationId xmlns:p14="http://schemas.microsoft.com/office/powerpoint/2010/main" val="30289709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3</a:t>
            </a:fld>
            <a:endParaRPr lang="zh-CN" altLang="en-US"/>
          </a:p>
        </p:txBody>
      </p:sp>
    </p:spTree>
    <p:extLst>
      <p:ext uri="{BB962C8B-B14F-4D97-AF65-F5344CB8AC3E}">
        <p14:creationId xmlns:p14="http://schemas.microsoft.com/office/powerpoint/2010/main" val="487688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4</a:t>
            </a:fld>
            <a:endParaRPr lang="zh-CN" altLang="en-US"/>
          </a:p>
        </p:txBody>
      </p:sp>
    </p:spTree>
    <p:extLst>
      <p:ext uri="{BB962C8B-B14F-4D97-AF65-F5344CB8AC3E}">
        <p14:creationId xmlns:p14="http://schemas.microsoft.com/office/powerpoint/2010/main" val="910214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13</a:t>
            </a:fld>
            <a:endParaRPr lang="zh-CN" altLang="en-US"/>
          </a:p>
        </p:txBody>
      </p:sp>
    </p:spTree>
    <p:extLst>
      <p:ext uri="{BB962C8B-B14F-4D97-AF65-F5344CB8AC3E}">
        <p14:creationId xmlns:p14="http://schemas.microsoft.com/office/powerpoint/2010/main" val="3099630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17</a:t>
            </a:fld>
            <a:endParaRPr lang="zh-CN" altLang="en-US"/>
          </a:p>
        </p:txBody>
      </p:sp>
    </p:spTree>
    <p:extLst>
      <p:ext uri="{BB962C8B-B14F-4D97-AF65-F5344CB8AC3E}">
        <p14:creationId xmlns:p14="http://schemas.microsoft.com/office/powerpoint/2010/main" val="24155753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19</a:t>
            </a:fld>
            <a:endParaRPr lang="zh-CN" altLang="en-US"/>
          </a:p>
        </p:txBody>
      </p:sp>
    </p:spTree>
    <p:extLst>
      <p:ext uri="{BB962C8B-B14F-4D97-AF65-F5344CB8AC3E}">
        <p14:creationId xmlns:p14="http://schemas.microsoft.com/office/powerpoint/2010/main" val="25799104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20</a:t>
            </a:fld>
            <a:endParaRPr lang="zh-CN" altLang="en-US"/>
          </a:p>
        </p:txBody>
      </p:sp>
    </p:spTree>
    <p:extLst>
      <p:ext uri="{BB962C8B-B14F-4D97-AF65-F5344CB8AC3E}">
        <p14:creationId xmlns:p14="http://schemas.microsoft.com/office/powerpoint/2010/main" val="12231661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21</a:t>
            </a:fld>
            <a:endParaRPr lang="zh-CN" altLang="en-US"/>
          </a:p>
        </p:txBody>
      </p:sp>
    </p:spTree>
    <p:extLst>
      <p:ext uri="{BB962C8B-B14F-4D97-AF65-F5344CB8AC3E}">
        <p14:creationId xmlns:p14="http://schemas.microsoft.com/office/powerpoint/2010/main" val="4253161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22</a:t>
            </a:fld>
            <a:endParaRPr lang="zh-CN" altLang="en-US"/>
          </a:p>
        </p:txBody>
      </p:sp>
    </p:spTree>
    <p:extLst>
      <p:ext uri="{BB962C8B-B14F-4D97-AF65-F5344CB8AC3E}">
        <p14:creationId xmlns:p14="http://schemas.microsoft.com/office/powerpoint/2010/main" val="2247777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23</a:t>
            </a:fld>
            <a:endParaRPr lang="zh-CN" altLang="en-US"/>
          </a:p>
        </p:txBody>
      </p:sp>
    </p:spTree>
    <p:extLst>
      <p:ext uri="{BB962C8B-B14F-4D97-AF65-F5344CB8AC3E}">
        <p14:creationId xmlns:p14="http://schemas.microsoft.com/office/powerpoint/2010/main" val="3508949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24</a:t>
            </a:fld>
            <a:endParaRPr lang="zh-CN" altLang="en-US"/>
          </a:p>
        </p:txBody>
      </p:sp>
    </p:spTree>
    <p:extLst>
      <p:ext uri="{BB962C8B-B14F-4D97-AF65-F5344CB8AC3E}">
        <p14:creationId xmlns:p14="http://schemas.microsoft.com/office/powerpoint/2010/main" val="29160253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25</a:t>
            </a:fld>
            <a:endParaRPr lang="zh-CN" altLang="en-US"/>
          </a:p>
        </p:txBody>
      </p:sp>
    </p:spTree>
    <p:extLst>
      <p:ext uri="{BB962C8B-B14F-4D97-AF65-F5344CB8AC3E}">
        <p14:creationId xmlns:p14="http://schemas.microsoft.com/office/powerpoint/2010/main" val="27803836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26</a:t>
            </a:fld>
            <a:endParaRPr lang="zh-CN" altLang="en-US"/>
          </a:p>
        </p:txBody>
      </p:sp>
    </p:spTree>
    <p:extLst>
      <p:ext uri="{BB962C8B-B14F-4D97-AF65-F5344CB8AC3E}">
        <p14:creationId xmlns:p14="http://schemas.microsoft.com/office/powerpoint/2010/main" val="19694761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27</a:t>
            </a:fld>
            <a:endParaRPr lang="zh-CN" altLang="en-US"/>
          </a:p>
        </p:txBody>
      </p:sp>
    </p:spTree>
    <p:extLst>
      <p:ext uri="{BB962C8B-B14F-4D97-AF65-F5344CB8AC3E}">
        <p14:creationId xmlns:p14="http://schemas.microsoft.com/office/powerpoint/2010/main" val="25316982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28</a:t>
            </a:fld>
            <a:endParaRPr lang="zh-CN" altLang="en-US"/>
          </a:p>
        </p:txBody>
      </p:sp>
    </p:spTree>
    <p:extLst>
      <p:ext uri="{BB962C8B-B14F-4D97-AF65-F5344CB8AC3E}">
        <p14:creationId xmlns:p14="http://schemas.microsoft.com/office/powerpoint/2010/main" val="18425464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29</a:t>
            </a:fld>
            <a:endParaRPr lang="zh-CN" altLang="en-US"/>
          </a:p>
        </p:txBody>
      </p:sp>
    </p:spTree>
    <p:extLst>
      <p:ext uri="{BB962C8B-B14F-4D97-AF65-F5344CB8AC3E}">
        <p14:creationId xmlns:p14="http://schemas.microsoft.com/office/powerpoint/2010/main" val="21446580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30</a:t>
            </a:fld>
            <a:endParaRPr lang="zh-CN" altLang="en-US"/>
          </a:p>
        </p:txBody>
      </p:sp>
    </p:spTree>
    <p:extLst>
      <p:ext uri="{BB962C8B-B14F-4D97-AF65-F5344CB8AC3E}">
        <p14:creationId xmlns:p14="http://schemas.microsoft.com/office/powerpoint/2010/main" val="8727347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31</a:t>
            </a:fld>
            <a:endParaRPr lang="zh-CN" altLang="en-US"/>
          </a:p>
        </p:txBody>
      </p:sp>
    </p:spTree>
    <p:extLst>
      <p:ext uri="{BB962C8B-B14F-4D97-AF65-F5344CB8AC3E}">
        <p14:creationId xmlns:p14="http://schemas.microsoft.com/office/powerpoint/2010/main" val="13467295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32</a:t>
            </a:fld>
            <a:endParaRPr lang="zh-CN" altLang="en-US"/>
          </a:p>
        </p:txBody>
      </p:sp>
    </p:spTree>
    <p:extLst>
      <p:ext uri="{BB962C8B-B14F-4D97-AF65-F5344CB8AC3E}">
        <p14:creationId xmlns:p14="http://schemas.microsoft.com/office/powerpoint/2010/main" val="32843230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33</a:t>
            </a:fld>
            <a:endParaRPr lang="zh-CN" altLang="en-US"/>
          </a:p>
        </p:txBody>
      </p:sp>
    </p:spTree>
    <p:extLst>
      <p:ext uri="{BB962C8B-B14F-4D97-AF65-F5344CB8AC3E}">
        <p14:creationId xmlns:p14="http://schemas.microsoft.com/office/powerpoint/2010/main" val="21193370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34</a:t>
            </a:fld>
            <a:endParaRPr lang="zh-CN" altLang="en-US"/>
          </a:p>
        </p:txBody>
      </p:sp>
    </p:spTree>
    <p:extLst>
      <p:ext uri="{BB962C8B-B14F-4D97-AF65-F5344CB8AC3E}">
        <p14:creationId xmlns:p14="http://schemas.microsoft.com/office/powerpoint/2010/main" val="19918632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35</a:t>
            </a:fld>
            <a:endParaRPr lang="zh-CN" altLang="en-US"/>
          </a:p>
        </p:txBody>
      </p:sp>
    </p:spTree>
    <p:extLst>
      <p:ext uri="{BB962C8B-B14F-4D97-AF65-F5344CB8AC3E}">
        <p14:creationId xmlns:p14="http://schemas.microsoft.com/office/powerpoint/2010/main" val="242877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36</a:t>
            </a:fld>
            <a:endParaRPr lang="zh-CN" altLang="en-US"/>
          </a:p>
        </p:txBody>
      </p:sp>
    </p:spTree>
    <p:extLst>
      <p:ext uri="{BB962C8B-B14F-4D97-AF65-F5344CB8AC3E}">
        <p14:creationId xmlns:p14="http://schemas.microsoft.com/office/powerpoint/2010/main" val="27797162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37</a:t>
            </a:fld>
            <a:endParaRPr lang="zh-CN" altLang="en-US"/>
          </a:p>
        </p:txBody>
      </p:sp>
    </p:spTree>
    <p:extLst>
      <p:ext uri="{BB962C8B-B14F-4D97-AF65-F5344CB8AC3E}">
        <p14:creationId xmlns:p14="http://schemas.microsoft.com/office/powerpoint/2010/main" val="36882587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38</a:t>
            </a:fld>
            <a:endParaRPr lang="zh-CN" altLang="en-US"/>
          </a:p>
        </p:txBody>
      </p:sp>
    </p:spTree>
    <p:extLst>
      <p:ext uri="{BB962C8B-B14F-4D97-AF65-F5344CB8AC3E}">
        <p14:creationId xmlns:p14="http://schemas.microsoft.com/office/powerpoint/2010/main" val="18721449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39</a:t>
            </a:fld>
            <a:endParaRPr lang="zh-CN" altLang="en-US"/>
          </a:p>
        </p:txBody>
      </p:sp>
    </p:spTree>
    <p:extLst>
      <p:ext uri="{BB962C8B-B14F-4D97-AF65-F5344CB8AC3E}">
        <p14:creationId xmlns:p14="http://schemas.microsoft.com/office/powerpoint/2010/main" val="22070894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40</a:t>
            </a:fld>
            <a:endParaRPr lang="zh-CN" altLang="en-US"/>
          </a:p>
        </p:txBody>
      </p:sp>
    </p:spTree>
    <p:extLst>
      <p:ext uri="{BB962C8B-B14F-4D97-AF65-F5344CB8AC3E}">
        <p14:creationId xmlns:p14="http://schemas.microsoft.com/office/powerpoint/2010/main" val="12992052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41</a:t>
            </a:fld>
            <a:endParaRPr lang="zh-CN" altLang="en-US"/>
          </a:p>
        </p:txBody>
      </p:sp>
    </p:spTree>
    <p:extLst>
      <p:ext uri="{BB962C8B-B14F-4D97-AF65-F5344CB8AC3E}">
        <p14:creationId xmlns:p14="http://schemas.microsoft.com/office/powerpoint/2010/main" val="30299521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42</a:t>
            </a:fld>
            <a:endParaRPr lang="zh-CN" altLang="en-US"/>
          </a:p>
        </p:txBody>
      </p:sp>
    </p:spTree>
    <p:extLst>
      <p:ext uri="{BB962C8B-B14F-4D97-AF65-F5344CB8AC3E}">
        <p14:creationId xmlns:p14="http://schemas.microsoft.com/office/powerpoint/2010/main" val="39796431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E4D13-0F77-4153-B279-5BD9F682CDE0}" type="slidenum">
              <a:rPr lang="zh-CN" altLang="en-US" smtClean="0"/>
              <a:t>43</a:t>
            </a:fld>
            <a:endParaRPr lang="zh-CN" altLang="en-US"/>
          </a:p>
        </p:txBody>
      </p:sp>
    </p:spTree>
    <p:extLst>
      <p:ext uri="{BB962C8B-B14F-4D97-AF65-F5344CB8AC3E}">
        <p14:creationId xmlns:p14="http://schemas.microsoft.com/office/powerpoint/2010/main" val="27022276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模板来自于 </a:t>
            </a:r>
            <a:r>
              <a:rPr lang="en-US" altLang="zh-CN" dirty="0"/>
              <a:t>http://www.ypppt.com</a:t>
            </a:r>
            <a:endParaRPr lang="zh-CN" altLang="en-US" dirty="0"/>
          </a:p>
        </p:txBody>
      </p:sp>
      <p:sp>
        <p:nvSpPr>
          <p:cNvPr id="61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fontAlgn="base">
              <a:spcBef>
                <a:spcPct val="0"/>
              </a:spcBef>
              <a:spcAft>
                <a:spcPct val="0"/>
              </a:spcAft>
            </a:pPr>
            <a:fld id="{E5ED1824-6DB2-4029-B0DF-1D3CDCF11CDA}" type="slidenum">
              <a:rPr lang="zh-CN" altLang="en-US" smtClean="0">
                <a:solidFill>
                  <a:prstClr val="black"/>
                </a:solidFill>
                <a:latin typeface="Calibri" panose="020F0502020204030204" pitchFamily="34" charset="0"/>
                <a:ea typeface="宋体" panose="02010600030101010101" pitchFamily="2" charset="-122"/>
              </a:rPr>
              <a:pPr fontAlgn="base">
                <a:spcBef>
                  <a:spcPct val="0"/>
                </a:spcBef>
                <a:spcAft>
                  <a:spcPct val="0"/>
                </a:spcAft>
              </a:pPr>
              <a:t>44</a:t>
            </a:fld>
            <a:endParaRPr lang="zh-CN" altLang="en-US">
              <a:solidFill>
                <a:prstClr val="black"/>
              </a:solidFill>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4042948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2675606"/>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2280952"/>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V="1">
            <a:off x="0" y="0"/>
            <a:ext cx="12192000" cy="6858000"/>
          </a:xfrm>
          <a:prstGeom prst="rect">
            <a:avLst/>
          </a:prstGeom>
        </p:spPr>
      </p:pic>
      <p:sp>
        <p:nvSpPr>
          <p:cNvPr id="11" name="文本占位符 10"/>
          <p:cNvSpPr>
            <a:spLocks noGrp="1"/>
          </p:cNvSpPr>
          <p:nvPr>
            <p:ph type="body" sz="quarter" idx="10" hasCustomPrompt="1"/>
          </p:nvPr>
        </p:nvSpPr>
        <p:spPr>
          <a:xfrm>
            <a:off x="1750116" y="3715288"/>
            <a:ext cx="1800000" cy="424732"/>
          </a:xfrm>
          <a:prstGeom prst="rect">
            <a:avLst/>
          </a:prstGeom>
        </p:spPr>
        <p:txBody>
          <a:bodyPr anchor="ctr" anchorCtr="0">
            <a:spAutoFit/>
          </a:bodyPr>
          <a:lstStyle>
            <a:lvl1pPr marL="0" indent="0" algn="ctr">
              <a:buNone/>
              <a:defRPr sz="2400">
                <a:solidFill>
                  <a:schemeClr val="bg1"/>
                </a:solidFill>
              </a:defRPr>
            </a:lvl1pPr>
          </a:lstStyle>
          <a:p>
            <a:pPr lvl="0"/>
            <a:r>
              <a:rPr lang="zh-CN" altLang="en-US"/>
              <a:t>二级目录</a:t>
            </a:r>
          </a:p>
        </p:txBody>
      </p:sp>
      <p:sp>
        <p:nvSpPr>
          <p:cNvPr id="13" name="文本占位符 12"/>
          <p:cNvSpPr>
            <a:spLocks noGrp="1"/>
          </p:cNvSpPr>
          <p:nvPr>
            <p:ph type="body" sz="quarter" idx="11" hasCustomPrompt="1"/>
          </p:nvPr>
        </p:nvSpPr>
        <p:spPr>
          <a:xfrm>
            <a:off x="3785626" y="3715288"/>
            <a:ext cx="1800000" cy="424732"/>
          </a:xfrm>
          <a:prstGeom prst="rect">
            <a:avLst/>
          </a:prstGeom>
        </p:spPr>
        <p:txBody>
          <a:bodyPr anchor="ctr" anchorCtr="0">
            <a:spAutoFit/>
          </a:bodyPr>
          <a:lstStyle>
            <a:lvl1pPr marL="0" indent="0" algn="ctr">
              <a:buNone/>
              <a:defRPr sz="2400">
                <a:solidFill>
                  <a:schemeClr val="bg1"/>
                </a:solidFill>
              </a:defRPr>
            </a:lvl1pPr>
          </a:lstStyle>
          <a:p>
            <a:pPr lvl="0"/>
            <a:r>
              <a:rPr lang="zh-CN" altLang="en-US"/>
              <a:t>二级目录</a:t>
            </a:r>
          </a:p>
        </p:txBody>
      </p:sp>
      <p:sp>
        <p:nvSpPr>
          <p:cNvPr id="15" name="文本占位符 14"/>
          <p:cNvSpPr>
            <a:spLocks noGrp="1"/>
          </p:cNvSpPr>
          <p:nvPr>
            <p:ph type="body" sz="quarter" idx="12" hasCustomPrompt="1"/>
          </p:nvPr>
        </p:nvSpPr>
        <p:spPr>
          <a:xfrm>
            <a:off x="1750116" y="4351075"/>
            <a:ext cx="1800000" cy="424732"/>
          </a:xfrm>
          <a:prstGeom prst="rect">
            <a:avLst/>
          </a:prstGeom>
        </p:spPr>
        <p:txBody>
          <a:bodyPr anchor="ctr" anchorCtr="0">
            <a:spAutoFit/>
          </a:bodyPr>
          <a:lstStyle>
            <a:lvl1pPr marL="0" indent="0" algn="ctr">
              <a:buNone/>
              <a:defRPr sz="2400">
                <a:solidFill>
                  <a:schemeClr val="bg1"/>
                </a:solidFill>
              </a:defRPr>
            </a:lvl1pPr>
          </a:lstStyle>
          <a:p>
            <a:pPr lvl="0"/>
            <a:r>
              <a:rPr lang="zh-CN" altLang="en-US"/>
              <a:t>二级目录</a:t>
            </a:r>
          </a:p>
        </p:txBody>
      </p:sp>
      <p:sp>
        <p:nvSpPr>
          <p:cNvPr id="17" name="文本占位符 16"/>
          <p:cNvSpPr>
            <a:spLocks noGrp="1"/>
          </p:cNvSpPr>
          <p:nvPr>
            <p:ph type="body" sz="quarter" idx="13" hasCustomPrompt="1"/>
          </p:nvPr>
        </p:nvSpPr>
        <p:spPr>
          <a:xfrm>
            <a:off x="3785626" y="4351075"/>
            <a:ext cx="1800000" cy="424732"/>
          </a:xfrm>
          <a:prstGeom prst="rect">
            <a:avLst/>
          </a:prstGeom>
        </p:spPr>
        <p:txBody>
          <a:bodyPr anchor="ctr" anchorCtr="0">
            <a:spAutoFit/>
          </a:bodyPr>
          <a:lstStyle>
            <a:lvl1pPr marL="0" indent="0" algn="ctr">
              <a:buNone/>
              <a:defRPr sz="2400">
                <a:solidFill>
                  <a:schemeClr val="bg1"/>
                </a:solidFill>
              </a:defRPr>
            </a:lvl1pPr>
          </a:lstStyle>
          <a:p>
            <a:pPr lvl="0"/>
            <a:r>
              <a:rPr lang="zh-CN" altLang="en-US"/>
              <a:t>二级目录</a:t>
            </a:r>
          </a:p>
        </p:txBody>
      </p:sp>
      <p:sp>
        <p:nvSpPr>
          <p:cNvPr id="19" name="文本占位符 18"/>
          <p:cNvSpPr>
            <a:spLocks noGrp="1"/>
          </p:cNvSpPr>
          <p:nvPr>
            <p:ph type="body" sz="quarter" idx="14" hasCustomPrompt="1"/>
          </p:nvPr>
        </p:nvSpPr>
        <p:spPr>
          <a:xfrm>
            <a:off x="2403139" y="2479939"/>
            <a:ext cx="2519362" cy="535531"/>
          </a:xfrm>
          <a:prstGeom prst="rect">
            <a:avLst/>
          </a:prstGeom>
        </p:spPr>
        <p:txBody>
          <a:bodyPr anchor="ctr" anchorCtr="0">
            <a:spAutoFit/>
          </a:bodyPr>
          <a:lstStyle>
            <a:lvl1pPr marL="0" indent="0" algn="ctr">
              <a:buNone/>
              <a:defRPr sz="3200">
                <a:solidFill>
                  <a:schemeClr val="bg1"/>
                </a:solidFill>
              </a:defRPr>
            </a:lvl1pPr>
          </a:lstStyle>
          <a:p>
            <a:pPr lvl="0"/>
            <a:r>
              <a:rPr lang="zh-CN" altLang="en-US"/>
              <a:t>一级标题</a:t>
            </a:r>
          </a:p>
        </p:txBody>
      </p:sp>
      <p:sp>
        <p:nvSpPr>
          <p:cNvPr id="21" name="文本占位符 20"/>
          <p:cNvSpPr>
            <a:spLocks noGrp="1"/>
          </p:cNvSpPr>
          <p:nvPr>
            <p:ph type="body" sz="quarter" idx="15" hasCustomPrompt="1"/>
          </p:nvPr>
        </p:nvSpPr>
        <p:spPr>
          <a:xfrm>
            <a:off x="2392820" y="3015470"/>
            <a:ext cx="2540000" cy="313932"/>
          </a:xfrm>
          <a:prstGeom prst="rect">
            <a:avLst/>
          </a:prstGeom>
        </p:spPr>
        <p:txBody>
          <a:bodyPr anchor="ctr" anchorCtr="0">
            <a:spAutoFit/>
          </a:bodyPr>
          <a:lstStyle>
            <a:lvl1pPr marL="0" indent="0" algn="ctr">
              <a:buNone/>
              <a:defRPr sz="1600">
                <a:solidFill>
                  <a:schemeClr val="bg1"/>
                </a:solidFill>
              </a:defRPr>
            </a:lvl1pPr>
          </a:lstStyle>
          <a:p>
            <a:pPr lvl="0"/>
            <a:r>
              <a:rPr lang="en-US" altLang="zh-CN"/>
              <a:t>YIJIBIAOTI</a:t>
            </a:r>
            <a:endParaRPr lang="zh-CN" altLang="en-US"/>
          </a:p>
        </p:txBody>
      </p:sp>
      <p:pic>
        <p:nvPicPr>
          <p:cNvPr id="10" name="图片 9"/>
          <p:cNvPicPr>
            <a:picLocks noChangeAspect="1"/>
          </p:cNvPicPr>
          <p:nvPr userDrawn="1"/>
        </p:nvPicPr>
        <p:blipFill>
          <a:blip r:embed="rId3" cstate="print">
            <a:lum bright="70000" contrast="-70000"/>
            <a:extLst>
              <a:ext uri="{28A0092B-C50C-407E-A947-70E740481C1C}">
                <a14:useLocalDpi xmlns:a14="http://schemas.microsoft.com/office/drawing/2010/main" val="0"/>
              </a:ext>
            </a:extLst>
          </a:blip>
          <a:srcRect/>
          <a:stretch/>
        </p:blipFill>
        <p:spPr>
          <a:xfrm>
            <a:off x="6796103" y="1923346"/>
            <a:ext cx="3374726" cy="3377068"/>
          </a:xfrm>
          <a:prstGeom prst="rect">
            <a:avLst/>
          </a:prstGeom>
        </p:spPr>
      </p:pic>
    </p:spTree>
    <p:extLst>
      <p:ext uri="{BB962C8B-B14F-4D97-AF65-F5344CB8AC3E}">
        <p14:creationId xmlns:p14="http://schemas.microsoft.com/office/powerpoint/2010/main" val="4033507463"/>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Tn>
                        </p:par>
                        <p:par>
                          <p:cTn id="5" fill="hold" nodeType="afterGroup">
                            <p:stCondLst>
                              <p:cond delay="0"/>
                            </p:stCondLst>
                            <p:childTnLst>
                              <p:par>
                                <p:cTn id="6" presetID="9" presetClass="entr" presetSubtype="0" fill="hold" nodeType="afterEffect">
                                  <p:childTnLst>
                                    <p:set>
                                      <p:cBhvr>
                                        <p:cTn id="7" dur="1" fill="hold">
                                          <p:stCondLst>
                                            <p:cond delay="0"/>
                                          </p:stCondLst>
                                        </p:cTn>
                                        <p:tgtEl>
                                          <p:spTgt spid="10"/>
                                        </p:tgtEl>
                                        <p:attrNameLst>
                                          <p:attrName>style.visibility</p:attrName>
                                        </p:attrNameLst>
                                      </p:cBhvr>
                                      <p:to>
                                        <p:strVal val="visible"/>
                                      </p:to>
                                    </p:set>
                                    <p:animEffect transition="in" filter="dissolve">
                                      <p:cBhvr>
                                        <p:cTn id="8" dur="2000"/>
                                        <p:tgtEl>
                                          <p:spTgt spid="10"/>
                                        </p:tgtEl>
                                      </p:cBhvr>
                                    </p:animEffect>
                                  </p:childTnLst>
                                </p:cTn>
                              </p:par>
                            </p:childTnLst>
                          </p:cTn>
                        </p:par>
                        <p:par>
                          <p:cTn id="9" fill="hold" nodeType="withGroup">
                            <p:stCondLst>
                              <p:cond delay="2000"/>
                            </p:stCondLst>
                            <p:childTnLst>
                              <p:par>
                                <p:cTn id="10" presetID="42" presetClass="entr" presetSubtype="0" fill="hold" grpId="4" nodeType="afterEffect">
                                  <p:childTnLst>
                                    <p:set>
                                      <p:cBhvr>
                                        <p:cTn id="11" dur="1" fill="hold">
                                          <p:stCondLst>
                                            <p:cond delay="0"/>
                                          </p:stCondLst>
                                        </p:cTn>
                                        <p:tgtEl>
                                          <p:spTgt spid="19">
                                            <p:txEl>
                                              <p:pRg st="0" end="0"/>
                                            </p:txEl>
                                          </p:spTgt>
                                        </p:tgtEl>
                                        <p:attrNameLst>
                                          <p:attrName>style.visibility</p:attrName>
                                        </p:attrNameLst>
                                      </p:cBhvr>
                                      <p:to>
                                        <p:strVal val="visible"/>
                                      </p:to>
                                    </p:set>
                                    <p:animEffect transition="in" filter="fade">
                                      <p:cBhvr>
                                        <p:cTn id="12" dur="750"/>
                                        <p:tgtEl>
                                          <p:spTgt spid="19">
                                            <p:txEl>
                                              <p:pRg st="0" end="0"/>
                                            </p:txEl>
                                          </p:spTgt>
                                        </p:tgtEl>
                                      </p:cBhvr>
                                    </p:animEffect>
                                    <p:anim calcmode="lin" valueType="num">
                                      <p:cBhvr>
                                        <p:cTn id="13" dur="75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19">
                                            <p:txEl>
                                              <p:pRg st="0" end="0"/>
                                            </p:txEl>
                                          </p:spTgt>
                                        </p:tgtEl>
                                        <p:attrNameLst>
                                          <p:attrName>ppt_y</p:attrName>
                                        </p:attrNameLst>
                                      </p:cBhvr>
                                      <p:tavLst>
                                        <p:tav tm="0">
                                          <p:val>
                                            <p:strVal val="#ppt_y+.1"/>
                                          </p:val>
                                        </p:tav>
                                        <p:tav tm="100000">
                                          <p:val>
                                            <p:strVal val="#ppt_y"/>
                                          </p:val>
                                        </p:tav>
                                      </p:tavLst>
                                    </p:anim>
                                  </p:childTnLst>
                                </p:cTn>
                              </p:par>
                              <p:par>
                                <p:cTn id="15" presetID="47" presetClass="entr" presetSubtype="0" fill="hold" grpId="5" nodeType="withEffect">
                                  <p:childTnLst>
                                    <p:set>
                                      <p:cBhvr>
                                        <p:cTn id="16" dur="1" fill="hold">
                                          <p:stCondLst>
                                            <p:cond delay="0"/>
                                          </p:stCondLst>
                                        </p:cTn>
                                        <p:tgtEl>
                                          <p:spTgt spid="21">
                                            <p:txEl>
                                              <p:pRg st="0" end="0"/>
                                            </p:txEl>
                                          </p:spTgt>
                                        </p:tgtEl>
                                        <p:attrNameLst>
                                          <p:attrName>style.visibility</p:attrName>
                                        </p:attrNameLst>
                                      </p:cBhvr>
                                      <p:to>
                                        <p:strVal val="visible"/>
                                      </p:to>
                                    </p:set>
                                    <p:animEffect transition="in" filter="fade">
                                      <p:cBhvr>
                                        <p:cTn id="17" dur="750"/>
                                        <p:tgtEl>
                                          <p:spTgt spid="21">
                                            <p:txEl>
                                              <p:pRg st="0" end="0"/>
                                            </p:txEl>
                                          </p:spTgt>
                                        </p:tgtEl>
                                      </p:cBhvr>
                                    </p:animEffect>
                                    <p:anim calcmode="lin" valueType="num">
                                      <p:cBhvr>
                                        <p:cTn id="18" dur="750" fill="hold"/>
                                        <p:tgtEl>
                                          <p:spTgt spid="21">
                                            <p:txEl>
                                              <p:pRg st="0" end="0"/>
                                            </p:txEl>
                                          </p:spTgt>
                                        </p:tgtEl>
                                        <p:attrNameLst>
                                          <p:attrName>ppt_x</p:attrName>
                                        </p:attrNameLst>
                                      </p:cBhvr>
                                      <p:tavLst>
                                        <p:tav tm="0">
                                          <p:val>
                                            <p:strVal val="#ppt_x"/>
                                          </p:val>
                                        </p:tav>
                                        <p:tav tm="100000">
                                          <p:val>
                                            <p:strVal val="#ppt_x"/>
                                          </p:val>
                                        </p:tav>
                                      </p:tavLst>
                                    </p:anim>
                                    <p:anim calcmode="lin" valueType="num">
                                      <p:cBhvr>
                                        <p:cTn id="19" dur="750" fill="hold"/>
                                        <p:tgtEl>
                                          <p:spTgt spid="21">
                                            <p:txEl>
                                              <p:pRg st="0" end="0"/>
                                            </p:txEl>
                                          </p:spTgt>
                                        </p:tgtEl>
                                        <p:attrNameLst>
                                          <p:attrName>ppt_y</p:attrName>
                                        </p:attrNameLst>
                                      </p:cBhvr>
                                      <p:tavLst>
                                        <p:tav tm="0">
                                          <p:val>
                                            <p:strVal val="#ppt_y-.1"/>
                                          </p:val>
                                        </p:tav>
                                        <p:tav tm="100000">
                                          <p:val>
                                            <p:strVal val="#ppt_y"/>
                                          </p:val>
                                        </p:tav>
                                      </p:tavLst>
                                    </p:anim>
                                  </p:childTnLst>
                                </p:cTn>
                              </p:par>
                              <p:par>
                                <p:cTn id="20" presetID="10" presetClass="entr" presetSubtype="0" fill="hold" grpId="0" nodeType="withEffect">
                                  <p:childTnLst>
                                    <p:set>
                                      <p:cBhvr>
                                        <p:cTn id="21" dur="1" fill="hold">
                                          <p:stCondLst>
                                            <p:cond delay="0"/>
                                          </p:stCondLst>
                                        </p:cTn>
                                        <p:tgtEl>
                                          <p:spTgt spid="11">
                                            <p:txEl>
                                              <p:pRg st="0" end="0"/>
                                            </p:txEl>
                                          </p:spTgt>
                                        </p:tgtEl>
                                        <p:attrNameLst>
                                          <p:attrName>style.visibility</p:attrName>
                                        </p:attrNameLst>
                                      </p:cBhvr>
                                      <p:to>
                                        <p:strVal val="visible"/>
                                      </p:to>
                                    </p:set>
                                    <p:animEffect transition="in" filter="fade">
                                      <p:cBhvr>
                                        <p:cTn id="22" dur="500"/>
                                        <p:tgtEl>
                                          <p:spTgt spid="11">
                                            <p:txEl>
                                              <p:pRg st="0" end="0"/>
                                            </p:txEl>
                                          </p:spTgt>
                                        </p:tgtEl>
                                      </p:cBhvr>
                                    </p:animEffect>
                                  </p:childTnLst>
                                </p:cTn>
                              </p:par>
                              <p:par>
                                <p:cTn id="23" presetID="10" presetClass="entr" presetSubtype="0" fill="hold" grpId="1" nodeType="withEffect">
                                  <p:childTnLst>
                                    <p:set>
                                      <p:cBhvr>
                                        <p:cTn id="24" dur="1" fill="hold">
                                          <p:stCondLst>
                                            <p:cond delay="0"/>
                                          </p:stCondLst>
                                        </p:cTn>
                                        <p:tgtEl>
                                          <p:spTgt spid="13">
                                            <p:txEl>
                                              <p:pRg st="0" end="0"/>
                                            </p:txEl>
                                          </p:spTgt>
                                        </p:tgtEl>
                                        <p:attrNameLst>
                                          <p:attrName>style.visibility</p:attrName>
                                        </p:attrNameLst>
                                      </p:cBhvr>
                                      <p:to>
                                        <p:strVal val="visible"/>
                                      </p:to>
                                    </p:set>
                                    <p:animEffect transition="in" filter="fade">
                                      <p:cBhvr>
                                        <p:cTn id="25" dur="500"/>
                                        <p:tgtEl>
                                          <p:spTgt spid="13">
                                            <p:txEl>
                                              <p:pRg st="0" end="0"/>
                                            </p:txEl>
                                          </p:spTgt>
                                        </p:tgtEl>
                                      </p:cBhvr>
                                    </p:animEffect>
                                  </p:childTnLst>
                                </p:cTn>
                              </p:par>
                              <p:par>
                                <p:cTn id="26" presetID="10" presetClass="entr" presetSubtype="0" fill="hold" grpId="2" nodeType="withEffect">
                                  <p:childTnLst>
                                    <p:set>
                                      <p:cBhvr>
                                        <p:cTn id="27" dur="1" fill="hold">
                                          <p:stCondLst>
                                            <p:cond delay="0"/>
                                          </p:stCondLst>
                                        </p:cTn>
                                        <p:tgtEl>
                                          <p:spTgt spid="15">
                                            <p:txEl>
                                              <p:pRg st="0" end="0"/>
                                            </p:txEl>
                                          </p:spTgt>
                                        </p:tgtEl>
                                        <p:attrNameLst>
                                          <p:attrName>style.visibility</p:attrName>
                                        </p:attrNameLst>
                                      </p:cBhvr>
                                      <p:to>
                                        <p:strVal val="visible"/>
                                      </p:to>
                                    </p:set>
                                    <p:animEffect transition="in" filter="fade">
                                      <p:cBhvr>
                                        <p:cTn id="28" dur="500"/>
                                        <p:tgtEl>
                                          <p:spTgt spid="15">
                                            <p:txEl>
                                              <p:pRg st="0" end="0"/>
                                            </p:txEl>
                                          </p:spTgt>
                                        </p:tgtEl>
                                      </p:cBhvr>
                                    </p:animEffect>
                                  </p:childTnLst>
                                </p:cTn>
                              </p:par>
                              <p:par>
                                <p:cTn id="29" presetID="10" presetClass="entr" presetSubtype="0" fill="hold" grpId="3" nodeType="withEffect">
                                  <p:childTnLst>
                                    <p:set>
                                      <p:cBhvr>
                                        <p:cTn id="30" dur="1" fill="hold">
                                          <p:stCondLst>
                                            <p:cond delay="0"/>
                                          </p:stCondLst>
                                        </p:cTn>
                                        <p:tgtEl>
                                          <p:spTgt spid="17">
                                            <p:txEl>
                                              <p:pRg st="0" end="0"/>
                                            </p:txEl>
                                          </p:spTgt>
                                        </p:tgtEl>
                                        <p:attrNameLst>
                                          <p:attrName>style.visibility</p:attrName>
                                        </p:attrNameLst>
                                      </p:cBhvr>
                                      <p:to>
                                        <p:strVal val="visible"/>
                                      </p:to>
                                    </p:set>
                                    <p:animEffect transition="in" filter="fade">
                                      <p:cBhvr>
                                        <p:cTn id="31" dur="5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1" build="p"/>
      <p:bldP spid="15" grpId="2" build="p"/>
      <p:bldP spid="17" grpId="3" build="p"/>
      <p:bldP spid="19" grpId="4" build="p"/>
      <p:bldP spid="21" grpId="5" bui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5285522" y="51558"/>
            <a:ext cx="1620957" cy="523220"/>
          </a:xfrm>
          <a:prstGeom prst="rect">
            <a:avLst/>
          </a:prstGeom>
        </p:spPr>
        <p:txBody>
          <a:bodyPr wrap="none" anchor="ctr" anchorCtr="0">
            <a:spAutoFit/>
          </a:bodyPr>
          <a:lstStyle>
            <a:lvl1pPr algn="ctr">
              <a:lnSpc>
                <a:spcPct val="100000"/>
              </a:lnSpc>
              <a:defRPr sz="2800">
                <a:solidFill>
                  <a:schemeClr val="accent1"/>
                </a:solidFill>
              </a:defRPr>
            </a:lvl1pPr>
          </a:lstStyle>
          <a:p>
            <a:r>
              <a:rPr lang="zh-CN" altLang="en-US"/>
              <a:t>标题样式</a:t>
            </a:r>
          </a:p>
        </p:txBody>
      </p:sp>
      <p:sp>
        <p:nvSpPr>
          <p:cNvPr id="3" name="矩形 2"/>
          <p:cNvSpPr/>
          <p:nvPr userDrawn="1"/>
        </p:nvSpPr>
        <p:spPr>
          <a:xfrm>
            <a:off x="-1" y="128585"/>
            <a:ext cx="5285523"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9E76B84F-0957-4FE4-8506-5011661E409F}"/>
              </a:ext>
            </a:extLst>
          </p:cNvPr>
          <p:cNvSpPr/>
          <p:nvPr userDrawn="1"/>
        </p:nvSpPr>
        <p:spPr>
          <a:xfrm>
            <a:off x="6907284" y="128585"/>
            <a:ext cx="5285523"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84161820"/>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19CDA3ED-71EA-4841-8BBD-ABD29DF9F449}" type="datetimeFigureOut">
              <a:rPr lang="zh-CN" altLang="en-US" smtClean="0"/>
              <a:t>2020/3/22</a:t>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7F66BBAD-8FB9-49DF-AAE2-11A181007D83}" type="slidenum">
              <a:rPr lang="zh-CN" altLang="en-US" smtClean="0"/>
              <a:t>‹#›</a:t>
            </a:fld>
            <a:endParaRPr lang="zh-CN" altLang="en-US"/>
          </a:p>
        </p:txBody>
      </p:sp>
    </p:spTree>
    <p:extLst>
      <p:ext uri="{BB962C8B-B14F-4D97-AF65-F5344CB8AC3E}">
        <p14:creationId xmlns:p14="http://schemas.microsoft.com/office/powerpoint/2010/main" val="3415877817"/>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19CDA3ED-71EA-4841-8BBD-ABD29DF9F449}" type="datetimeFigureOut">
              <a:rPr lang="zh-CN" altLang="en-US" smtClean="0"/>
              <a:t>2020/3/22</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7F66BBAD-8FB9-49DF-AAE2-11A181007D83}" type="slidenum">
              <a:rPr lang="zh-CN" altLang="en-US" smtClean="0"/>
              <a:t>‹#›</a:t>
            </a:fld>
            <a:endParaRPr lang="zh-CN" altLang="en-US"/>
          </a:p>
        </p:txBody>
      </p:sp>
    </p:spTree>
    <p:extLst>
      <p:ext uri="{BB962C8B-B14F-4D97-AF65-F5344CB8AC3E}">
        <p14:creationId xmlns:p14="http://schemas.microsoft.com/office/powerpoint/2010/main" val="4032601123"/>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19CDA3ED-71EA-4841-8BBD-ABD29DF9F449}" type="datetimeFigureOut">
              <a:rPr lang="zh-CN" altLang="en-US" smtClean="0"/>
              <a:t>2020/3/22</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7F66BBAD-8FB9-49DF-AAE2-11A181007D83}" type="slidenum">
              <a:rPr lang="zh-CN" altLang="en-US" smtClean="0"/>
              <a:t>‹#›</a:t>
            </a:fld>
            <a:endParaRPr lang="zh-CN" altLang="en-US"/>
          </a:p>
        </p:txBody>
      </p:sp>
    </p:spTree>
    <p:extLst>
      <p:ext uri="{BB962C8B-B14F-4D97-AF65-F5344CB8AC3E}">
        <p14:creationId xmlns:p14="http://schemas.microsoft.com/office/powerpoint/2010/main" val="137613552"/>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19CDA3ED-71EA-4841-8BBD-ABD29DF9F449}" type="datetimeFigureOut">
              <a:rPr lang="zh-CN" altLang="en-US" smtClean="0"/>
              <a:t>2020/3/22</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7F66BBAD-8FB9-49DF-AAE2-11A181007D83}" type="slidenum">
              <a:rPr lang="zh-CN" altLang="en-US" smtClean="0"/>
              <a:t>‹#›</a:t>
            </a:fld>
            <a:endParaRPr lang="zh-CN" altLang="en-US"/>
          </a:p>
        </p:txBody>
      </p:sp>
    </p:spTree>
    <p:extLst>
      <p:ext uri="{BB962C8B-B14F-4D97-AF65-F5344CB8AC3E}">
        <p14:creationId xmlns:p14="http://schemas.microsoft.com/office/powerpoint/2010/main" val="1933146401"/>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19CDA3ED-71EA-4841-8BBD-ABD29DF9F449}" type="datetimeFigureOut">
              <a:rPr lang="zh-CN" altLang="en-US" smtClean="0"/>
              <a:t>2020/3/22</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7F66BBAD-8FB9-49DF-AAE2-11A181007D83}" type="slidenum">
              <a:rPr lang="zh-CN" altLang="en-US" smtClean="0"/>
              <a:t>‹#›</a:t>
            </a:fld>
            <a:endParaRPr lang="zh-CN" altLang="en-US"/>
          </a:p>
        </p:txBody>
      </p:sp>
    </p:spTree>
    <p:extLst>
      <p:ext uri="{BB962C8B-B14F-4D97-AF65-F5344CB8AC3E}">
        <p14:creationId xmlns:p14="http://schemas.microsoft.com/office/powerpoint/2010/main" val="1289548145"/>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19CDA3ED-71EA-4841-8BBD-ABD29DF9F449}" type="datetimeFigureOut">
              <a:rPr lang="zh-CN" altLang="en-US" smtClean="0"/>
              <a:t>2020/3/22</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7F66BBAD-8FB9-49DF-AAE2-11A181007D83}" type="slidenum">
              <a:rPr lang="zh-CN" altLang="en-US" smtClean="0"/>
              <a:t>‹#›</a:t>
            </a:fld>
            <a:endParaRPr lang="zh-CN" altLang="en-US"/>
          </a:p>
        </p:txBody>
      </p:sp>
    </p:spTree>
    <p:extLst>
      <p:ext uri="{BB962C8B-B14F-4D97-AF65-F5344CB8AC3E}">
        <p14:creationId xmlns:p14="http://schemas.microsoft.com/office/powerpoint/2010/main" val="2756007568"/>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2020/3/22</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5594292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2020/3/22</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5754670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2020/3/22</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726704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2020/3/22</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9706617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2020/3/22</a:t>
            </a:fld>
            <a:endParaRPr lang="zh-CN"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CN"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986857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2020/3/22</a:t>
            </a:fld>
            <a:endParaRPr lang="zh-CN"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CN"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3391661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2020/3/22</a:t>
            </a:fld>
            <a:endParaRPr lang="zh-CN"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CN"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334510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2020/3/22</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0151527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2020/3/22</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7750563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2020/3/22</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6803090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2020/3/22</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053308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34596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1" r:id="rId4"/>
    <p:sldLayoutId id="2147483654" r:id="rId5"/>
    <p:sldLayoutId id="2147483655" r:id="rId6"/>
    <p:sldLayoutId id="2147483656" r:id="rId7"/>
    <p:sldLayoutId id="2147483657" r:id="rId8"/>
    <p:sldLayoutId id="2147483658" r:id="rId9"/>
    <p:sldLayoutId id="2147483659" r:id="rId10"/>
  </p:sldLayoutIdLst>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E5758D-A3C3-4E88-8AC0-22500507BD7E}" type="datetimeFigureOut">
              <a:rPr lang="zh-CN" altLang="en-US" smtClean="0">
                <a:solidFill>
                  <a:prstClr val="black">
                    <a:tint val="75000"/>
                  </a:prstClr>
                </a:solidFill>
              </a:rPr>
              <a:pPr/>
              <a:t>2020/3/22</a:t>
            </a:fld>
            <a:endParaRPr lang="zh-CN" alt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8959669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3" Type="http://schemas.openxmlformats.org/officeDocument/2006/relationships/tags" Target="../tags/tag4.xml"/><Relationship Id="rId21" Type="http://schemas.openxmlformats.org/officeDocument/2006/relationships/tags" Target="../tags/tag2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notesSlide" Target="../notesSlides/notesSlide4.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slideLayout" Target="../slideLayouts/slideLayout4.xml"/><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8" Type="http://schemas.openxmlformats.org/officeDocument/2006/relationships/tags" Target="../tags/tag31.xml"/><Relationship Id="rId13" Type="http://schemas.openxmlformats.org/officeDocument/2006/relationships/tags" Target="../tags/tag36.xml"/><Relationship Id="rId18" Type="http://schemas.openxmlformats.org/officeDocument/2006/relationships/tags" Target="../tags/tag41.xml"/><Relationship Id="rId3" Type="http://schemas.openxmlformats.org/officeDocument/2006/relationships/tags" Target="../tags/tag26.xml"/><Relationship Id="rId21" Type="http://schemas.openxmlformats.org/officeDocument/2006/relationships/tags" Target="../tags/tag44.xml"/><Relationship Id="rId7" Type="http://schemas.openxmlformats.org/officeDocument/2006/relationships/tags" Target="../tags/tag30.xml"/><Relationship Id="rId12" Type="http://schemas.openxmlformats.org/officeDocument/2006/relationships/tags" Target="../tags/tag35.xml"/><Relationship Id="rId17" Type="http://schemas.openxmlformats.org/officeDocument/2006/relationships/tags" Target="../tags/tag40.xml"/><Relationship Id="rId25" Type="http://schemas.openxmlformats.org/officeDocument/2006/relationships/notesSlide" Target="../notesSlides/notesSlide5.xml"/><Relationship Id="rId2" Type="http://schemas.openxmlformats.org/officeDocument/2006/relationships/tags" Target="../tags/tag25.xml"/><Relationship Id="rId16" Type="http://schemas.openxmlformats.org/officeDocument/2006/relationships/tags" Target="../tags/tag39.xml"/><Relationship Id="rId20" Type="http://schemas.openxmlformats.org/officeDocument/2006/relationships/tags" Target="../tags/tag43.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tags" Target="../tags/tag34.xml"/><Relationship Id="rId24" Type="http://schemas.openxmlformats.org/officeDocument/2006/relationships/slideLayout" Target="../slideLayouts/slideLayout4.xml"/><Relationship Id="rId5" Type="http://schemas.openxmlformats.org/officeDocument/2006/relationships/tags" Target="../tags/tag28.xml"/><Relationship Id="rId15" Type="http://schemas.openxmlformats.org/officeDocument/2006/relationships/tags" Target="../tags/tag38.xml"/><Relationship Id="rId23" Type="http://schemas.openxmlformats.org/officeDocument/2006/relationships/tags" Target="../tags/tag46.xml"/><Relationship Id="rId10" Type="http://schemas.openxmlformats.org/officeDocument/2006/relationships/tags" Target="../tags/tag33.xml"/><Relationship Id="rId19" Type="http://schemas.openxmlformats.org/officeDocument/2006/relationships/tags" Target="../tags/tag42.xml"/><Relationship Id="rId4" Type="http://schemas.openxmlformats.org/officeDocument/2006/relationships/tags" Target="../tags/tag27.xml"/><Relationship Id="rId9" Type="http://schemas.openxmlformats.org/officeDocument/2006/relationships/tags" Target="../tags/tag32.xml"/><Relationship Id="rId14" Type="http://schemas.openxmlformats.org/officeDocument/2006/relationships/tags" Target="../tags/tag37.xml"/><Relationship Id="rId22" Type="http://schemas.openxmlformats.org/officeDocument/2006/relationships/tags" Target="../tags/tag45.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8.webp"/><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 Id="rId5" Type="http://schemas.openxmlformats.org/officeDocument/2006/relationships/notesSlide" Target="../notesSlides/notesSlide7.xml"/><Relationship Id="rId4"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8" Type="http://schemas.openxmlformats.org/officeDocument/2006/relationships/tags" Target="../tags/tag57.xml"/><Relationship Id="rId13" Type="http://schemas.openxmlformats.org/officeDocument/2006/relationships/tags" Target="../tags/tag62.xml"/><Relationship Id="rId3" Type="http://schemas.openxmlformats.org/officeDocument/2006/relationships/tags" Target="../tags/tag52.xml"/><Relationship Id="rId7" Type="http://schemas.openxmlformats.org/officeDocument/2006/relationships/tags" Target="../tags/tag56.xml"/><Relationship Id="rId12" Type="http://schemas.openxmlformats.org/officeDocument/2006/relationships/tags" Target="../tags/tag61.xml"/><Relationship Id="rId17" Type="http://schemas.openxmlformats.org/officeDocument/2006/relationships/notesSlide" Target="../notesSlides/notesSlide10.xml"/><Relationship Id="rId2" Type="http://schemas.openxmlformats.org/officeDocument/2006/relationships/tags" Target="../tags/tag51.xml"/><Relationship Id="rId16" Type="http://schemas.openxmlformats.org/officeDocument/2006/relationships/slideLayout" Target="../slideLayouts/slideLayout4.xml"/><Relationship Id="rId1" Type="http://schemas.openxmlformats.org/officeDocument/2006/relationships/tags" Target="../tags/tag50.xml"/><Relationship Id="rId6" Type="http://schemas.openxmlformats.org/officeDocument/2006/relationships/tags" Target="../tags/tag55.xml"/><Relationship Id="rId11" Type="http://schemas.openxmlformats.org/officeDocument/2006/relationships/tags" Target="../tags/tag60.xml"/><Relationship Id="rId5" Type="http://schemas.openxmlformats.org/officeDocument/2006/relationships/tags" Target="../tags/tag54.xml"/><Relationship Id="rId15" Type="http://schemas.openxmlformats.org/officeDocument/2006/relationships/tags" Target="../tags/tag64.xml"/><Relationship Id="rId10" Type="http://schemas.openxmlformats.org/officeDocument/2006/relationships/tags" Target="../tags/tag59.xml"/><Relationship Id="rId4" Type="http://schemas.openxmlformats.org/officeDocument/2006/relationships/tags" Target="../tags/tag53.xml"/><Relationship Id="rId9" Type="http://schemas.openxmlformats.org/officeDocument/2006/relationships/tags" Target="../tags/tag58.xml"/><Relationship Id="rId14" Type="http://schemas.openxmlformats.org/officeDocument/2006/relationships/tags" Target="../tags/tag63.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21.jpg"/></Relationships>
</file>

<file path=ppt/slides/_rels/slide24.xml.rels><?xml version="1.0" encoding="UTF-8" standalone="yes"?>
<Relationships xmlns="http://schemas.openxmlformats.org/package/2006/relationships"><Relationship Id="rId8" Type="http://schemas.openxmlformats.org/officeDocument/2006/relationships/tags" Target="../tags/tag72.xml"/><Relationship Id="rId13" Type="http://schemas.openxmlformats.org/officeDocument/2006/relationships/tags" Target="../tags/tag77.xml"/><Relationship Id="rId3" Type="http://schemas.openxmlformats.org/officeDocument/2006/relationships/tags" Target="../tags/tag67.xml"/><Relationship Id="rId7" Type="http://schemas.openxmlformats.org/officeDocument/2006/relationships/tags" Target="../tags/tag71.xml"/><Relationship Id="rId12" Type="http://schemas.openxmlformats.org/officeDocument/2006/relationships/tags" Target="../tags/tag76.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tags" Target="../tags/tag70.xml"/><Relationship Id="rId11" Type="http://schemas.openxmlformats.org/officeDocument/2006/relationships/tags" Target="../tags/tag75.xml"/><Relationship Id="rId5" Type="http://schemas.openxmlformats.org/officeDocument/2006/relationships/tags" Target="../tags/tag69.xml"/><Relationship Id="rId15" Type="http://schemas.openxmlformats.org/officeDocument/2006/relationships/notesSlide" Target="../notesSlides/notesSlide12.xml"/><Relationship Id="rId10" Type="http://schemas.openxmlformats.org/officeDocument/2006/relationships/tags" Target="../tags/tag74.xml"/><Relationship Id="rId4" Type="http://schemas.openxmlformats.org/officeDocument/2006/relationships/tags" Target="../tags/tag68.xml"/><Relationship Id="rId9" Type="http://schemas.openxmlformats.org/officeDocument/2006/relationships/tags" Target="../tags/tag73.xml"/><Relationship Id="rId14"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8" Type="http://schemas.openxmlformats.org/officeDocument/2006/relationships/tags" Target="../tags/tag85.xml"/><Relationship Id="rId3" Type="http://schemas.openxmlformats.org/officeDocument/2006/relationships/tags" Target="../tags/tag80.xml"/><Relationship Id="rId7" Type="http://schemas.openxmlformats.org/officeDocument/2006/relationships/tags" Target="../tags/tag84.xml"/><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5" Type="http://schemas.openxmlformats.org/officeDocument/2006/relationships/tags" Target="../tags/tag82.xml"/><Relationship Id="rId10" Type="http://schemas.openxmlformats.org/officeDocument/2006/relationships/notesSlide" Target="../notesSlides/notesSlide13.xml"/><Relationship Id="rId4" Type="http://schemas.openxmlformats.org/officeDocument/2006/relationships/tags" Target="../tags/tag81.xml"/><Relationship Id="rId9"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8" Type="http://schemas.openxmlformats.org/officeDocument/2006/relationships/tags" Target="../tags/tag93.xml"/><Relationship Id="rId13" Type="http://schemas.openxmlformats.org/officeDocument/2006/relationships/tags" Target="../tags/tag98.xml"/><Relationship Id="rId18" Type="http://schemas.openxmlformats.org/officeDocument/2006/relationships/tags" Target="../tags/tag103.xml"/><Relationship Id="rId26" Type="http://schemas.openxmlformats.org/officeDocument/2006/relationships/slideLayout" Target="../slideLayouts/slideLayout4.xml"/><Relationship Id="rId3" Type="http://schemas.openxmlformats.org/officeDocument/2006/relationships/tags" Target="../tags/tag88.xml"/><Relationship Id="rId21" Type="http://schemas.openxmlformats.org/officeDocument/2006/relationships/tags" Target="../tags/tag106.xml"/><Relationship Id="rId7" Type="http://schemas.openxmlformats.org/officeDocument/2006/relationships/tags" Target="../tags/tag92.xml"/><Relationship Id="rId12" Type="http://schemas.openxmlformats.org/officeDocument/2006/relationships/tags" Target="../tags/tag97.xml"/><Relationship Id="rId17" Type="http://schemas.openxmlformats.org/officeDocument/2006/relationships/tags" Target="../tags/tag102.xml"/><Relationship Id="rId25" Type="http://schemas.openxmlformats.org/officeDocument/2006/relationships/tags" Target="../tags/tag110.xml"/><Relationship Id="rId2" Type="http://schemas.openxmlformats.org/officeDocument/2006/relationships/tags" Target="../tags/tag87.xml"/><Relationship Id="rId16" Type="http://schemas.openxmlformats.org/officeDocument/2006/relationships/tags" Target="../tags/tag101.xml"/><Relationship Id="rId20" Type="http://schemas.openxmlformats.org/officeDocument/2006/relationships/tags" Target="../tags/tag105.xml"/><Relationship Id="rId1" Type="http://schemas.openxmlformats.org/officeDocument/2006/relationships/tags" Target="../tags/tag86.xml"/><Relationship Id="rId6" Type="http://schemas.openxmlformats.org/officeDocument/2006/relationships/tags" Target="../tags/tag91.xml"/><Relationship Id="rId11" Type="http://schemas.openxmlformats.org/officeDocument/2006/relationships/tags" Target="../tags/tag96.xml"/><Relationship Id="rId24" Type="http://schemas.openxmlformats.org/officeDocument/2006/relationships/tags" Target="../tags/tag109.xml"/><Relationship Id="rId5" Type="http://schemas.openxmlformats.org/officeDocument/2006/relationships/tags" Target="../tags/tag90.xml"/><Relationship Id="rId15" Type="http://schemas.openxmlformats.org/officeDocument/2006/relationships/tags" Target="../tags/tag100.xml"/><Relationship Id="rId23" Type="http://schemas.openxmlformats.org/officeDocument/2006/relationships/tags" Target="../tags/tag108.xml"/><Relationship Id="rId10" Type="http://schemas.openxmlformats.org/officeDocument/2006/relationships/tags" Target="../tags/tag95.xml"/><Relationship Id="rId19" Type="http://schemas.openxmlformats.org/officeDocument/2006/relationships/tags" Target="../tags/tag104.xml"/><Relationship Id="rId4" Type="http://schemas.openxmlformats.org/officeDocument/2006/relationships/tags" Target="../tags/tag89.xml"/><Relationship Id="rId9" Type="http://schemas.openxmlformats.org/officeDocument/2006/relationships/tags" Target="../tags/tag94.xml"/><Relationship Id="rId14" Type="http://schemas.openxmlformats.org/officeDocument/2006/relationships/tags" Target="../tags/tag99.xml"/><Relationship Id="rId22" Type="http://schemas.openxmlformats.org/officeDocument/2006/relationships/tags" Target="../tags/tag107.xml"/><Relationship Id="rId27" Type="http://schemas.openxmlformats.org/officeDocument/2006/relationships/notesSlide" Target="../notesSlides/notesSlide15.xml"/></Relationships>
</file>

<file path=ppt/slides/_rels/slide2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s>
</file>

<file path=ppt/slides/_rels/slide2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notesSlide" Target="../notesSlides/notesSlide18.xml"/><Relationship Id="rId5" Type="http://schemas.openxmlformats.org/officeDocument/2006/relationships/slideLayout" Target="../slideLayouts/slideLayout4.xml"/><Relationship Id="rId4" Type="http://schemas.openxmlformats.org/officeDocument/2006/relationships/tags" Target="../tags/tag1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8" Type="http://schemas.openxmlformats.org/officeDocument/2006/relationships/slideLayout" Target="../slideLayouts/slideLayout4.xml"/><Relationship Id="rId3" Type="http://schemas.openxmlformats.org/officeDocument/2006/relationships/tags" Target="../tags/tag117.xml"/><Relationship Id="rId7" Type="http://schemas.openxmlformats.org/officeDocument/2006/relationships/tags" Target="../tags/tag121.xml"/><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tags" Target="../tags/tag120.xml"/><Relationship Id="rId5" Type="http://schemas.openxmlformats.org/officeDocument/2006/relationships/tags" Target="../tags/tag119.xml"/><Relationship Id="rId4" Type="http://schemas.openxmlformats.org/officeDocument/2006/relationships/tags" Target="../tags/tag118.xml"/><Relationship Id="rId9" Type="http://schemas.openxmlformats.org/officeDocument/2006/relationships/notesSlide" Target="../notesSlides/notesSlide20.xml"/></Relationships>
</file>

<file path=ppt/slides/_rels/slide33.xml.rels><?xml version="1.0" encoding="UTF-8" standalone="yes"?>
<Relationships xmlns="http://schemas.openxmlformats.org/package/2006/relationships"><Relationship Id="rId3" Type="http://schemas.openxmlformats.org/officeDocument/2006/relationships/tags" Target="../tags/tag124.xml"/><Relationship Id="rId7" Type="http://schemas.openxmlformats.org/officeDocument/2006/relationships/notesSlide" Target="../notesSlides/notesSlide21.xml"/><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slideLayout" Target="../slideLayouts/slideLayout4.xml"/><Relationship Id="rId5" Type="http://schemas.openxmlformats.org/officeDocument/2006/relationships/tags" Target="../tags/tag126.xml"/><Relationship Id="rId4" Type="http://schemas.openxmlformats.org/officeDocument/2006/relationships/tags" Target="../tags/tag125.xml"/></Relationships>
</file>

<file path=ppt/slides/_rels/slide34.xml.rels><?xml version="1.0" encoding="UTF-8" standalone="yes"?>
<Relationships xmlns="http://schemas.openxmlformats.org/package/2006/relationships"><Relationship Id="rId8" Type="http://schemas.openxmlformats.org/officeDocument/2006/relationships/slideLayout" Target="../slideLayouts/slideLayout4.xml"/><Relationship Id="rId3" Type="http://schemas.openxmlformats.org/officeDocument/2006/relationships/tags" Target="../tags/tag129.xml"/><Relationship Id="rId7" Type="http://schemas.openxmlformats.org/officeDocument/2006/relationships/tags" Target="../tags/tag133.xml"/><Relationship Id="rId2" Type="http://schemas.openxmlformats.org/officeDocument/2006/relationships/tags" Target="../tags/tag128.xml"/><Relationship Id="rId1" Type="http://schemas.openxmlformats.org/officeDocument/2006/relationships/tags" Target="../tags/tag127.xml"/><Relationship Id="rId6" Type="http://schemas.openxmlformats.org/officeDocument/2006/relationships/tags" Target="../tags/tag132.xml"/><Relationship Id="rId5" Type="http://schemas.openxmlformats.org/officeDocument/2006/relationships/tags" Target="../tags/tag131.xml"/><Relationship Id="rId4" Type="http://schemas.openxmlformats.org/officeDocument/2006/relationships/tags" Target="../tags/tag130.xml"/><Relationship Id="rId9" Type="http://schemas.openxmlformats.org/officeDocument/2006/relationships/notesSlide" Target="../notesSlides/notesSlide22.xml"/></Relationships>
</file>

<file path=ppt/slides/_rels/slide35.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28.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35.xml"/><Relationship Id="rId1" Type="http://schemas.openxmlformats.org/officeDocument/2006/relationships/tags" Target="../tags/tag134.xml"/><Relationship Id="rId4" Type="http://schemas.openxmlformats.org/officeDocument/2006/relationships/notesSlide" Target="../notesSlides/notesSlide25.xml"/></Relationships>
</file>

<file path=ppt/slides/_rels/slide38.xml.rels><?xml version="1.0" encoding="UTF-8" standalone="yes"?>
<Relationships xmlns="http://schemas.openxmlformats.org/package/2006/relationships"><Relationship Id="rId8" Type="http://schemas.openxmlformats.org/officeDocument/2006/relationships/slideLayout" Target="../slideLayouts/slideLayout4.xml"/><Relationship Id="rId3" Type="http://schemas.openxmlformats.org/officeDocument/2006/relationships/tags" Target="../tags/tag138.xml"/><Relationship Id="rId7" Type="http://schemas.openxmlformats.org/officeDocument/2006/relationships/tags" Target="../tags/tag142.xml"/><Relationship Id="rId2" Type="http://schemas.openxmlformats.org/officeDocument/2006/relationships/tags" Target="../tags/tag137.xml"/><Relationship Id="rId1" Type="http://schemas.openxmlformats.org/officeDocument/2006/relationships/tags" Target="../tags/tag136.xml"/><Relationship Id="rId6" Type="http://schemas.openxmlformats.org/officeDocument/2006/relationships/tags" Target="../tags/tag141.xml"/><Relationship Id="rId5" Type="http://schemas.openxmlformats.org/officeDocument/2006/relationships/tags" Target="../tags/tag140.xml"/><Relationship Id="rId4" Type="http://schemas.openxmlformats.org/officeDocument/2006/relationships/tags" Target="../tags/tag139.xml"/><Relationship Id="rId9" Type="http://schemas.openxmlformats.org/officeDocument/2006/relationships/notesSlide" Target="../notesSlides/notesSlide26.xml"/></Relationships>
</file>

<file path=ppt/slides/_rels/slide39.xml.rels><?xml version="1.0" encoding="UTF-8" standalone="yes"?>
<Relationships xmlns="http://schemas.openxmlformats.org/package/2006/relationships"><Relationship Id="rId8" Type="http://schemas.openxmlformats.org/officeDocument/2006/relationships/slideLayout" Target="../slideLayouts/slideLayout4.xml"/><Relationship Id="rId3" Type="http://schemas.openxmlformats.org/officeDocument/2006/relationships/tags" Target="../tags/tag145.xml"/><Relationship Id="rId7" Type="http://schemas.openxmlformats.org/officeDocument/2006/relationships/tags" Target="../tags/tag149.xml"/><Relationship Id="rId2" Type="http://schemas.openxmlformats.org/officeDocument/2006/relationships/tags" Target="../tags/tag144.xml"/><Relationship Id="rId1" Type="http://schemas.openxmlformats.org/officeDocument/2006/relationships/tags" Target="../tags/tag143.xml"/><Relationship Id="rId6" Type="http://schemas.openxmlformats.org/officeDocument/2006/relationships/tags" Target="../tags/tag148.xml"/><Relationship Id="rId5" Type="http://schemas.openxmlformats.org/officeDocument/2006/relationships/tags" Target="../tags/tag147.xml"/><Relationship Id="rId4" Type="http://schemas.openxmlformats.org/officeDocument/2006/relationships/tags" Target="../tags/tag146.xml"/><Relationship Id="rId9" Type="http://schemas.openxmlformats.org/officeDocument/2006/relationships/notesSlide" Target="../notesSlides/notesSlide27.xml"/></Relationships>
</file>

<file path=ppt/slides/_rels/slide4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43.xml.rels><?xml version="1.0" encoding="UTF-8" standalone="yes"?>
<Relationships xmlns="http://schemas.openxmlformats.org/package/2006/relationships"><Relationship Id="rId8" Type="http://schemas.openxmlformats.org/officeDocument/2006/relationships/tags" Target="../tags/tag157.xml"/><Relationship Id="rId13" Type="http://schemas.openxmlformats.org/officeDocument/2006/relationships/tags" Target="../tags/tag162.xml"/><Relationship Id="rId18" Type="http://schemas.openxmlformats.org/officeDocument/2006/relationships/tags" Target="../tags/tag167.xml"/><Relationship Id="rId26" Type="http://schemas.openxmlformats.org/officeDocument/2006/relationships/tags" Target="../tags/tag175.xml"/><Relationship Id="rId39" Type="http://schemas.openxmlformats.org/officeDocument/2006/relationships/tags" Target="../tags/tag188.xml"/><Relationship Id="rId3" Type="http://schemas.openxmlformats.org/officeDocument/2006/relationships/tags" Target="../tags/tag152.xml"/><Relationship Id="rId21" Type="http://schemas.openxmlformats.org/officeDocument/2006/relationships/tags" Target="../tags/tag170.xml"/><Relationship Id="rId34" Type="http://schemas.openxmlformats.org/officeDocument/2006/relationships/tags" Target="../tags/tag183.xml"/><Relationship Id="rId42" Type="http://schemas.openxmlformats.org/officeDocument/2006/relationships/tags" Target="../tags/tag191.xml"/><Relationship Id="rId7" Type="http://schemas.openxmlformats.org/officeDocument/2006/relationships/tags" Target="../tags/tag156.xml"/><Relationship Id="rId12" Type="http://schemas.openxmlformats.org/officeDocument/2006/relationships/tags" Target="../tags/tag161.xml"/><Relationship Id="rId17" Type="http://schemas.openxmlformats.org/officeDocument/2006/relationships/tags" Target="../tags/tag166.xml"/><Relationship Id="rId25" Type="http://schemas.openxmlformats.org/officeDocument/2006/relationships/tags" Target="../tags/tag174.xml"/><Relationship Id="rId33" Type="http://schemas.openxmlformats.org/officeDocument/2006/relationships/tags" Target="../tags/tag182.xml"/><Relationship Id="rId38" Type="http://schemas.openxmlformats.org/officeDocument/2006/relationships/tags" Target="../tags/tag187.xml"/><Relationship Id="rId2" Type="http://schemas.openxmlformats.org/officeDocument/2006/relationships/tags" Target="../tags/tag151.xml"/><Relationship Id="rId16" Type="http://schemas.openxmlformats.org/officeDocument/2006/relationships/tags" Target="../tags/tag165.xml"/><Relationship Id="rId20" Type="http://schemas.openxmlformats.org/officeDocument/2006/relationships/tags" Target="../tags/tag169.xml"/><Relationship Id="rId29" Type="http://schemas.openxmlformats.org/officeDocument/2006/relationships/tags" Target="../tags/tag178.xml"/><Relationship Id="rId41" Type="http://schemas.openxmlformats.org/officeDocument/2006/relationships/tags" Target="../tags/tag190.xml"/><Relationship Id="rId1" Type="http://schemas.openxmlformats.org/officeDocument/2006/relationships/tags" Target="../tags/tag150.xml"/><Relationship Id="rId6" Type="http://schemas.openxmlformats.org/officeDocument/2006/relationships/tags" Target="../tags/tag155.xml"/><Relationship Id="rId11" Type="http://schemas.openxmlformats.org/officeDocument/2006/relationships/tags" Target="../tags/tag160.xml"/><Relationship Id="rId24" Type="http://schemas.openxmlformats.org/officeDocument/2006/relationships/tags" Target="../tags/tag173.xml"/><Relationship Id="rId32" Type="http://schemas.openxmlformats.org/officeDocument/2006/relationships/tags" Target="../tags/tag181.xml"/><Relationship Id="rId37" Type="http://schemas.openxmlformats.org/officeDocument/2006/relationships/tags" Target="../tags/tag186.xml"/><Relationship Id="rId40" Type="http://schemas.openxmlformats.org/officeDocument/2006/relationships/tags" Target="../tags/tag189.xml"/><Relationship Id="rId45" Type="http://schemas.openxmlformats.org/officeDocument/2006/relationships/notesSlide" Target="../notesSlides/notesSlide31.xml"/><Relationship Id="rId5" Type="http://schemas.openxmlformats.org/officeDocument/2006/relationships/tags" Target="../tags/tag154.xml"/><Relationship Id="rId15" Type="http://schemas.openxmlformats.org/officeDocument/2006/relationships/tags" Target="../tags/tag164.xml"/><Relationship Id="rId23" Type="http://schemas.openxmlformats.org/officeDocument/2006/relationships/tags" Target="../tags/tag172.xml"/><Relationship Id="rId28" Type="http://schemas.openxmlformats.org/officeDocument/2006/relationships/tags" Target="../tags/tag177.xml"/><Relationship Id="rId36" Type="http://schemas.openxmlformats.org/officeDocument/2006/relationships/tags" Target="../tags/tag185.xml"/><Relationship Id="rId10" Type="http://schemas.openxmlformats.org/officeDocument/2006/relationships/tags" Target="../tags/tag159.xml"/><Relationship Id="rId19" Type="http://schemas.openxmlformats.org/officeDocument/2006/relationships/tags" Target="../tags/tag168.xml"/><Relationship Id="rId31" Type="http://schemas.openxmlformats.org/officeDocument/2006/relationships/tags" Target="../tags/tag180.xml"/><Relationship Id="rId44" Type="http://schemas.openxmlformats.org/officeDocument/2006/relationships/slideLayout" Target="../slideLayouts/slideLayout4.xml"/><Relationship Id="rId4" Type="http://schemas.openxmlformats.org/officeDocument/2006/relationships/tags" Target="../tags/tag153.xml"/><Relationship Id="rId9" Type="http://schemas.openxmlformats.org/officeDocument/2006/relationships/tags" Target="../tags/tag158.xml"/><Relationship Id="rId14" Type="http://schemas.openxmlformats.org/officeDocument/2006/relationships/tags" Target="../tags/tag163.xml"/><Relationship Id="rId22" Type="http://schemas.openxmlformats.org/officeDocument/2006/relationships/tags" Target="../tags/tag171.xml"/><Relationship Id="rId27" Type="http://schemas.openxmlformats.org/officeDocument/2006/relationships/tags" Target="../tags/tag176.xml"/><Relationship Id="rId30" Type="http://schemas.openxmlformats.org/officeDocument/2006/relationships/tags" Target="../tags/tag179.xml"/><Relationship Id="rId35" Type="http://schemas.openxmlformats.org/officeDocument/2006/relationships/tags" Target="../tags/tag184.xml"/><Relationship Id="rId43" Type="http://schemas.openxmlformats.org/officeDocument/2006/relationships/tags" Target="../tags/tag192.xml"/></Relationships>
</file>

<file path=ppt/slides/_rels/slide44.xml.rels><?xml version="1.0" encoding="UTF-8" standalone="yes"?>
<Relationships xmlns="http://schemas.openxmlformats.org/package/2006/relationships"><Relationship Id="rId8" Type="http://schemas.openxmlformats.org/officeDocument/2006/relationships/hyperlink" Target="http://www.ypppt.com/jiaocheng/" TargetMode="External"/><Relationship Id="rId3" Type="http://schemas.openxmlformats.org/officeDocument/2006/relationships/hyperlink" Target="http://www.ypppt.com/moban/" TargetMode="External"/><Relationship Id="rId7" Type="http://schemas.openxmlformats.org/officeDocument/2006/relationships/hyperlink" Target="http://www.ypppt.com/sucai/" TargetMode="External"/><Relationship Id="rId2" Type="http://schemas.openxmlformats.org/officeDocument/2006/relationships/notesSlide" Target="../notesSlides/notesSlide32.xml"/><Relationship Id="rId1" Type="http://schemas.openxmlformats.org/officeDocument/2006/relationships/slideLayout" Target="../slideLayouts/slideLayout17.xml"/><Relationship Id="rId6" Type="http://schemas.openxmlformats.org/officeDocument/2006/relationships/hyperlink" Target="http://www.ypppt.com/tubiao/" TargetMode="External"/><Relationship Id="rId5" Type="http://schemas.openxmlformats.org/officeDocument/2006/relationships/hyperlink" Target="http://www.ypppt.com/beijing/" TargetMode="External"/><Relationship Id="rId10" Type="http://schemas.openxmlformats.org/officeDocument/2006/relationships/hyperlink" Target="http://www.ypppt.com/gushi/" TargetMode="External"/><Relationship Id="rId4" Type="http://schemas.openxmlformats.org/officeDocument/2006/relationships/hyperlink" Target="http://www.ypppt.com/jieri/" TargetMode="External"/><Relationship Id="rId9" Type="http://schemas.openxmlformats.org/officeDocument/2006/relationships/hyperlink" Target="http://www.ypppt.com/zit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V="1">
            <a:off x="0" y="0"/>
            <a:ext cx="12192000" cy="6858000"/>
          </a:xfrm>
          <a:prstGeom prst="rect">
            <a:avLst/>
          </a:prstGeom>
        </p:spPr>
      </p:pic>
      <p:pic>
        <p:nvPicPr>
          <p:cNvPr id="4" name="图片 3"/>
          <p:cNvPicPr>
            <a:picLocks noChangeAspect="1"/>
          </p:cNvPicPr>
          <p:nvPr/>
        </p:nvPicPr>
        <p:blipFill>
          <a:blip r:embed="rId4" cstate="print">
            <a:biLevel thresh="25000"/>
            <a:extLst>
              <a:ext uri="{28A0092B-C50C-407E-A947-70E740481C1C}">
                <a14:useLocalDpi xmlns:a14="http://schemas.microsoft.com/office/drawing/2010/main" val="0"/>
              </a:ext>
            </a:extLst>
          </a:blip>
          <a:srcRect/>
          <a:stretch/>
        </p:blipFill>
        <p:spPr>
          <a:xfrm>
            <a:off x="3677480" y="0"/>
            <a:ext cx="4837040" cy="6723254"/>
          </a:xfrm>
          <a:prstGeom prst="rect">
            <a:avLst/>
          </a:prstGeom>
        </p:spPr>
      </p:pic>
      <p:grpSp>
        <p:nvGrpSpPr>
          <p:cNvPr id="2" name="组合 1">
            <a:extLst>
              <a:ext uri="{FF2B5EF4-FFF2-40B4-BE49-F238E27FC236}">
                <a16:creationId xmlns:a16="http://schemas.microsoft.com/office/drawing/2014/main" id="{1E9AB4F3-E437-4EDB-BD51-59E749273FA5}"/>
              </a:ext>
            </a:extLst>
          </p:cNvPr>
          <p:cNvGrpSpPr/>
          <p:nvPr/>
        </p:nvGrpSpPr>
        <p:grpSpPr>
          <a:xfrm>
            <a:off x="1002328" y="2665464"/>
            <a:ext cx="9944668" cy="1527072"/>
            <a:chOff x="1002328" y="2872407"/>
            <a:chExt cx="9944668" cy="1527072"/>
          </a:xfrm>
        </p:grpSpPr>
        <p:sp>
          <p:nvSpPr>
            <p:cNvPr id="12" name="文本框 11"/>
            <p:cNvSpPr txBox="1"/>
            <p:nvPr/>
          </p:nvSpPr>
          <p:spPr>
            <a:xfrm>
              <a:off x="1002328" y="2872407"/>
              <a:ext cx="9944668" cy="923330"/>
            </a:xfrm>
            <a:prstGeom prst="rect">
              <a:avLst/>
            </a:prstGeom>
            <a:noFill/>
          </p:spPr>
          <p:txBody>
            <a:bodyPr wrap="square" rtlCol="0">
              <a:spAutoFit/>
            </a:bodyPr>
            <a:lstStyle/>
            <a:p>
              <a:pPr algn="ctr"/>
              <a:r>
                <a:rPr lang="zh-CN" altLang="en-US" sz="5400" dirty="0">
                  <a:solidFill>
                    <a:schemeClr val="bg1"/>
                  </a:solidFill>
                  <a:cs typeface="+mn-ea"/>
                  <a:sym typeface="+mn-lt"/>
                </a:rPr>
                <a:t>基于深度学习的文本摘要</a:t>
              </a:r>
            </a:p>
          </p:txBody>
        </p:sp>
        <p:sp>
          <p:nvSpPr>
            <p:cNvPr id="168" name="文本框 167"/>
            <p:cNvSpPr txBox="1"/>
            <p:nvPr/>
          </p:nvSpPr>
          <p:spPr>
            <a:xfrm>
              <a:off x="1700910" y="3849098"/>
              <a:ext cx="8547504" cy="400110"/>
            </a:xfrm>
            <a:prstGeom prst="rect">
              <a:avLst/>
            </a:prstGeom>
            <a:noFill/>
          </p:spPr>
          <p:txBody>
            <a:bodyPr wrap="square" rtlCol="0">
              <a:spAutoFit/>
            </a:bodyPr>
            <a:lstStyle/>
            <a:p>
              <a:pPr algn="ctr"/>
              <a:r>
                <a:rPr lang="zh-CN" altLang="en-US" sz="2000" dirty="0">
                  <a:solidFill>
                    <a:schemeClr val="bg1"/>
                  </a:solidFill>
                  <a:cs typeface="+mn-ea"/>
                  <a:sym typeface="+mn-lt"/>
                </a:rPr>
                <a:t>创新项目答辩</a:t>
              </a:r>
            </a:p>
          </p:txBody>
        </p:sp>
        <p:cxnSp>
          <p:nvCxnSpPr>
            <p:cNvPr id="7" name="直接连接符 6"/>
            <p:cNvCxnSpPr/>
            <p:nvPr/>
          </p:nvCxnSpPr>
          <p:spPr>
            <a:xfrm>
              <a:off x="1729483" y="4399479"/>
              <a:ext cx="8547504" cy="0"/>
            </a:xfrm>
            <a:prstGeom prst="line">
              <a:avLst/>
            </a:prstGeom>
            <a:ln>
              <a:gradFill>
                <a:gsLst>
                  <a:gs pos="0">
                    <a:schemeClr val="bg1">
                      <a:alpha val="0"/>
                    </a:schemeClr>
                  </a:gs>
                  <a:gs pos="50000">
                    <a:schemeClr val="bg1"/>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sp>
        <p:nvSpPr>
          <p:cNvPr id="9" name="文本框 8">
            <a:extLst>
              <a:ext uri="{FF2B5EF4-FFF2-40B4-BE49-F238E27FC236}">
                <a16:creationId xmlns:a16="http://schemas.microsoft.com/office/drawing/2014/main" id="{1C989846-B3D7-4F2C-B8C6-4C554C2EACAC}"/>
              </a:ext>
            </a:extLst>
          </p:cNvPr>
          <p:cNvSpPr txBox="1"/>
          <p:nvPr/>
        </p:nvSpPr>
        <p:spPr>
          <a:xfrm>
            <a:off x="8350898" y="4758612"/>
            <a:ext cx="2724539" cy="923330"/>
          </a:xfrm>
          <a:prstGeom prst="rect">
            <a:avLst/>
          </a:prstGeom>
          <a:noFill/>
        </p:spPr>
        <p:txBody>
          <a:bodyPr wrap="square" rtlCol="0">
            <a:spAutoFit/>
          </a:bodyPr>
          <a:lstStyle/>
          <a:p>
            <a:r>
              <a:rPr lang="zh-CN" altLang="en-US" dirty="0">
                <a:solidFill>
                  <a:schemeClr val="bg1"/>
                </a:solidFill>
              </a:rPr>
              <a:t>田云龙 </a:t>
            </a:r>
            <a:r>
              <a:rPr lang="en-US" altLang="zh-CN" dirty="0">
                <a:solidFill>
                  <a:schemeClr val="bg1"/>
                </a:solidFill>
              </a:rPr>
              <a:t>1752248</a:t>
            </a:r>
          </a:p>
          <a:p>
            <a:r>
              <a:rPr lang="zh-CN" altLang="en-US" dirty="0">
                <a:solidFill>
                  <a:schemeClr val="bg1"/>
                </a:solidFill>
              </a:rPr>
              <a:t>方若岩 </a:t>
            </a:r>
            <a:r>
              <a:rPr lang="en-US" altLang="zh-CN" dirty="0">
                <a:solidFill>
                  <a:schemeClr val="bg1"/>
                </a:solidFill>
              </a:rPr>
              <a:t>1752542</a:t>
            </a:r>
          </a:p>
          <a:p>
            <a:r>
              <a:rPr lang="zh-CN" altLang="en-US" dirty="0">
                <a:solidFill>
                  <a:schemeClr val="bg1"/>
                </a:solidFill>
              </a:rPr>
              <a:t>胡耘博 </a:t>
            </a:r>
            <a:r>
              <a:rPr lang="en-US" altLang="zh-CN" dirty="0">
                <a:solidFill>
                  <a:schemeClr val="bg1"/>
                </a:solidFill>
              </a:rPr>
              <a:t>1753684</a:t>
            </a:r>
            <a:endParaRPr lang="zh-CN" altLang="en-US" dirty="0">
              <a:solidFill>
                <a:schemeClr val="bg1"/>
              </a:solidFill>
            </a:endParaRPr>
          </a:p>
        </p:txBody>
      </p:sp>
    </p:spTree>
    <p:extLst>
      <p:ext uri="{BB962C8B-B14F-4D97-AF65-F5344CB8AC3E}">
        <p14:creationId xmlns:p14="http://schemas.microsoft.com/office/powerpoint/2010/main" val="380690888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9" presetClass="entr" presetSubtype="0" fill="hold" nodeType="withEffect">
                                  <p:childTnLst>
                                    <p:set>
                                      <p:cBhvr>
                                        <p:cTn id="6" dur="1" fill="hold">
                                          <p:stCondLst>
                                            <p:cond delay="0"/>
                                          </p:stCondLst>
                                        </p:cTn>
                                        <p:tgtEl>
                                          <p:spTgt spid="4"/>
                                        </p:tgtEl>
                                        <p:attrNameLst>
                                          <p:attrName>style.visibility</p:attrName>
                                        </p:attrNameLst>
                                      </p:cBhvr>
                                      <p:to>
                                        <p:strVal val="visible"/>
                                      </p:to>
                                    </p:set>
                                    <p:animEffect transition="in" filter="dissolve">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占位符 12"/>
          <p:cNvSpPr>
            <a:spLocks noGrp="1"/>
          </p:cNvSpPr>
          <p:nvPr>
            <p:ph type="body" sz="quarter" idx="10"/>
          </p:nvPr>
        </p:nvSpPr>
        <p:spPr>
          <a:xfrm>
            <a:off x="1151848" y="3551001"/>
            <a:ext cx="2665953" cy="757130"/>
          </a:xfrm>
        </p:spPr>
        <p:txBody>
          <a:bodyPr/>
          <a:lstStyle/>
          <a:p>
            <a:r>
              <a:rPr lang="en-US" altLang="zh-CN" dirty="0"/>
              <a:t>1.</a:t>
            </a:r>
            <a:r>
              <a:rPr lang="zh-CN" altLang="en-US" dirty="0"/>
              <a:t>依存关系标注</a:t>
            </a:r>
          </a:p>
        </p:txBody>
      </p:sp>
      <p:sp>
        <p:nvSpPr>
          <p:cNvPr id="14" name="文本占位符 13"/>
          <p:cNvSpPr>
            <a:spLocks noGrp="1"/>
          </p:cNvSpPr>
          <p:nvPr>
            <p:ph type="body" sz="quarter" idx="11"/>
          </p:nvPr>
        </p:nvSpPr>
        <p:spPr>
          <a:xfrm>
            <a:off x="3785626" y="3715288"/>
            <a:ext cx="1800000" cy="424732"/>
          </a:xfrm>
        </p:spPr>
        <p:txBody>
          <a:bodyPr/>
          <a:lstStyle/>
          <a:p>
            <a:r>
              <a:rPr lang="en-US" altLang="zh-CN" dirty="0"/>
              <a:t>2.</a:t>
            </a:r>
            <a:r>
              <a:rPr lang="zh-CN" altLang="en-US" dirty="0"/>
              <a:t>模型搭建</a:t>
            </a:r>
          </a:p>
        </p:txBody>
      </p:sp>
      <p:sp>
        <p:nvSpPr>
          <p:cNvPr id="15" name="文本占位符 14"/>
          <p:cNvSpPr>
            <a:spLocks noGrp="1"/>
          </p:cNvSpPr>
          <p:nvPr>
            <p:ph type="body" sz="quarter" idx="12"/>
          </p:nvPr>
        </p:nvSpPr>
        <p:spPr>
          <a:xfrm>
            <a:off x="1278439" y="4308131"/>
            <a:ext cx="1800000" cy="424732"/>
          </a:xfrm>
        </p:spPr>
        <p:txBody>
          <a:bodyPr/>
          <a:lstStyle/>
          <a:p>
            <a:r>
              <a:rPr lang="en-US" altLang="zh-CN" dirty="0"/>
              <a:t>3.</a:t>
            </a:r>
            <a:r>
              <a:rPr lang="zh-CN" altLang="en-US" dirty="0"/>
              <a:t>模型训练</a:t>
            </a:r>
          </a:p>
        </p:txBody>
      </p:sp>
      <p:sp>
        <p:nvSpPr>
          <p:cNvPr id="16" name="文本占位符 15"/>
          <p:cNvSpPr>
            <a:spLocks noGrp="1"/>
          </p:cNvSpPr>
          <p:nvPr>
            <p:ph type="body" sz="quarter" idx="13"/>
          </p:nvPr>
        </p:nvSpPr>
        <p:spPr>
          <a:xfrm>
            <a:off x="3785626" y="4184876"/>
            <a:ext cx="2428562" cy="757130"/>
          </a:xfrm>
        </p:spPr>
        <p:txBody>
          <a:bodyPr/>
          <a:lstStyle/>
          <a:p>
            <a:r>
              <a:rPr lang="en-US" altLang="zh-CN" dirty="0"/>
              <a:t>4.</a:t>
            </a:r>
            <a:r>
              <a:rPr lang="zh-CN" altLang="en-US" dirty="0"/>
              <a:t>前端界面设计</a:t>
            </a:r>
          </a:p>
        </p:txBody>
      </p:sp>
      <p:sp>
        <p:nvSpPr>
          <p:cNvPr id="17" name="文本占位符 16"/>
          <p:cNvSpPr>
            <a:spLocks noGrp="1"/>
          </p:cNvSpPr>
          <p:nvPr>
            <p:ph type="body" sz="quarter" idx="14"/>
          </p:nvPr>
        </p:nvSpPr>
        <p:spPr>
          <a:xfrm>
            <a:off x="2160543" y="2607181"/>
            <a:ext cx="2519362" cy="535531"/>
          </a:xfrm>
        </p:spPr>
        <p:txBody>
          <a:bodyPr/>
          <a:lstStyle/>
          <a:p>
            <a:r>
              <a:rPr lang="zh-CN" altLang="en-US" dirty="0">
                <a:cs typeface="+mn-ea"/>
                <a:sym typeface="+mn-lt"/>
              </a:rPr>
              <a:t>目录</a:t>
            </a:r>
          </a:p>
        </p:txBody>
      </p:sp>
      <p:sp>
        <p:nvSpPr>
          <p:cNvPr id="18" name="文本占位符 17"/>
          <p:cNvSpPr>
            <a:spLocks noGrp="1"/>
          </p:cNvSpPr>
          <p:nvPr>
            <p:ph type="body" sz="quarter" idx="15"/>
          </p:nvPr>
        </p:nvSpPr>
        <p:spPr>
          <a:xfrm>
            <a:off x="2150224" y="3142712"/>
            <a:ext cx="2540000" cy="313932"/>
          </a:xfrm>
        </p:spPr>
        <p:txBody>
          <a:bodyPr/>
          <a:lstStyle/>
          <a:p>
            <a:r>
              <a:rPr lang="en-US" altLang="zh-CN" dirty="0">
                <a:latin typeface="+mn-ea"/>
                <a:cs typeface="+mn-ea"/>
                <a:sym typeface="+mn-lt"/>
              </a:rPr>
              <a:t>CONTENTS</a:t>
            </a:r>
            <a:endParaRPr lang="zh-CN" altLang="en-US" dirty="0">
              <a:latin typeface="+mn-ea"/>
              <a:cs typeface="+mn-ea"/>
              <a:sym typeface="+mn-lt"/>
            </a:endParaRPr>
          </a:p>
        </p:txBody>
      </p:sp>
    </p:spTree>
    <p:extLst>
      <p:ext uri="{BB962C8B-B14F-4D97-AF65-F5344CB8AC3E}">
        <p14:creationId xmlns:p14="http://schemas.microsoft.com/office/powerpoint/2010/main" val="3405954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85520" y="51558"/>
            <a:ext cx="1620957" cy="523220"/>
          </a:xfrm>
        </p:spPr>
        <p:txBody>
          <a:bodyPr/>
          <a:lstStyle/>
          <a:p>
            <a:r>
              <a:rPr lang="zh-CN" altLang="en-US" dirty="0"/>
              <a:t>依存关系</a:t>
            </a:r>
          </a:p>
        </p:txBody>
      </p:sp>
      <p:sp>
        <p:nvSpPr>
          <p:cNvPr id="3" name="矩形 2"/>
          <p:cNvSpPr/>
          <p:nvPr/>
        </p:nvSpPr>
        <p:spPr>
          <a:xfrm>
            <a:off x="943585" y="2169808"/>
            <a:ext cx="5684599" cy="2998065"/>
          </a:xfrm>
          <a:prstGeom prst="rect">
            <a:avLst/>
          </a:prstGeom>
        </p:spPr>
        <p:txBody>
          <a:bodyPr wrap="square">
            <a:spAutoFit/>
          </a:bodyPr>
          <a:lstStyle/>
          <a:p>
            <a:pPr>
              <a:lnSpc>
                <a:spcPct val="125000"/>
              </a:lnSpc>
            </a:pPr>
            <a:r>
              <a:rPr lang="zh-CN" altLang="en-US" sz="2400" b="1" dirty="0">
                <a:solidFill>
                  <a:schemeClr val="accent1"/>
                </a:solidFill>
                <a:latin typeface="微软雅黑" pitchFamily="34" charset="-122"/>
                <a:ea typeface="微软雅黑" pitchFamily="34" charset="-122"/>
              </a:rPr>
              <a:t>进度安排</a:t>
            </a:r>
            <a:endParaRPr lang="en-US" altLang="zh-CN" sz="2400" b="1" dirty="0">
              <a:solidFill>
                <a:schemeClr val="accent1"/>
              </a:solidFill>
              <a:latin typeface="微软雅黑" pitchFamily="34" charset="-122"/>
              <a:ea typeface="微软雅黑" pitchFamily="34" charset="-122"/>
            </a:endParaRPr>
          </a:p>
          <a:p>
            <a:pPr>
              <a:lnSpc>
                <a:spcPct val="150000"/>
              </a:lnSpc>
            </a:pPr>
            <a:r>
              <a:rPr lang="en-US" altLang="zh-CN" dirty="0"/>
              <a:t>1</a:t>
            </a:r>
            <a:r>
              <a:rPr lang="zh-CN" altLang="zh-CN" dirty="0"/>
              <a:t>、对一个文本进行基本的分句</a:t>
            </a:r>
          </a:p>
          <a:p>
            <a:pPr>
              <a:lnSpc>
                <a:spcPct val="150000"/>
              </a:lnSpc>
            </a:pPr>
            <a:r>
              <a:rPr lang="en-US" altLang="zh-CN" dirty="0"/>
              <a:t>2</a:t>
            </a:r>
            <a:r>
              <a:rPr lang="zh-CN" altLang="zh-CN" dirty="0"/>
              <a:t>、在分句的基础上对文本的词语进行词性标注</a:t>
            </a:r>
          </a:p>
          <a:p>
            <a:pPr>
              <a:lnSpc>
                <a:spcPct val="150000"/>
              </a:lnSpc>
            </a:pPr>
            <a:r>
              <a:rPr lang="en-US" altLang="zh-CN" dirty="0"/>
              <a:t>3</a:t>
            </a:r>
            <a:r>
              <a:rPr lang="zh-CN" altLang="zh-CN" dirty="0"/>
              <a:t>、根据词性标注提取句中重要的成分</a:t>
            </a:r>
          </a:p>
          <a:p>
            <a:pPr>
              <a:lnSpc>
                <a:spcPct val="150000"/>
              </a:lnSpc>
            </a:pPr>
            <a:r>
              <a:rPr lang="en-US" altLang="zh-CN" dirty="0"/>
              <a:t>4</a:t>
            </a:r>
            <a:r>
              <a:rPr lang="zh-CN" altLang="zh-CN" dirty="0"/>
              <a:t>、通过分辨去除干扰词汇优化提取结果</a:t>
            </a:r>
          </a:p>
          <a:p>
            <a:pPr>
              <a:lnSpc>
                <a:spcPct val="150000"/>
              </a:lnSpc>
            </a:pPr>
            <a:r>
              <a:rPr lang="en-US" altLang="zh-CN" dirty="0"/>
              <a:t>5</a:t>
            </a:r>
            <a:r>
              <a:rPr lang="zh-CN" altLang="zh-CN" dirty="0"/>
              <a:t>、根据变化句式的需求来提取句中成分，并组合成句</a:t>
            </a:r>
          </a:p>
          <a:p>
            <a:pPr>
              <a:lnSpc>
                <a:spcPct val="150000"/>
              </a:lnSpc>
            </a:pPr>
            <a:r>
              <a:rPr lang="en-US" altLang="zh-CN" dirty="0"/>
              <a:t>6</a:t>
            </a:r>
            <a:r>
              <a:rPr lang="zh-CN" altLang="zh-CN" dirty="0"/>
              <a:t>、增加判断条件优化分句组合结果</a:t>
            </a:r>
          </a:p>
        </p:txBody>
      </p:sp>
      <p:pic>
        <p:nvPicPr>
          <p:cNvPr id="7" name="图片 6">
            <a:extLst>
              <a:ext uri="{FF2B5EF4-FFF2-40B4-BE49-F238E27FC236}">
                <a16:creationId xmlns:a16="http://schemas.microsoft.com/office/drawing/2014/main" id="{104D4AD9-80BF-433F-A5D0-D729D71E3449}"/>
              </a:ext>
            </a:extLst>
          </p:cNvPr>
          <p:cNvPicPr>
            <a:picLocks noChangeAspect="1"/>
          </p:cNvPicPr>
          <p:nvPr/>
        </p:nvPicPr>
        <p:blipFill>
          <a:blip r:embed="rId3"/>
          <a:stretch>
            <a:fillRect/>
          </a:stretch>
        </p:blipFill>
        <p:spPr>
          <a:xfrm>
            <a:off x="6906477" y="2169808"/>
            <a:ext cx="4996776" cy="2998065"/>
          </a:xfrm>
          <a:prstGeom prst="rect">
            <a:avLst/>
          </a:prstGeom>
        </p:spPr>
      </p:pic>
    </p:spTree>
    <p:extLst>
      <p:ext uri="{BB962C8B-B14F-4D97-AF65-F5344CB8AC3E}">
        <p14:creationId xmlns:p14="http://schemas.microsoft.com/office/powerpoint/2010/main" val="274909685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iterate type="lt">
                                    <p:tmPct val="3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85523" y="51558"/>
            <a:ext cx="1620957" cy="523220"/>
          </a:xfrm>
        </p:spPr>
        <p:txBody>
          <a:bodyPr/>
          <a:lstStyle/>
          <a:p>
            <a:r>
              <a:rPr lang="zh-CN" altLang="en-US" dirty="0"/>
              <a:t>主要问题</a:t>
            </a:r>
          </a:p>
        </p:txBody>
      </p:sp>
      <p:sp>
        <p:nvSpPr>
          <p:cNvPr id="17" name="千图PPT彼岸天：ID 8661124库_任意多边形 36">
            <a:extLst>
              <a:ext uri="{FF2B5EF4-FFF2-40B4-BE49-F238E27FC236}">
                <a16:creationId xmlns:a16="http://schemas.microsoft.com/office/drawing/2014/main" id="{51E8CCC7-65D1-435B-BB6B-84D33705FCA9}"/>
              </a:ext>
            </a:extLst>
          </p:cNvPr>
          <p:cNvSpPr/>
          <p:nvPr>
            <p:custDataLst>
              <p:tags r:id="rId1"/>
            </p:custDataLst>
          </p:nvPr>
        </p:nvSpPr>
        <p:spPr bwMode="auto">
          <a:xfrm>
            <a:off x="4913640" y="3096986"/>
            <a:ext cx="2455980" cy="2576455"/>
          </a:xfrm>
          <a:custGeom>
            <a:avLst/>
            <a:gdLst>
              <a:gd name="T0" fmla="*/ 1111 w 1136"/>
              <a:gd name="T1" fmla="*/ 196 h 1193"/>
              <a:gd name="T2" fmla="*/ 1006 w 1136"/>
              <a:gd name="T3" fmla="*/ 399 h 1193"/>
              <a:gd name="T4" fmla="*/ 843 w 1136"/>
              <a:gd name="T5" fmla="*/ 688 h 1193"/>
              <a:gd name="T6" fmla="*/ 837 w 1136"/>
              <a:gd name="T7" fmla="*/ 760 h 1193"/>
              <a:gd name="T8" fmla="*/ 299 w 1136"/>
              <a:gd name="T9" fmla="*/ 760 h 1193"/>
              <a:gd name="T10" fmla="*/ 293 w 1136"/>
              <a:gd name="T11" fmla="*/ 688 h 1193"/>
              <a:gd name="T12" fmla="*/ 130 w 1136"/>
              <a:gd name="T13" fmla="*/ 399 h 1193"/>
              <a:gd name="T14" fmla="*/ 24 w 1136"/>
              <a:gd name="T15" fmla="*/ 196 h 1193"/>
              <a:gd name="T16" fmla="*/ 0 w 1136"/>
              <a:gd name="T17" fmla="*/ 21 h 1193"/>
              <a:gd name="T18" fmla="*/ 3 w 1136"/>
              <a:gd name="T19" fmla="*/ 55 h 1193"/>
              <a:gd name="T20" fmla="*/ 101 w 1136"/>
              <a:gd name="T21" fmla="*/ 323 h 1193"/>
              <a:gd name="T22" fmla="*/ 314 w 1136"/>
              <a:gd name="T23" fmla="*/ 632 h 1193"/>
              <a:gd name="T24" fmla="*/ 335 w 1136"/>
              <a:gd name="T25" fmla="*/ 710 h 1193"/>
              <a:gd name="T26" fmla="*/ 452 w 1136"/>
              <a:gd name="T27" fmla="*/ 790 h 1193"/>
              <a:gd name="T28" fmla="*/ 445 w 1136"/>
              <a:gd name="T29" fmla="*/ 724 h 1193"/>
              <a:gd name="T30" fmla="*/ 279 w 1136"/>
              <a:gd name="T31" fmla="*/ 456 h 1193"/>
              <a:gd name="T32" fmla="*/ 202 w 1136"/>
              <a:gd name="T33" fmla="*/ 311 h 1193"/>
              <a:gd name="T34" fmla="*/ 179 w 1136"/>
              <a:gd name="T35" fmla="*/ 166 h 1193"/>
              <a:gd name="T36" fmla="*/ 181 w 1136"/>
              <a:gd name="T37" fmla="*/ 166 h 1193"/>
              <a:gd name="T38" fmla="*/ 211 w 1136"/>
              <a:gd name="T39" fmla="*/ 308 h 1193"/>
              <a:gd name="T40" fmla="*/ 294 w 1136"/>
              <a:gd name="T41" fmla="*/ 445 h 1193"/>
              <a:gd name="T42" fmla="*/ 481 w 1136"/>
              <a:gd name="T43" fmla="*/ 715 h 1193"/>
              <a:gd name="T44" fmla="*/ 493 w 1136"/>
              <a:gd name="T45" fmla="*/ 789 h 1193"/>
              <a:gd name="T46" fmla="*/ 486 w 1136"/>
              <a:gd name="T47" fmla="*/ 589 h 1193"/>
              <a:gd name="T48" fmla="*/ 394 w 1136"/>
              <a:gd name="T49" fmla="*/ 410 h 1193"/>
              <a:gd name="T50" fmla="*/ 336 w 1136"/>
              <a:gd name="T51" fmla="*/ 230 h 1193"/>
              <a:gd name="T52" fmla="*/ 328 w 1136"/>
              <a:gd name="T53" fmla="*/ 111 h 1193"/>
              <a:gd name="T54" fmla="*/ 361 w 1136"/>
              <a:gd name="T55" fmla="*/ 290 h 1193"/>
              <a:gd name="T56" fmla="*/ 415 w 1136"/>
              <a:gd name="T57" fmla="*/ 412 h 1193"/>
              <a:gd name="T58" fmla="*/ 573 w 1136"/>
              <a:gd name="T59" fmla="*/ 721 h 1193"/>
              <a:gd name="T60" fmla="*/ 585 w 1136"/>
              <a:gd name="T61" fmla="*/ 692 h 1193"/>
              <a:gd name="T62" fmla="*/ 645 w 1136"/>
              <a:gd name="T63" fmla="*/ 335 h 1193"/>
              <a:gd name="T64" fmla="*/ 671 w 1136"/>
              <a:gd name="T65" fmla="*/ 78 h 1193"/>
              <a:gd name="T66" fmla="*/ 675 w 1136"/>
              <a:gd name="T67" fmla="*/ 117 h 1193"/>
              <a:gd name="T68" fmla="*/ 653 w 1136"/>
              <a:gd name="T69" fmla="*/ 414 h 1193"/>
              <a:gd name="T70" fmla="*/ 619 w 1136"/>
              <a:gd name="T71" fmla="*/ 722 h 1193"/>
              <a:gd name="T72" fmla="*/ 680 w 1136"/>
              <a:gd name="T73" fmla="*/ 770 h 1193"/>
              <a:gd name="T74" fmla="*/ 838 w 1136"/>
              <a:gd name="T75" fmla="*/ 426 h 1193"/>
              <a:gd name="T76" fmla="*/ 886 w 1136"/>
              <a:gd name="T77" fmla="*/ 344 h 1193"/>
              <a:gd name="T78" fmla="*/ 929 w 1136"/>
              <a:gd name="T79" fmla="*/ 238 h 1193"/>
              <a:gd name="T80" fmla="*/ 950 w 1136"/>
              <a:gd name="T81" fmla="*/ 143 h 1193"/>
              <a:gd name="T82" fmla="*/ 958 w 1136"/>
              <a:gd name="T83" fmla="*/ 96 h 1193"/>
              <a:gd name="T84" fmla="*/ 947 w 1136"/>
              <a:gd name="T85" fmla="*/ 200 h 1193"/>
              <a:gd name="T86" fmla="*/ 921 w 1136"/>
              <a:gd name="T87" fmla="*/ 299 h 1193"/>
              <a:gd name="T88" fmla="*/ 879 w 1136"/>
              <a:gd name="T89" fmla="*/ 394 h 1193"/>
              <a:gd name="T90" fmla="*/ 719 w 1136"/>
              <a:gd name="T91" fmla="*/ 784 h 1193"/>
              <a:gd name="T92" fmla="*/ 805 w 1136"/>
              <a:gd name="T93" fmla="*/ 687 h 1193"/>
              <a:gd name="T94" fmla="*/ 894 w 1136"/>
              <a:gd name="T95" fmla="*/ 511 h 1193"/>
              <a:gd name="T96" fmla="*/ 1074 w 1136"/>
              <a:gd name="T97" fmla="*/ 258 h 1193"/>
              <a:gd name="T98" fmla="*/ 1134 w 1136"/>
              <a:gd name="T99" fmla="*/ 36 h 1193"/>
              <a:gd name="T100" fmla="*/ 1135 w 1136"/>
              <a:gd name="T101" fmla="*/ 36 h 1193"/>
              <a:gd name="T102" fmla="*/ 833 w 1136"/>
              <a:gd name="T103" fmla="*/ 887 h 1193"/>
              <a:gd name="T104" fmla="*/ 302 w 1136"/>
              <a:gd name="T105" fmla="*/ 987 h 1193"/>
              <a:gd name="T106" fmla="*/ 568 w 1136"/>
              <a:gd name="T107" fmla="*/ 1101 h 1193"/>
              <a:gd name="T108" fmla="*/ 725 w 1136"/>
              <a:gd name="T109" fmla="*/ 1135 h 1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36" h="1193">
                <a:moveTo>
                  <a:pt x="1135" y="36"/>
                </a:moveTo>
                <a:cubicBezTo>
                  <a:pt x="1135" y="42"/>
                  <a:pt x="1135" y="49"/>
                  <a:pt x="1135" y="56"/>
                </a:cubicBezTo>
                <a:cubicBezTo>
                  <a:pt x="1134" y="63"/>
                  <a:pt x="1134" y="70"/>
                  <a:pt x="1133" y="78"/>
                </a:cubicBezTo>
                <a:cubicBezTo>
                  <a:pt x="1133" y="86"/>
                  <a:pt x="1131" y="95"/>
                  <a:pt x="1130" y="104"/>
                </a:cubicBezTo>
                <a:cubicBezTo>
                  <a:pt x="1129" y="113"/>
                  <a:pt x="1128" y="123"/>
                  <a:pt x="1126" y="133"/>
                </a:cubicBezTo>
                <a:cubicBezTo>
                  <a:pt x="1122" y="152"/>
                  <a:pt x="1118" y="174"/>
                  <a:pt x="1111" y="196"/>
                </a:cubicBezTo>
                <a:cubicBezTo>
                  <a:pt x="1104" y="218"/>
                  <a:pt x="1096" y="241"/>
                  <a:pt x="1086" y="264"/>
                </a:cubicBezTo>
                <a:cubicBezTo>
                  <a:pt x="1075" y="287"/>
                  <a:pt x="1063" y="310"/>
                  <a:pt x="1049" y="332"/>
                </a:cubicBezTo>
                <a:cubicBezTo>
                  <a:pt x="1046" y="338"/>
                  <a:pt x="1042" y="344"/>
                  <a:pt x="1039" y="349"/>
                </a:cubicBezTo>
                <a:cubicBezTo>
                  <a:pt x="1037" y="352"/>
                  <a:pt x="1035" y="355"/>
                  <a:pt x="1033" y="358"/>
                </a:cubicBezTo>
                <a:cubicBezTo>
                  <a:pt x="1028" y="366"/>
                  <a:pt x="1028" y="366"/>
                  <a:pt x="1028" y="366"/>
                </a:cubicBezTo>
                <a:cubicBezTo>
                  <a:pt x="1020" y="377"/>
                  <a:pt x="1013" y="388"/>
                  <a:pt x="1006" y="399"/>
                </a:cubicBezTo>
                <a:cubicBezTo>
                  <a:pt x="976" y="444"/>
                  <a:pt x="944" y="487"/>
                  <a:pt x="917" y="528"/>
                </a:cubicBezTo>
                <a:cubicBezTo>
                  <a:pt x="889" y="569"/>
                  <a:pt x="867" y="608"/>
                  <a:pt x="855" y="644"/>
                </a:cubicBezTo>
                <a:cubicBezTo>
                  <a:pt x="853" y="649"/>
                  <a:pt x="852" y="653"/>
                  <a:pt x="851" y="658"/>
                </a:cubicBezTo>
                <a:cubicBezTo>
                  <a:pt x="849" y="662"/>
                  <a:pt x="848" y="666"/>
                  <a:pt x="847" y="670"/>
                </a:cubicBezTo>
                <a:cubicBezTo>
                  <a:pt x="846" y="674"/>
                  <a:pt x="845" y="678"/>
                  <a:pt x="844" y="682"/>
                </a:cubicBezTo>
                <a:cubicBezTo>
                  <a:pt x="844" y="684"/>
                  <a:pt x="843" y="686"/>
                  <a:pt x="843" y="688"/>
                </a:cubicBezTo>
                <a:cubicBezTo>
                  <a:pt x="842" y="690"/>
                  <a:pt x="842" y="692"/>
                  <a:pt x="842" y="694"/>
                </a:cubicBezTo>
                <a:cubicBezTo>
                  <a:pt x="841" y="702"/>
                  <a:pt x="839" y="709"/>
                  <a:pt x="839" y="715"/>
                </a:cubicBezTo>
                <a:cubicBezTo>
                  <a:pt x="838" y="722"/>
                  <a:pt x="838" y="728"/>
                  <a:pt x="837" y="733"/>
                </a:cubicBezTo>
                <a:cubicBezTo>
                  <a:pt x="837" y="736"/>
                  <a:pt x="837" y="738"/>
                  <a:pt x="837" y="741"/>
                </a:cubicBezTo>
                <a:cubicBezTo>
                  <a:pt x="837" y="743"/>
                  <a:pt x="837" y="746"/>
                  <a:pt x="837" y="748"/>
                </a:cubicBezTo>
                <a:cubicBezTo>
                  <a:pt x="837" y="753"/>
                  <a:pt x="837" y="756"/>
                  <a:pt x="837" y="760"/>
                </a:cubicBezTo>
                <a:cubicBezTo>
                  <a:pt x="837" y="766"/>
                  <a:pt x="837" y="769"/>
                  <a:pt x="837" y="769"/>
                </a:cubicBezTo>
                <a:cubicBezTo>
                  <a:pt x="833" y="787"/>
                  <a:pt x="833" y="787"/>
                  <a:pt x="833" y="787"/>
                </a:cubicBezTo>
                <a:cubicBezTo>
                  <a:pt x="830" y="790"/>
                  <a:pt x="761" y="853"/>
                  <a:pt x="568" y="853"/>
                </a:cubicBezTo>
                <a:cubicBezTo>
                  <a:pt x="374" y="853"/>
                  <a:pt x="305" y="790"/>
                  <a:pt x="302" y="787"/>
                </a:cubicBezTo>
                <a:cubicBezTo>
                  <a:pt x="299" y="769"/>
                  <a:pt x="299" y="769"/>
                  <a:pt x="299" y="769"/>
                </a:cubicBezTo>
                <a:cubicBezTo>
                  <a:pt x="299" y="769"/>
                  <a:pt x="299" y="766"/>
                  <a:pt x="299" y="760"/>
                </a:cubicBezTo>
                <a:cubicBezTo>
                  <a:pt x="299" y="756"/>
                  <a:pt x="299" y="753"/>
                  <a:pt x="299" y="748"/>
                </a:cubicBezTo>
                <a:cubicBezTo>
                  <a:pt x="298" y="746"/>
                  <a:pt x="298" y="743"/>
                  <a:pt x="298" y="741"/>
                </a:cubicBezTo>
                <a:cubicBezTo>
                  <a:pt x="298" y="738"/>
                  <a:pt x="298" y="736"/>
                  <a:pt x="298" y="733"/>
                </a:cubicBezTo>
                <a:cubicBezTo>
                  <a:pt x="298" y="728"/>
                  <a:pt x="297" y="722"/>
                  <a:pt x="297" y="715"/>
                </a:cubicBezTo>
                <a:cubicBezTo>
                  <a:pt x="296" y="709"/>
                  <a:pt x="295" y="702"/>
                  <a:pt x="294" y="694"/>
                </a:cubicBezTo>
                <a:cubicBezTo>
                  <a:pt x="293" y="692"/>
                  <a:pt x="293" y="690"/>
                  <a:pt x="293" y="688"/>
                </a:cubicBezTo>
                <a:cubicBezTo>
                  <a:pt x="292" y="686"/>
                  <a:pt x="292" y="684"/>
                  <a:pt x="291" y="682"/>
                </a:cubicBezTo>
                <a:cubicBezTo>
                  <a:pt x="290" y="678"/>
                  <a:pt x="289" y="674"/>
                  <a:pt x="288" y="670"/>
                </a:cubicBezTo>
                <a:cubicBezTo>
                  <a:pt x="288" y="666"/>
                  <a:pt x="286" y="662"/>
                  <a:pt x="285" y="658"/>
                </a:cubicBezTo>
                <a:cubicBezTo>
                  <a:pt x="283" y="653"/>
                  <a:pt x="282" y="649"/>
                  <a:pt x="281" y="644"/>
                </a:cubicBezTo>
                <a:cubicBezTo>
                  <a:pt x="268" y="608"/>
                  <a:pt x="246" y="569"/>
                  <a:pt x="218" y="528"/>
                </a:cubicBezTo>
                <a:cubicBezTo>
                  <a:pt x="191" y="487"/>
                  <a:pt x="160" y="444"/>
                  <a:pt x="130" y="399"/>
                </a:cubicBezTo>
                <a:cubicBezTo>
                  <a:pt x="122" y="388"/>
                  <a:pt x="115" y="377"/>
                  <a:pt x="108" y="366"/>
                </a:cubicBezTo>
                <a:cubicBezTo>
                  <a:pt x="102" y="358"/>
                  <a:pt x="102" y="358"/>
                  <a:pt x="102" y="358"/>
                </a:cubicBezTo>
                <a:cubicBezTo>
                  <a:pt x="100" y="355"/>
                  <a:pt x="99" y="352"/>
                  <a:pt x="97" y="349"/>
                </a:cubicBezTo>
                <a:cubicBezTo>
                  <a:pt x="93" y="344"/>
                  <a:pt x="90" y="338"/>
                  <a:pt x="86" y="332"/>
                </a:cubicBezTo>
                <a:cubicBezTo>
                  <a:pt x="73" y="310"/>
                  <a:pt x="60" y="287"/>
                  <a:pt x="50" y="264"/>
                </a:cubicBezTo>
                <a:cubicBezTo>
                  <a:pt x="39" y="241"/>
                  <a:pt x="31" y="218"/>
                  <a:pt x="24" y="196"/>
                </a:cubicBezTo>
                <a:cubicBezTo>
                  <a:pt x="17" y="174"/>
                  <a:pt x="13" y="152"/>
                  <a:pt x="9" y="133"/>
                </a:cubicBezTo>
                <a:cubicBezTo>
                  <a:pt x="8" y="123"/>
                  <a:pt x="6" y="113"/>
                  <a:pt x="5" y="104"/>
                </a:cubicBezTo>
                <a:cubicBezTo>
                  <a:pt x="4" y="95"/>
                  <a:pt x="3" y="86"/>
                  <a:pt x="2" y="78"/>
                </a:cubicBezTo>
                <a:cubicBezTo>
                  <a:pt x="2" y="70"/>
                  <a:pt x="1" y="63"/>
                  <a:pt x="1" y="56"/>
                </a:cubicBezTo>
                <a:cubicBezTo>
                  <a:pt x="0" y="49"/>
                  <a:pt x="0" y="42"/>
                  <a:pt x="0" y="36"/>
                </a:cubicBezTo>
                <a:cubicBezTo>
                  <a:pt x="0" y="30"/>
                  <a:pt x="0" y="25"/>
                  <a:pt x="0" y="21"/>
                </a:cubicBezTo>
                <a:cubicBezTo>
                  <a:pt x="0" y="16"/>
                  <a:pt x="0" y="12"/>
                  <a:pt x="0" y="9"/>
                </a:cubicBezTo>
                <a:cubicBezTo>
                  <a:pt x="0" y="3"/>
                  <a:pt x="0" y="0"/>
                  <a:pt x="0" y="0"/>
                </a:cubicBezTo>
                <a:cubicBezTo>
                  <a:pt x="0" y="0"/>
                  <a:pt x="0" y="3"/>
                  <a:pt x="0" y="9"/>
                </a:cubicBezTo>
                <a:cubicBezTo>
                  <a:pt x="1" y="12"/>
                  <a:pt x="1" y="16"/>
                  <a:pt x="1" y="21"/>
                </a:cubicBezTo>
                <a:cubicBezTo>
                  <a:pt x="1" y="25"/>
                  <a:pt x="1" y="30"/>
                  <a:pt x="2" y="36"/>
                </a:cubicBezTo>
                <a:cubicBezTo>
                  <a:pt x="2" y="42"/>
                  <a:pt x="3" y="48"/>
                  <a:pt x="3" y="55"/>
                </a:cubicBezTo>
                <a:cubicBezTo>
                  <a:pt x="4" y="62"/>
                  <a:pt x="5" y="70"/>
                  <a:pt x="6" y="78"/>
                </a:cubicBezTo>
                <a:cubicBezTo>
                  <a:pt x="7" y="86"/>
                  <a:pt x="9" y="94"/>
                  <a:pt x="10" y="103"/>
                </a:cubicBezTo>
                <a:cubicBezTo>
                  <a:pt x="11" y="112"/>
                  <a:pt x="14" y="121"/>
                  <a:pt x="16" y="131"/>
                </a:cubicBezTo>
                <a:cubicBezTo>
                  <a:pt x="20" y="150"/>
                  <a:pt x="26" y="171"/>
                  <a:pt x="33" y="193"/>
                </a:cubicBezTo>
                <a:cubicBezTo>
                  <a:pt x="41" y="214"/>
                  <a:pt x="50" y="236"/>
                  <a:pt x="62" y="258"/>
                </a:cubicBezTo>
                <a:cubicBezTo>
                  <a:pt x="73" y="280"/>
                  <a:pt x="86" y="302"/>
                  <a:pt x="101" y="323"/>
                </a:cubicBezTo>
                <a:cubicBezTo>
                  <a:pt x="104" y="328"/>
                  <a:pt x="108" y="334"/>
                  <a:pt x="112" y="339"/>
                </a:cubicBezTo>
                <a:cubicBezTo>
                  <a:pt x="114" y="342"/>
                  <a:pt x="116" y="345"/>
                  <a:pt x="117" y="347"/>
                </a:cubicBezTo>
                <a:cubicBezTo>
                  <a:pt x="123" y="355"/>
                  <a:pt x="123" y="355"/>
                  <a:pt x="123" y="355"/>
                </a:cubicBezTo>
                <a:cubicBezTo>
                  <a:pt x="131" y="366"/>
                  <a:pt x="139" y="377"/>
                  <a:pt x="147" y="387"/>
                </a:cubicBezTo>
                <a:cubicBezTo>
                  <a:pt x="178" y="430"/>
                  <a:pt x="212" y="471"/>
                  <a:pt x="242" y="511"/>
                </a:cubicBezTo>
                <a:cubicBezTo>
                  <a:pt x="272" y="552"/>
                  <a:pt x="298" y="593"/>
                  <a:pt x="314" y="632"/>
                </a:cubicBezTo>
                <a:cubicBezTo>
                  <a:pt x="315" y="637"/>
                  <a:pt x="317" y="642"/>
                  <a:pt x="319" y="646"/>
                </a:cubicBezTo>
                <a:cubicBezTo>
                  <a:pt x="321" y="651"/>
                  <a:pt x="322" y="656"/>
                  <a:pt x="324" y="660"/>
                </a:cubicBezTo>
                <a:cubicBezTo>
                  <a:pt x="325" y="665"/>
                  <a:pt x="326" y="669"/>
                  <a:pt x="327" y="674"/>
                </a:cubicBezTo>
                <a:cubicBezTo>
                  <a:pt x="328" y="676"/>
                  <a:pt x="329" y="678"/>
                  <a:pt x="329" y="680"/>
                </a:cubicBezTo>
                <a:cubicBezTo>
                  <a:pt x="330" y="682"/>
                  <a:pt x="330" y="684"/>
                  <a:pt x="331" y="687"/>
                </a:cubicBezTo>
                <a:cubicBezTo>
                  <a:pt x="332" y="695"/>
                  <a:pt x="334" y="703"/>
                  <a:pt x="335" y="710"/>
                </a:cubicBezTo>
                <a:cubicBezTo>
                  <a:pt x="336" y="718"/>
                  <a:pt x="337" y="724"/>
                  <a:pt x="338" y="731"/>
                </a:cubicBezTo>
                <a:cubicBezTo>
                  <a:pt x="338" y="734"/>
                  <a:pt x="339" y="737"/>
                  <a:pt x="339" y="739"/>
                </a:cubicBezTo>
                <a:cubicBezTo>
                  <a:pt x="339" y="742"/>
                  <a:pt x="339" y="744"/>
                  <a:pt x="339" y="747"/>
                </a:cubicBezTo>
                <a:cubicBezTo>
                  <a:pt x="339" y="748"/>
                  <a:pt x="339" y="750"/>
                  <a:pt x="339" y="751"/>
                </a:cubicBezTo>
                <a:cubicBezTo>
                  <a:pt x="349" y="758"/>
                  <a:pt x="382" y="779"/>
                  <a:pt x="452" y="792"/>
                </a:cubicBezTo>
                <a:cubicBezTo>
                  <a:pt x="452" y="791"/>
                  <a:pt x="452" y="791"/>
                  <a:pt x="452" y="790"/>
                </a:cubicBezTo>
                <a:cubicBezTo>
                  <a:pt x="452" y="787"/>
                  <a:pt x="452" y="784"/>
                  <a:pt x="452" y="780"/>
                </a:cubicBezTo>
                <a:cubicBezTo>
                  <a:pt x="452" y="778"/>
                  <a:pt x="452" y="776"/>
                  <a:pt x="452" y="774"/>
                </a:cubicBezTo>
                <a:cubicBezTo>
                  <a:pt x="452" y="772"/>
                  <a:pt x="452" y="770"/>
                  <a:pt x="451" y="767"/>
                </a:cubicBezTo>
                <a:cubicBezTo>
                  <a:pt x="451" y="763"/>
                  <a:pt x="451" y="758"/>
                  <a:pt x="450" y="752"/>
                </a:cubicBezTo>
                <a:cubicBezTo>
                  <a:pt x="449" y="747"/>
                  <a:pt x="448" y="741"/>
                  <a:pt x="447" y="734"/>
                </a:cubicBezTo>
                <a:cubicBezTo>
                  <a:pt x="447" y="731"/>
                  <a:pt x="446" y="728"/>
                  <a:pt x="445" y="724"/>
                </a:cubicBezTo>
                <a:cubicBezTo>
                  <a:pt x="444" y="721"/>
                  <a:pt x="444" y="717"/>
                  <a:pt x="443" y="714"/>
                </a:cubicBezTo>
                <a:cubicBezTo>
                  <a:pt x="442" y="710"/>
                  <a:pt x="441" y="707"/>
                  <a:pt x="439" y="703"/>
                </a:cubicBezTo>
                <a:cubicBezTo>
                  <a:pt x="438" y="699"/>
                  <a:pt x="437" y="696"/>
                  <a:pt x="436" y="692"/>
                </a:cubicBezTo>
                <a:cubicBezTo>
                  <a:pt x="424" y="662"/>
                  <a:pt x="404" y="628"/>
                  <a:pt x="379" y="593"/>
                </a:cubicBezTo>
                <a:cubicBezTo>
                  <a:pt x="354" y="559"/>
                  <a:pt x="326" y="522"/>
                  <a:pt x="299" y="485"/>
                </a:cubicBezTo>
                <a:cubicBezTo>
                  <a:pt x="292" y="475"/>
                  <a:pt x="285" y="466"/>
                  <a:pt x="279" y="456"/>
                </a:cubicBezTo>
                <a:cubicBezTo>
                  <a:pt x="274" y="449"/>
                  <a:pt x="274" y="449"/>
                  <a:pt x="274" y="449"/>
                </a:cubicBezTo>
                <a:cubicBezTo>
                  <a:pt x="271" y="446"/>
                  <a:pt x="271" y="446"/>
                  <a:pt x="271" y="446"/>
                </a:cubicBezTo>
                <a:cubicBezTo>
                  <a:pt x="269" y="442"/>
                  <a:pt x="269" y="442"/>
                  <a:pt x="269" y="442"/>
                </a:cubicBezTo>
                <a:cubicBezTo>
                  <a:pt x="266" y="437"/>
                  <a:pt x="263" y="433"/>
                  <a:pt x="259" y="428"/>
                </a:cubicBezTo>
                <a:cubicBezTo>
                  <a:pt x="247" y="408"/>
                  <a:pt x="235" y="389"/>
                  <a:pt x="226" y="369"/>
                </a:cubicBezTo>
                <a:cubicBezTo>
                  <a:pt x="216" y="349"/>
                  <a:pt x="208" y="330"/>
                  <a:pt x="202" y="311"/>
                </a:cubicBezTo>
                <a:cubicBezTo>
                  <a:pt x="196" y="292"/>
                  <a:pt x="191" y="273"/>
                  <a:pt x="188" y="256"/>
                </a:cubicBezTo>
                <a:cubicBezTo>
                  <a:pt x="187" y="248"/>
                  <a:pt x="185" y="240"/>
                  <a:pt x="184" y="232"/>
                </a:cubicBezTo>
                <a:cubicBezTo>
                  <a:pt x="183" y="224"/>
                  <a:pt x="182" y="216"/>
                  <a:pt x="182" y="209"/>
                </a:cubicBezTo>
                <a:cubicBezTo>
                  <a:pt x="181" y="202"/>
                  <a:pt x="181" y="196"/>
                  <a:pt x="180" y="190"/>
                </a:cubicBezTo>
                <a:cubicBezTo>
                  <a:pt x="180" y="184"/>
                  <a:pt x="180" y="178"/>
                  <a:pt x="180" y="173"/>
                </a:cubicBezTo>
                <a:cubicBezTo>
                  <a:pt x="180" y="170"/>
                  <a:pt x="179" y="168"/>
                  <a:pt x="179" y="166"/>
                </a:cubicBezTo>
                <a:cubicBezTo>
                  <a:pt x="179" y="164"/>
                  <a:pt x="179" y="161"/>
                  <a:pt x="179" y="160"/>
                </a:cubicBezTo>
                <a:cubicBezTo>
                  <a:pt x="179" y="156"/>
                  <a:pt x="179" y="152"/>
                  <a:pt x="180" y="150"/>
                </a:cubicBezTo>
                <a:cubicBezTo>
                  <a:pt x="180" y="144"/>
                  <a:pt x="180" y="141"/>
                  <a:pt x="180" y="141"/>
                </a:cubicBezTo>
                <a:cubicBezTo>
                  <a:pt x="180" y="141"/>
                  <a:pt x="180" y="144"/>
                  <a:pt x="180" y="150"/>
                </a:cubicBezTo>
                <a:cubicBezTo>
                  <a:pt x="180" y="152"/>
                  <a:pt x="180" y="156"/>
                  <a:pt x="180" y="159"/>
                </a:cubicBezTo>
                <a:cubicBezTo>
                  <a:pt x="181" y="161"/>
                  <a:pt x="181" y="164"/>
                  <a:pt x="181" y="166"/>
                </a:cubicBezTo>
                <a:cubicBezTo>
                  <a:pt x="181" y="168"/>
                  <a:pt x="181" y="170"/>
                  <a:pt x="181" y="173"/>
                </a:cubicBezTo>
                <a:cubicBezTo>
                  <a:pt x="182" y="178"/>
                  <a:pt x="182" y="183"/>
                  <a:pt x="183" y="189"/>
                </a:cubicBezTo>
                <a:cubicBezTo>
                  <a:pt x="184" y="195"/>
                  <a:pt x="184" y="202"/>
                  <a:pt x="185" y="209"/>
                </a:cubicBezTo>
                <a:cubicBezTo>
                  <a:pt x="186" y="216"/>
                  <a:pt x="188" y="223"/>
                  <a:pt x="189" y="231"/>
                </a:cubicBezTo>
                <a:cubicBezTo>
                  <a:pt x="191" y="239"/>
                  <a:pt x="192" y="247"/>
                  <a:pt x="194" y="255"/>
                </a:cubicBezTo>
                <a:cubicBezTo>
                  <a:pt x="199" y="272"/>
                  <a:pt x="204" y="289"/>
                  <a:pt x="211" y="308"/>
                </a:cubicBezTo>
                <a:cubicBezTo>
                  <a:pt x="218" y="326"/>
                  <a:pt x="227" y="344"/>
                  <a:pt x="238" y="363"/>
                </a:cubicBezTo>
                <a:cubicBezTo>
                  <a:pt x="248" y="382"/>
                  <a:pt x="260" y="400"/>
                  <a:pt x="273" y="418"/>
                </a:cubicBezTo>
                <a:cubicBezTo>
                  <a:pt x="276" y="422"/>
                  <a:pt x="280" y="427"/>
                  <a:pt x="283" y="432"/>
                </a:cubicBezTo>
                <a:cubicBezTo>
                  <a:pt x="286" y="435"/>
                  <a:pt x="286" y="435"/>
                  <a:pt x="286" y="435"/>
                </a:cubicBezTo>
                <a:cubicBezTo>
                  <a:pt x="289" y="438"/>
                  <a:pt x="289" y="438"/>
                  <a:pt x="289" y="438"/>
                </a:cubicBezTo>
                <a:cubicBezTo>
                  <a:pt x="294" y="445"/>
                  <a:pt x="294" y="445"/>
                  <a:pt x="294" y="445"/>
                </a:cubicBezTo>
                <a:cubicBezTo>
                  <a:pt x="301" y="454"/>
                  <a:pt x="308" y="463"/>
                  <a:pt x="315" y="472"/>
                </a:cubicBezTo>
                <a:cubicBezTo>
                  <a:pt x="344" y="508"/>
                  <a:pt x="374" y="542"/>
                  <a:pt x="402" y="576"/>
                </a:cubicBezTo>
                <a:cubicBezTo>
                  <a:pt x="429" y="610"/>
                  <a:pt x="453" y="645"/>
                  <a:pt x="468" y="678"/>
                </a:cubicBezTo>
                <a:cubicBezTo>
                  <a:pt x="470" y="683"/>
                  <a:pt x="472" y="687"/>
                  <a:pt x="473" y="691"/>
                </a:cubicBezTo>
                <a:cubicBezTo>
                  <a:pt x="475" y="695"/>
                  <a:pt x="477" y="699"/>
                  <a:pt x="478" y="703"/>
                </a:cubicBezTo>
                <a:cubicBezTo>
                  <a:pt x="479" y="707"/>
                  <a:pt x="480" y="711"/>
                  <a:pt x="481" y="715"/>
                </a:cubicBezTo>
                <a:cubicBezTo>
                  <a:pt x="482" y="719"/>
                  <a:pt x="484" y="722"/>
                  <a:pt x="484" y="726"/>
                </a:cubicBezTo>
                <a:cubicBezTo>
                  <a:pt x="486" y="733"/>
                  <a:pt x="488" y="740"/>
                  <a:pt x="489" y="747"/>
                </a:cubicBezTo>
                <a:cubicBezTo>
                  <a:pt x="490" y="753"/>
                  <a:pt x="490" y="759"/>
                  <a:pt x="491" y="765"/>
                </a:cubicBezTo>
                <a:cubicBezTo>
                  <a:pt x="492" y="767"/>
                  <a:pt x="492" y="770"/>
                  <a:pt x="492" y="772"/>
                </a:cubicBezTo>
                <a:cubicBezTo>
                  <a:pt x="492" y="775"/>
                  <a:pt x="492" y="777"/>
                  <a:pt x="493" y="779"/>
                </a:cubicBezTo>
                <a:cubicBezTo>
                  <a:pt x="493" y="783"/>
                  <a:pt x="493" y="786"/>
                  <a:pt x="493" y="789"/>
                </a:cubicBezTo>
                <a:cubicBezTo>
                  <a:pt x="494" y="794"/>
                  <a:pt x="494" y="797"/>
                  <a:pt x="494" y="797"/>
                </a:cubicBezTo>
                <a:cubicBezTo>
                  <a:pt x="489" y="797"/>
                  <a:pt x="489" y="797"/>
                  <a:pt x="489" y="797"/>
                </a:cubicBezTo>
                <a:cubicBezTo>
                  <a:pt x="506" y="799"/>
                  <a:pt x="524" y="800"/>
                  <a:pt x="544" y="801"/>
                </a:cubicBezTo>
                <a:cubicBezTo>
                  <a:pt x="544" y="797"/>
                  <a:pt x="544" y="793"/>
                  <a:pt x="544" y="789"/>
                </a:cubicBezTo>
                <a:cubicBezTo>
                  <a:pt x="543" y="768"/>
                  <a:pt x="540" y="738"/>
                  <a:pt x="532" y="704"/>
                </a:cubicBezTo>
                <a:cubicBezTo>
                  <a:pt x="524" y="669"/>
                  <a:pt x="507" y="631"/>
                  <a:pt x="486" y="589"/>
                </a:cubicBezTo>
                <a:cubicBezTo>
                  <a:pt x="465" y="548"/>
                  <a:pt x="441" y="505"/>
                  <a:pt x="419" y="460"/>
                </a:cubicBezTo>
                <a:cubicBezTo>
                  <a:pt x="413" y="449"/>
                  <a:pt x="407" y="438"/>
                  <a:pt x="402" y="427"/>
                </a:cubicBezTo>
                <a:cubicBezTo>
                  <a:pt x="400" y="423"/>
                  <a:pt x="400" y="423"/>
                  <a:pt x="400" y="423"/>
                </a:cubicBezTo>
                <a:cubicBezTo>
                  <a:pt x="399" y="421"/>
                  <a:pt x="399" y="421"/>
                  <a:pt x="399" y="421"/>
                </a:cubicBezTo>
                <a:cubicBezTo>
                  <a:pt x="398" y="419"/>
                  <a:pt x="398" y="419"/>
                  <a:pt x="398" y="419"/>
                </a:cubicBezTo>
                <a:cubicBezTo>
                  <a:pt x="394" y="410"/>
                  <a:pt x="394" y="410"/>
                  <a:pt x="394" y="410"/>
                </a:cubicBezTo>
                <a:cubicBezTo>
                  <a:pt x="391" y="405"/>
                  <a:pt x="389" y="399"/>
                  <a:pt x="386" y="394"/>
                </a:cubicBezTo>
                <a:cubicBezTo>
                  <a:pt x="376" y="371"/>
                  <a:pt x="367" y="348"/>
                  <a:pt x="360" y="326"/>
                </a:cubicBezTo>
                <a:cubicBezTo>
                  <a:pt x="358" y="320"/>
                  <a:pt x="356" y="315"/>
                  <a:pt x="354" y="309"/>
                </a:cubicBezTo>
                <a:cubicBezTo>
                  <a:pt x="353" y="304"/>
                  <a:pt x="351" y="298"/>
                  <a:pt x="350" y="293"/>
                </a:cubicBezTo>
                <a:cubicBezTo>
                  <a:pt x="347" y="282"/>
                  <a:pt x="343" y="271"/>
                  <a:pt x="342" y="261"/>
                </a:cubicBezTo>
                <a:cubicBezTo>
                  <a:pt x="340" y="250"/>
                  <a:pt x="338" y="240"/>
                  <a:pt x="336" y="230"/>
                </a:cubicBezTo>
                <a:cubicBezTo>
                  <a:pt x="334" y="220"/>
                  <a:pt x="333" y="210"/>
                  <a:pt x="332" y="201"/>
                </a:cubicBezTo>
                <a:cubicBezTo>
                  <a:pt x="329" y="183"/>
                  <a:pt x="328" y="166"/>
                  <a:pt x="327" y="150"/>
                </a:cubicBezTo>
                <a:cubicBezTo>
                  <a:pt x="327" y="143"/>
                  <a:pt x="326" y="136"/>
                  <a:pt x="326" y="129"/>
                </a:cubicBezTo>
                <a:cubicBezTo>
                  <a:pt x="326" y="123"/>
                  <a:pt x="326" y="117"/>
                  <a:pt x="326" y="111"/>
                </a:cubicBezTo>
                <a:cubicBezTo>
                  <a:pt x="326" y="90"/>
                  <a:pt x="326" y="77"/>
                  <a:pt x="326" y="77"/>
                </a:cubicBezTo>
                <a:cubicBezTo>
                  <a:pt x="326" y="77"/>
                  <a:pt x="327" y="89"/>
                  <a:pt x="328" y="111"/>
                </a:cubicBezTo>
                <a:cubicBezTo>
                  <a:pt x="328" y="117"/>
                  <a:pt x="329" y="123"/>
                  <a:pt x="329" y="129"/>
                </a:cubicBezTo>
                <a:cubicBezTo>
                  <a:pt x="329" y="136"/>
                  <a:pt x="331" y="143"/>
                  <a:pt x="331" y="150"/>
                </a:cubicBezTo>
                <a:cubicBezTo>
                  <a:pt x="333" y="165"/>
                  <a:pt x="335" y="182"/>
                  <a:pt x="338" y="200"/>
                </a:cubicBezTo>
                <a:cubicBezTo>
                  <a:pt x="340" y="209"/>
                  <a:pt x="342" y="219"/>
                  <a:pt x="344" y="229"/>
                </a:cubicBezTo>
                <a:cubicBezTo>
                  <a:pt x="346" y="238"/>
                  <a:pt x="349" y="248"/>
                  <a:pt x="351" y="258"/>
                </a:cubicBezTo>
                <a:cubicBezTo>
                  <a:pt x="353" y="269"/>
                  <a:pt x="357" y="279"/>
                  <a:pt x="361" y="290"/>
                </a:cubicBezTo>
                <a:cubicBezTo>
                  <a:pt x="362" y="295"/>
                  <a:pt x="364" y="300"/>
                  <a:pt x="366" y="306"/>
                </a:cubicBezTo>
                <a:cubicBezTo>
                  <a:pt x="368" y="311"/>
                  <a:pt x="370" y="316"/>
                  <a:pt x="372" y="322"/>
                </a:cubicBezTo>
                <a:cubicBezTo>
                  <a:pt x="380" y="343"/>
                  <a:pt x="390" y="364"/>
                  <a:pt x="401" y="386"/>
                </a:cubicBezTo>
                <a:cubicBezTo>
                  <a:pt x="404" y="391"/>
                  <a:pt x="407" y="397"/>
                  <a:pt x="410" y="402"/>
                </a:cubicBezTo>
                <a:cubicBezTo>
                  <a:pt x="414" y="410"/>
                  <a:pt x="414" y="410"/>
                  <a:pt x="414" y="410"/>
                </a:cubicBezTo>
                <a:cubicBezTo>
                  <a:pt x="415" y="412"/>
                  <a:pt x="415" y="412"/>
                  <a:pt x="415" y="412"/>
                </a:cubicBezTo>
                <a:cubicBezTo>
                  <a:pt x="416" y="414"/>
                  <a:pt x="416" y="414"/>
                  <a:pt x="416" y="414"/>
                </a:cubicBezTo>
                <a:cubicBezTo>
                  <a:pt x="419" y="418"/>
                  <a:pt x="419" y="418"/>
                  <a:pt x="419" y="418"/>
                </a:cubicBezTo>
                <a:cubicBezTo>
                  <a:pt x="425" y="429"/>
                  <a:pt x="431" y="440"/>
                  <a:pt x="437" y="450"/>
                </a:cubicBezTo>
                <a:cubicBezTo>
                  <a:pt x="462" y="493"/>
                  <a:pt x="488" y="535"/>
                  <a:pt x="511" y="576"/>
                </a:cubicBezTo>
                <a:cubicBezTo>
                  <a:pt x="535" y="617"/>
                  <a:pt x="555" y="657"/>
                  <a:pt x="566" y="694"/>
                </a:cubicBezTo>
                <a:cubicBezTo>
                  <a:pt x="568" y="704"/>
                  <a:pt x="571" y="713"/>
                  <a:pt x="573" y="721"/>
                </a:cubicBezTo>
                <a:cubicBezTo>
                  <a:pt x="575" y="730"/>
                  <a:pt x="577" y="738"/>
                  <a:pt x="578" y="746"/>
                </a:cubicBezTo>
                <a:cubicBezTo>
                  <a:pt x="579" y="750"/>
                  <a:pt x="579" y="754"/>
                  <a:pt x="580" y="758"/>
                </a:cubicBezTo>
                <a:cubicBezTo>
                  <a:pt x="580" y="754"/>
                  <a:pt x="581" y="750"/>
                  <a:pt x="581" y="745"/>
                </a:cubicBezTo>
                <a:cubicBezTo>
                  <a:pt x="582" y="737"/>
                  <a:pt x="582" y="729"/>
                  <a:pt x="583" y="720"/>
                </a:cubicBezTo>
                <a:cubicBezTo>
                  <a:pt x="583" y="715"/>
                  <a:pt x="584" y="711"/>
                  <a:pt x="584" y="706"/>
                </a:cubicBezTo>
                <a:cubicBezTo>
                  <a:pt x="584" y="701"/>
                  <a:pt x="585" y="697"/>
                  <a:pt x="585" y="692"/>
                </a:cubicBezTo>
                <a:cubicBezTo>
                  <a:pt x="587" y="682"/>
                  <a:pt x="588" y="672"/>
                  <a:pt x="589" y="661"/>
                </a:cubicBezTo>
                <a:cubicBezTo>
                  <a:pt x="590" y="651"/>
                  <a:pt x="592" y="640"/>
                  <a:pt x="593" y="629"/>
                </a:cubicBezTo>
                <a:cubicBezTo>
                  <a:pt x="596" y="607"/>
                  <a:pt x="601" y="584"/>
                  <a:pt x="605" y="560"/>
                </a:cubicBezTo>
                <a:cubicBezTo>
                  <a:pt x="613" y="512"/>
                  <a:pt x="623" y="462"/>
                  <a:pt x="632" y="411"/>
                </a:cubicBezTo>
                <a:cubicBezTo>
                  <a:pt x="635" y="398"/>
                  <a:pt x="637" y="386"/>
                  <a:pt x="639" y="373"/>
                </a:cubicBezTo>
                <a:cubicBezTo>
                  <a:pt x="641" y="361"/>
                  <a:pt x="643" y="348"/>
                  <a:pt x="645" y="335"/>
                </a:cubicBezTo>
                <a:cubicBezTo>
                  <a:pt x="647" y="323"/>
                  <a:pt x="649" y="311"/>
                  <a:pt x="651" y="298"/>
                </a:cubicBezTo>
                <a:cubicBezTo>
                  <a:pt x="653" y="286"/>
                  <a:pt x="654" y="274"/>
                  <a:pt x="656" y="262"/>
                </a:cubicBezTo>
                <a:cubicBezTo>
                  <a:pt x="662" y="214"/>
                  <a:pt x="665" y="169"/>
                  <a:pt x="668" y="131"/>
                </a:cubicBezTo>
                <a:cubicBezTo>
                  <a:pt x="669" y="126"/>
                  <a:pt x="669" y="121"/>
                  <a:pt x="669" y="117"/>
                </a:cubicBezTo>
                <a:cubicBezTo>
                  <a:pt x="670" y="112"/>
                  <a:pt x="670" y="108"/>
                  <a:pt x="670" y="103"/>
                </a:cubicBezTo>
                <a:cubicBezTo>
                  <a:pt x="670" y="94"/>
                  <a:pt x="671" y="86"/>
                  <a:pt x="671" y="78"/>
                </a:cubicBezTo>
                <a:cubicBezTo>
                  <a:pt x="672" y="63"/>
                  <a:pt x="672" y="49"/>
                  <a:pt x="673" y="38"/>
                </a:cubicBezTo>
                <a:cubicBezTo>
                  <a:pt x="674" y="15"/>
                  <a:pt x="674" y="2"/>
                  <a:pt x="674" y="2"/>
                </a:cubicBezTo>
                <a:cubicBezTo>
                  <a:pt x="674" y="2"/>
                  <a:pt x="674" y="15"/>
                  <a:pt x="674" y="38"/>
                </a:cubicBezTo>
                <a:cubicBezTo>
                  <a:pt x="675" y="49"/>
                  <a:pt x="675" y="63"/>
                  <a:pt x="675" y="78"/>
                </a:cubicBezTo>
                <a:cubicBezTo>
                  <a:pt x="675" y="86"/>
                  <a:pt x="675" y="95"/>
                  <a:pt x="675" y="103"/>
                </a:cubicBezTo>
                <a:cubicBezTo>
                  <a:pt x="675" y="108"/>
                  <a:pt x="675" y="112"/>
                  <a:pt x="675" y="117"/>
                </a:cubicBezTo>
                <a:cubicBezTo>
                  <a:pt x="675" y="122"/>
                  <a:pt x="675" y="126"/>
                  <a:pt x="675" y="131"/>
                </a:cubicBezTo>
                <a:cubicBezTo>
                  <a:pt x="673" y="170"/>
                  <a:pt x="673" y="215"/>
                  <a:pt x="669" y="263"/>
                </a:cubicBezTo>
                <a:cubicBezTo>
                  <a:pt x="668" y="275"/>
                  <a:pt x="667" y="288"/>
                  <a:pt x="666" y="300"/>
                </a:cubicBezTo>
                <a:cubicBezTo>
                  <a:pt x="665" y="313"/>
                  <a:pt x="664" y="325"/>
                  <a:pt x="662" y="338"/>
                </a:cubicBezTo>
                <a:cubicBezTo>
                  <a:pt x="661" y="350"/>
                  <a:pt x="659" y="363"/>
                  <a:pt x="658" y="376"/>
                </a:cubicBezTo>
                <a:cubicBezTo>
                  <a:pt x="656" y="389"/>
                  <a:pt x="655" y="401"/>
                  <a:pt x="653" y="414"/>
                </a:cubicBezTo>
                <a:cubicBezTo>
                  <a:pt x="646" y="466"/>
                  <a:pt x="639" y="517"/>
                  <a:pt x="633" y="564"/>
                </a:cubicBezTo>
                <a:cubicBezTo>
                  <a:pt x="630" y="588"/>
                  <a:pt x="627" y="611"/>
                  <a:pt x="625" y="633"/>
                </a:cubicBezTo>
                <a:cubicBezTo>
                  <a:pt x="624" y="644"/>
                  <a:pt x="623" y="655"/>
                  <a:pt x="622" y="665"/>
                </a:cubicBezTo>
                <a:cubicBezTo>
                  <a:pt x="622" y="675"/>
                  <a:pt x="621" y="685"/>
                  <a:pt x="621" y="695"/>
                </a:cubicBezTo>
                <a:cubicBezTo>
                  <a:pt x="620" y="699"/>
                  <a:pt x="620" y="704"/>
                  <a:pt x="620" y="708"/>
                </a:cubicBezTo>
                <a:cubicBezTo>
                  <a:pt x="620" y="713"/>
                  <a:pt x="620" y="717"/>
                  <a:pt x="619" y="722"/>
                </a:cubicBezTo>
                <a:cubicBezTo>
                  <a:pt x="619" y="730"/>
                  <a:pt x="619" y="739"/>
                  <a:pt x="619" y="746"/>
                </a:cubicBezTo>
                <a:cubicBezTo>
                  <a:pt x="618" y="762"/>
                  <a:pt x="619" y="776"/>
                  <a:pt x="619" y="787"/>
                </a:cubicBezTo>
                <a:cubicBezTo>
                  <a:pt x="619" y="791"/>
                  <a:pt x="619" y="796"/>
                  <a:pt x="619" y="799"/>
                </a:cubicBezTo>
                <a:cubicBezTo>
                  <a:pt x="641" y="798"/>
                  <a:pt x="661" y="796"/>
                  <a:pt x="678" y="793"/>
                </a:cubicBezTo>
                <a:cubicBezTo>
                  <a:pt x="678" y="791"/>
                  <a:pt x="678" y="788"/>
                  <a:pt x="678" y="786"/>
                </a:cubicBezTo>
                <a:cubicBezTo>
                  <a:pt x="679" y="781"/>
                  <a:pt x="679" y="776"/>
                  <a:pt x="680" y="770"/>
                </a:cubicBezTo>
                <a:cubicBezTo>
                  <a:pt x="680" y="764"/>
                  <a:pt x="681" y="758"/>
                  <a:pt x="682" y="751"/>
                </a:cubicBezTo>
                <a:cubicBezTo>
                  <a:pt x="682" y="744"/>
                  <a:pt x="684" y="736"/>
                  <a:pt x="685" y="728"/>
                </a:cubicBezTo>
                <a:cubicBezTo>
                  <a:pt x="686" y="720"/>
                  <a:pt x="689" y="712"/>
                  <a:pt x="691" y="703"/>
                </a:cubicBezTo>
                <a:cubicBezTo>
                  <a:pt x="693" y="694"/>
                  <a:pt x="696" y="684"/>
                  <a:pt x="699" y="675"/>
                </a:cubicBezTo>
                <a:cubicBezTo>
                  <a:pt x="711" y="636"/>
                  <a:pt x="733" y="595"/>
                  <a:pt x="758" y="554"/>
                </a:cubicBezTo>
                <a:cubicBezTo>
                  <a:pt x="783" y="512"/>
                  <a:pt x="811" y="470"/>
                  <a:pt x="838" y="426"/>
                </a:cubicBezTo>
                <a:cubicBezTo>
                  <a:pt x="845" y="415"/>
                  <a:pt x="851" y="404"/>
                  <a:pt x="858" y="393"/>
                </a:cubicBezTo>
                <a:cubicBezTo>
                  <a:pt x="860" y="391"/>
                  <a:pt x="861" y="388"/>
                  <a:pt x="863" y="385"/>
                </a:cubicBezTo>
                <a:cubicBezTo>
                  <a:pt x="868" y="377"/>
                  <a:pt x="868" y="377"/>
                  <a:pt x="868" y="377"/>
                </a:cubicBezTo>
                <a:cubicBezTo>
                  <a:pt x="871" y="371"/>
                  <a:pt x="874" y="366"/>
                  <a:pt x="877" y="360"/>
                </a:cubicBezTo>
                <a:cubicBezTo>
                  <a:pt x="881" y="352"/>
                  <a:pt x="881" y="352"/>
                  <a:pt x="881" y="352"/>
                </a:cubicBezTo>
                <a:cubicBezTo>
                  <a:pt x="886" y="344"/>
                  <a:pt x="886" y="344"/>
                  <a:pt x="886" y="344"/>
                </a:cubicBezTo>
                <a:cubicBezTo>
                  <a:pt x="888" y="338"/>
                  <a:pt x="891" y="333"/>
                  <a:pt x="894" y="327"/>
                </a:cubicBezTo>
                <a:cubicBezTo>
                  <a:pt x="900" y="317"/>
                  <a:pt x="904" y="305"/>
                  <a:pt x="909" y="294"/>
                </a:cubicBezTo>
                <a:cubicBezTo>
                  <a:pt x="911" y="289"/>
                  <a:pt x="913" y="284"/>
                  <a:pt x="915" y="278"/>
                </a:cubicBezTo>
                <a:cubicBezTo>
                  <a:pt x="917" y="273"/>
                  <a:pt x="919" y="267"/>
                  <a:pt x="921" y="262"/>
                </a:cubicBezTo>
                <a:cubicBezTo>
                  <a:pt x="923" y="256"/>
                  <a:pt x="925" y="251"/>
                  <a:pt x="927" y="246"/>
                </a:cubicBezTo>
                <a:cubicBezTo>
                  <a:pt x="927" y="243"/>
                  <a:pt x="929" y="240"/>
                  <a:pt x="929" y="238"/>
                </a:cubicBezTo>
                <a:cubicBezTo>
                  <a:pt x="930" y="235"/>
                  <a:pt x="931" y="232"/>
                  <a:pt x="931" y="230"/>
                </a:cubicBezTo>
                <a:cubicBezTo>
                  <a:pt x="934" y="219"/>
                  <a:pt x="937" y="209"/>
                  <a:pt x="940" y="199"/>
                </a:cubicBezTo>
                <a:cubicBezTo>
                  <a:pt x="942" y="189"/>
                  <a:pt x="943" y="179"/>
                  <a:pt x="945" y="170"/>
                </a:cubicBezTo>
                <a:cubicBezTo>
                  <a:pt x="946" y="165"/>
                  <a:pt x="947" y="160"/>
                  <a:pt x="948" y="156"/>
                </a:cubicBezTo>
                <a:cubicBezTo>
                  <a:pt x="948" y="154"/>
                  <a:pt x="949" y="151"/>
                  <a:pt x="949" y="149"/>
                </a:cubicBezTo>
                <a:cubicBezTo>
                  <a:pt x="949" y="147"/>
                  <a:pt x="950" y="145"/>
                  <a:pt x="950" y="143"/>
                </a:cubicBezTo>
                <a:cubicBezTo>
                  <a:pt x="951" y="134"/>
                  <a:pt x="952" y="126"/>
                  <a:pt x="953" y="118"/>
                </a:cubicBezTo>
                <a:cubicBezTo>
                  <a:pt x="954" y="110"/>
                  <a:pt x="955" y="103"/>
                  <a:pt x="955" y="96"/>
                </a:cubicBezTo>
                <a:cubicBezTo>
                  <a:pt x="956" y="89"/>
                  <a:pt x="956" y="83"/>
                  <a:pt x="956" y="78"/>
                </a:cubicBezTo>
                <a:cubicBezTo>
                  <a:pt x="958" y="55"/>
                  <a:pt x="958" y="42"/>
                  <a:pt x="958" y="42"/>
                </a:cubicBezTo>
                <a:cubicBezTo>
                  <a:pt x="958" y="42"/>
                  <a:pt x="958" y="55"/>
                  <a:pt x="958" y="78"/>
                </a:cubicBezTo>
                <a:cubicBezTo>
                  <a:pt x="958" y="83"/>
                  <a:pt x="958" y="90"/>
                  <a:pt x="958" y="96"/>
                </a:cubicBezTo>
                <a:cubicBezTo>
                  <a:pt x="958" y="103"/>
                  <a:pt x="957" y="110"/>
                  <a:pt x="957" y="118"/>
                </a:cubicBezTo>
                <a:cubicBezTo>
                  <a:pt x="956" y="126"/>
                  <a:pt x="956" y="134"/>
                  <a:pt x="955" y="143"/>
                </a:cubicBezTo>
                <a:cubicBezTo>
                  <a:pt x="955" y="145"/>
                  <a:pt x="955" y="148"/>
                  <a:pt x="955" y="150"/>
                </a:cubicBezTo>
                <a:cubicBezTo>
                  <a:pt x="954" y="152"/>
                  <a:pt x="954" y="154"/>
                  <a:pt x="954" y="157"/>
                </a:cubicBezTo>
                <a:cubicBezTo>
                  <a:pt x="953" y="161"/>
                  <a:pt x="952" y="166"/>
                  <a:pt x="952" y="171"/>
                </a:cubicBezTo>
                <a:cubicBezTo>
                  <a:pt x="950" y="180"/>
                  <a:pt x="949" y="190"/>
                  <a:pt x="947" y="200"/>
                </a:cubicBezTo>
                <a:cubicBezTo>
                  <a:pt x="945" y="211"/>
                  <a:pt x="943" y="221"/>
                  <a:pt x="941" y="232"/>
                </a:cubicBezTo>
                <a:cubicBezTo>
                  <a:pt x="940" y="235"/>
                  <a:pt x="940" y="238"/>
                  <a:pt x="939" y="240"/>
                </a:cubicBezTo>
                <a:cubicBezTo>
                  <a:pt x="938" y="243"/>
                  <a:pt x="937" y="246"/>
                  <a:pt x="937" y="249"/>
                </a:cubicBezTo>
                <a:cubicBezTo>
                  <a:pt x="935" y="254"/>
                  <a:pt x="934" y="260"/>
                  <a:pt x="932" y="265"/>
                </a:cubicBezTo>
                <a:cubicBezTo>
                  <a:pt x="930" y="271"/>
                  <a:pt x="929" y="276"/>
                  <a:pt x="927" y="282"/>
                </a:cubicBezTo>
                <a:cubicBezTo>
                  <a:pt x="925" y="288"/>
                  <a:pt x="923" y="293"/>
                  <a:pt x="921" y="299"/>
                </a:cubicBezTo>
                <a:cubicBezTo>
                  <a:pt x="917" y="311"/>
                  <a:pt x="913" y="322"/>
                  <a:pt x="907" y="334"/>
                </a:cubicBezTo>
                <a:cubicBezTo>
                  <a:pt x="905" y="339"/>
                  <a:pt x="902" y="345"/>
                  <a:pt x="900" y="351"/>
                </a:cubicBezTo>
                <a:cubicBezTo>
                  <a:pt x="896" y="360"/>
                  <a:pt x="896" y="360"/>
                  <a:pt x="896" y="360"/>
                </a:cubicBezTo>
                <a:cubicBezTo>
                  <a:pt x="892" y="368"/>
                  <a:pt x="892" y="368"/>
                  <a:pt x="892" y="368"/>
                </a:cubicBezTo>
                <a:cubicBezTo>
                  <a:pt x="889" y="374"/>
                  <a:pt x="886" y="380"/>
                  <a:pt x="883" y="385"/>
                </a:cubicBezTo>
                <a:cubicBezTo>
                  <a:pt x="879" y="394"/>
                  <a:pt x="879" y="394"/>
                  <a:pt x="879" y="394"/>
                </a:cubicBezTo>
                <a:cubicBezTo>
                  <a:pt x="877" y="397"/>
                  <a:pt x="876" y="400"/>
                  <a:pt x="875" y="403"/>
                </a:cubicBezTo>
                <a:cubicBezTo>
                  <a:pt x="868" y="414"/>
                  <a:pt x="862" y="425"/>
                  <a:pt x="856" y="436"/>
                </a:cubicBezTo>
                <a:cubicBezTo>
                  <a:pt x="832" y="482"/>
                  <a:pt x="805" y="526"/>
                  <a:pt x="783" y="568"/>
                </a:cubicBezTo>
                <a:cubicBezTo>
                  <a:pt x="760" y="610"/>
                  <a:pt x="742" y="649"/>
                  <a:pt x="733" y="685"/>
                </a:cubicBezTo>
                <a:cubicBezTo>
                  <a:pt x="723" y="720"/>
                  <a:pt x="720" y="751"/>
                  <a:pt x="719" y="772"/>
                </a:cubicBezTo>
                <a:cubicBezTo>
                  <a:pt x="719" y="776"/>
                  <a:pt x="719" y="780"/>
                  <a:pt x="719" y="784"/>
                </a:cubicBezTo>
                <a:cubicBezTo>
                  <a:pt x="765" y="772"/>
                  <a:pt x="789" y="757"/>
                  <a:pt x="796" y="751"/>
                </a:cubicBezTo>
                <a:cubicBezTo>
                  <a:pt x="796" y="750"/>
                  <a:pt x="796" y="748"/>
                  <a:pt x="796" y="747"/>
                </a:cubicBezTo>
                <a:cubicBezTo>
                  <a:pt x="796" y="744"/>
                  <a:pt x="796" y="742"/>
                  <a:pt x="797" y="739"/>
                </a:cubicBezTo>
                <a:cubicBezTo>
                  <a:pt x="797" y="737"/>
                  <a:pt x="797" y="734"/>
                  <a:pt x="798" y="731"/>
                </a:cubicBezTo>
                <a:cubicBezTo>
                  <a:pt x="798" y="724"/>
                  <a:pt x="799" y="718"/>
                  <a:pt x="800" y="710"/>
                </a:cubicBezTo>
                <a:cubicBezTo>
                  <a:pt x="801" y="703"/>
                  <a:pt x="803" y="695"/>
                  <a:pt x="805" y="687"/>
                </a:cubicBezTo>
                <a:cubicBezTo>
                  <a:pt x="805" y="684"/>
                  <a:pt x="806" y="682"/>
                  <a:pt x="806" y="680"/>
                </a:cubicBezTo>
                <a:cubicBezTo>
                  <a:pt x="807" y="678"/>
                  <a:pt x="807" y="676"/>
                  <a:pt x="808" y="674"/>
                </a:cubicBezTo>
                <a:cubicBezTo>
                  <a:pt x="809" y="669"/>
                  <a:pt x="810" y="665"/>
                  <a:pt x="812" y="660"/>
                </a:cubicBezTo>
                <a:cubicBezTo>
                  <a:pt x="813" y="656"/>
                  <a:pt x="815" y="651"/>
                  <a:pt x="816" y="646"/>
                </a:cubicBezTo>
                <a:cubicBezTo>
                  <a:pt x="818" y="642"/>
                  <a:pt x="820" y="637"/>
                  <a:pt x="822" y="632"/>
                </a:cubicBezTo>
                <a:cubicBezTo>
                  <a:pt x="838" y="593"/>
                  <a:pt x="864" y="552"/>
                  <a:pt x="894" y="511"/>
                </a:cubicBezTo>
                <a:cubicBezTo>
                  <a:pt x="924" y="471"/>
                  <a:pt x="957" y="430"/>
                  <a:pt x="989" y="387"/>
                </a:cubicBezTo>
                <a:cubicBezTo>
                  <a:pt x="997" y="377"/>
                  <a:pt x="1004" y="366"/>
                  <a:pt x="1012" y="355"/>
                </a:cubicBezTo>
                <a:cubicBezTo>
                  <a:pt x="1018" y="347"/>
                  <a:pt x="1018" y="347"/>
                  <a:pt x="1018" y="347"/>
                </a:cubicBezTo>
                <a:cubicBezTo>
                  <a:pt x="1020" y="345"/>
                  <a:pt x="1022" y="342"/>
                  <a:pt x="1024" y="339"/>
                </a:cubicBezTo>
                <a:cubicBezTo>
                  <a:pt x="1027" y="334"/>
                  <a:pt x="1031" y="328"/>
                  <a:pt x="1035" y="323"/>
                </a:cubicBezTo>
                <a:cubicBezTo>
                  <a:pt x="1049" y="302"/>
                  <a:pt x="1062" y="280"/>
                  <a:pt x="1074" y="258"/>
                </a:cubicBezTo>
                <a:cubicBezTo>
                  <a:pt x="1085" y="236"/>
                  <a:pt x="1094" y="214"/>
                  <a:pt x="1102" y="193"/>
                </a:cubicBezTo>
                <a:cubicBezTo>
                  <a:pt x="1110" y="171"/>
                  <a:pt x="1115" y="150"/>
                  <a:pt x="1120" y="131"/>
                </a:cubicBezTo>
                <a:cubicBezTo>
                  <a:pt x="1122" y="121"/>
                  <a:pt x="1124" y="112"/>
                  <a:pt x="1125" y="103"/>
                </a:cubicBezTo>
                <a:cubicBezTo>
                  <a:pt x="1127" y="94"/>
                  <a:pt x="1128" y="86"/>
                  <a:pt x="1129" y="78"/>
                </a:cubicBezTo>
                <a:cubicBezTo>
                  <a:pt x="1130" y="70"/>
                  <a:pt x="1131" y="62"/>
                  <a:pt x="1132" y="55"/>
                </a:cubicBezTo>
                <a:cubicBezTo>
                  <a:pt x="1133" y="48"/>
                  <a:pt x="1133" y="42"/>
                  <a:pt x="1134" y="36"/>
                </a:cubicBezTo>
                <a:cubicBezTo>
                  <a:pt x="1134" y="30"/>
                  <a:pt x="1134" y="25"/>
                  <a:pt x="1134" y="21"/>
                </a:cubicBezTo>
                <a:cubicBezTo>
                  <a:pt x="1135" y="16"/>
                  <a:pt x="1135" y="12"/>
                  <a:pt x="1135" y="9"/>
                </a:cubicBezTo>
                <a:cubicBezTo>
                  <a:pt x="1135" y="3"/>
                  <a:pt x="1135" y="0"/>
                  <a:pt x="1135" y="0"/>
                </a:cubicBezTo>
                <a:cubicBezTo>
                  <a:pt x="1135" y="0"/>
                  <a:pt x="1135" y="3"/>
                  <a:pt x="1135" y="9"/>
                </a:cubicBezTo>
                <a:cubicBezTo>
                  <a:pt x="1135" y="12"/>
                  <a:pt x="1135" y="16"/>
                  <a:pt x="1135" y="21"/>
                </a:cubicBezTo>
                <a:cubicBezTo>
                  <a:pt x="1136" y="25"/>
                  <a:pt x="1136" y="30"/>
                  <a:pt x="1135" y="36"/>
                </a:cubicBezTo>
                <a:close/>
                <a:moveTo>
                  <a:pt x="568" y="901"/>
                </a:moveTo>
                <a:cubicBezTo>
                  <a:pt x="398" y="901"/>
                  <a:pt x="337" y="850"/>
                  <a:pt x="337" y="849"/>
                </a:cubicBezTo>
                <a:cubicBezTo>
                  <a:pt x="320" y="868"/>
                  <a:pt x="320" y="868"/>
                  <a:pt x="320" y="868"/>
                </a:cubicBezTo>
                <a:cubicBezTo>
                  <a:pt x="302" y="887"/>
                  <a:pt x="302" y="887"/>
                  <a:pt x="302" y="887"/>
                </a:cubicBezTo>
                <a:cubicBezTo>
                  <a:pt x="305" y="890"/>
                  <a:pt x="374" y="953"/>
                  <a:pt x="568" y="953"/>
                </a:cubicBezTo>
                <a:cubicBezTo>
                  <a:pt x="761" y="953"/>
                  <a:pt x="830" y="890"/>
                  <a:pt x="833" y="887"/>
                </a:cubicBezTo>
                <a:cubicBezTo>
                  <a:pt x="799" y="849"/>
                  <a:pt x="799" y="849"/>
                  <a:pt x="799" y="849"/>
                </a:cubicBezTo>
                <a:cubicBezTo>
                  <a:pt x="798" y="850"/>
                  <a:pt x="738" y="901"/>
                  <a:pt x="568" y="901"/>
                </a:cubicBezTo>
                <a:close/>
                <a:moveTo>
                  <a:pt x="568" y="1001"/>
                </a:moveTo>
                <a:cubicBezTo>
                  <a:pt x="398" y="1001"/>
                  <a:pt x="337" y="950"/>
                  <a:pt x="337" y="949"/>
                </a:cubicBezTo>
                <a:cubicBezTo>
                  <a:pt x="320" y="968"/>
                  <a:pt x="320" y="968"/>
                  <a:pt x="320" y="968"/>
                </a:cubicBezTo>
                <a:cubicBezTo>
                  <a:pt x="302" y="987"/>
                  <a:pt x="302" y="987"/>
                  <a:pt x="302" y="987"/>
                </a:cubicBezTo>
                <a:cubicBezTo>
                  <a:pt x="305" y="990"/>
                  <a:pt x="374" y="1053"/>
                  <a:pt x="568" y="1053"/>
                </a:cubicBezTo>
                <a:cubicBezTo>
                  <a:pt x="761" y="1053"/>
                  <a:pt x="830" y="990"/>
                  <a:pt x="833" y="987"/>
                </a:cubicBezTo>
                <a:cubicBezTo>
                  <a:pt x="799" y="949"/>
                  <a:pt x="799" y="949"/>
                  <a:pt x="799" y="949"/>
                </a:cubicBezTo>
                <a:cubicBezTo>
                  <a:pt x="798" y="950"/>
                  <a:pt x="738" y="1001"/>
                  <a:pt x="568" y="1001"/>
                </a:cubicBezTo>
                <a:close/>
                <a:moveTo>
                  <a:pt x="799" y="1049"/>
                </a:moveTo>
                <a:cubicBezTo>
                  <a:pt x="798" y="1050"/>
                  <a:pt x="738" y="1101"/>
                  <a:pt x="568" y="1101"/>
                </a:cubicBezTo>
                <a:cubicBezTo>
                  <a:pt x="398" y="1101"/>
                  <a:pt x="337" y="1050"/>
                  <a:pt x="337" y="1049"/>
                </a:cubicBezTo>
                <a:cubicBezTo>
                  <a:pt x="320" y="1068"/>
                  <a:pt x="320" y="1068"/>
                  <a:pt x="320" y="1068"/>
                </a:cubicBezTo>
                <a:cubicBezTo>
                  <a:pt x="302" y="1087"/>
                  <a:pt x="302" y="1087"/>
                  <a:pt x="302" y="1087"/>
                </a:cubicBezTo>
                <a:cubicBezTo>
                  <a:pt x="304" y="1089"/>
                  <a:pt x="335" y="1117"/>
                  <a:pt x="411" y="1135"/>
                </a:cubicBezTo>
                <a:cubicBezTo>
                  <a:pt x="430" y="1156"/>
                  <a:pt x="477" y="1193"/>
                  <a:pt x="568" y="1193"/>
                </a:cubicBezTo>
                <a:cubicBezTo>
                  <a:pt x="658" y="1193"/>
                  <a:pt x="706" y="1156"/>
                  <a:pt x="725" y="1135"/>
                </a:cubicBezTo>
                <a:cubicBezTo>
                  <a:pt x="801" y="1117"/>
                  <a:pt x="831" y="1089"/>
                  <a:pt x="833" y="1087"/>
                </a:cubicBezTo>
                <a:lnTo>
                  <a:pt x="799" y="1049"/>
                </a:lnTo>
                <a:close/>
              </a:path>
            </a:pathLst>
          </a:custGeom>
          <a:solidFill>
            <a:schemeClr val="bg1">
              <a:lumMod val="85000"/>
            </a:schemeClr>
          </a:solidFill>
          <a:ln>
            <a:noFill/>
          </a:ln>
        </p:spPr>
        <p:txBody>
          <a:bodyPr anchor="ctr"/>
          <a:lstStyle/>
          <a:p>
            <a:pPr algn="ctr"/>
            <a:endParaRPr dirty="0"/>
          </a:p>
        </p:txBody>
      </p:sp>
      <p:sp>
        <p:nvSpPr>
          <p:cNvPr id="18" name="千图PPT彼岸天：ID 8661124库_任意多边形 37">
            <a:extLst>
              <a:ext uri="{FF2B5EF4-FFF2-40B4-BE49-F238E27FC236}">
                <a16:creationId xmlns:a16="http://schemas.microsoft.com/office/drawing/2014/main" id="{F1D2D39E-6465-4A31-A4A5-5313CE1974D0}"/>
              </a:ext>
            </a:extLst>
          </p:cNvPr>
          <p:cNvSpPr/>
          <p:nvPr>
            <p:custDataLst>
              <p:tags r:id="rId2"/>
            </p:custDataLst>
          </p:nvPr>
        </p:nvSpPr>
        <p:spPr bwMode="auto">
          <a:xfrm>
            <a:off x="5924872" y="1868538"/>
            <a:ext cx="778503" cy="1449313"/>
          </a:xfrm>
          <a:custGeom>
            <a:avLst/>
            <a:gdLst>
              <a:gd name="T0" fmla="*/ 270 w 360"/>
              <a:gd name="T1" fmla="*/ 462 h 671"/>
              <a:gd name="T2" fmla="*/ 335 w 360"/>
              <a:gd name="T3" fmla="*/ 393 h 671"/>
              <a:gd name="T4" fmla="*/ 341 w 360"/>
              <a:gd name="T5" fmla="*/ 382 h 671"/>
              <a:gd name="T6" fmla="*/ 359 w 360"/>
              <a:gd name="T7" fmla="*/ 296 h 671"/>
              <a:gd name="T8" fmla="*/ 356 w 360"/>
              <a:gd name="T9" fmla="*/ 250 h 671"/>
              <a:gd name="T10" fmla="*/ 336 w 360"/>
              <a:gd name="T11" fmla="*/ 292 h 671"/>
              <a:gd name="T12" fmla="*/ 305 w 360"/>
              <a:gd name="T13" fmla="*/ 132 h 671"/>
              <a:gd name="T14" fmla="*/ 195 w 360"/>
              <a:gd name="T15" fmla="*/ 0 h 671"/>
              <a:gd name="T16" fmla="*/ 176 w 360"/>
              <a:gd name="T17" fmla="*/ 93 h 671"/>
              <a:gd name="T18" fmla="*/ 10 w 360"/>
              <a:gd name="T19" fmla="*/ 344 h 671"/>
              <a:gd name="T20" fmla="*/ 20 w 360"/>
              <a:gd name="T21" fmla="*/ 448 h 671"/>
              <a:gd name="T22" fmla="*/ 3 w 360"/>
              <a:gd name="T23" fmla="*/ 432 h 671"/>
              <a:gd name="T24" fmla="*/ 160 w 360"/>
              <a:gd name="T25" fmla="*/ 671 h 671"/>
              <a:gd name="T26" fmla="*/ 101 w 360"/>
              <a:gd name="T27" fmla="*/ 497 h 671"/>
              <a:gd name="T28" fmla="*/ 181 w 360"/>
              <a:gd name="T29" fmla="*/ 237 h 671"/>
              <a:gd name="T30" fmla="*/ 115 w 360"/>
              <a:gd name="T31" fmla="*/ 495 h 671"/>
              <a:gd name="T32" fmla="*/ 177 w 360"/>
              <a:gd name="T33" fmla="*/ 656 h 671"/>
              <a:gd name="T34" fmla="*/ 184 w 360"/>
              <a:gd name="T35" fmla="*/ 592 h 671"/>
              <a:gd name="T36" fmla="*/ 322 w 360"/>
              <a:gd name="T37" fmla="*/ 440 h 671"/>
              <a:gd name="T38" fmla="*/ 270 w 360"/>
              <a:gd name="T39" fmla="*/ 462 h 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60" h="671">
                <a:moveTo>
                  <a:pt x="270" y="462"/>
                </a:moveTo>
                <a:cubicBezTo>
                  <a:pt x="270" y="462"/>
                  <a:pt x="313" y="430"/>
                  <a:pt x="335" y="393"/>
                </a:cubicBezTo>
                <a:cubicBezTo>
                  <a:pt x="337" y="389"/>
                  <a:pt x="339" y="386"/>
                  <a:pt x="341" y="382"/>
                </a:cubicBezTo>
                <a:cubicBezTo>
                  <a:pt x="352" y="356"/>
                  <a:pt x="358" y="327"/>
                  <a:pt x="359" y="296"/>
                </a:cubicBezTo>
                <a:cubicBezTo>
                  <a:pt x="360" y="280"/>
                  <a:pt x="359" y="265"/>
                  <a:pt x="356" y="250"/>
                </a:cubicBezTo>
                <a:cubicBezTo>
                  <a:pt x="346" y="274"/>
                  <a:pt x="336" y="292"/>
                  <a:pt x="336" y="292"/>
                </a:cubicBezTo>
                <a:cubicBezTo>
                  <a:pt x="336" y="292"/>
                  <a:pt x="358" y="242"/>
                  <a:pt x="305" y="132"/>
                </a:cubicBezTo>
                <a:cubicBezTo>
                  <a:pt x="272" y="64"/>
                  <a:pt x="195" y="0"/>
                  <a:pt x="195" y="0"/>
                </a:cubicBezTo>
                <a:cubicBezTo>
                  <a:pt x="195" y="0"/>
                  <a:pt x="210" y="31"/>
                  <a:pt x="176" y="93"/>
                </a:cubicBezTo>
                <a:cubicBezTo>
                  <a:pt x="148" y="143"/>
                  <a:pt x="30" y="208"/>
                  <a:pt x="10" y="344"/>
                </a:cubicBezTo>
                <a:cubicBezTo>
                  <a:pt x="0" y="407"/>
                  <a:pt x="20" y="448"/>
                  <a:pt x="20" y="448"/>
                </a:cubicBezTo>
                <a:cubicBezTo>
                  <a:pt x="20" y="448"/>
                  <a:pt x="13" y="448"/>
                  <a:pt x="3" y="432"/>
                </a:cubicBezTo>
                <a:cubicBezTo>
                  <a:pt x="20" y="565"/>
                  <a:pt x="160" y="671"/>
                  <a:pt x="160" y="671"/>
                </a:cubicBezTo>
                <a:cubicBezTo>
                  <a:pt x="160" y="671"/>
                  <a:pt x="115" y="626"/>
                  <a:pt x="101" y="497"/>
                </a:cubicBezTo>
                <a:cubicBezTo>
                  <a:pt x="86" y="357"/>
                  <a:pt x="181" y="237"/>
                  <a:pt x="181" y="237"/>
                </a:cubicBezTo>
                <a:cubicBezTo>
                  <a:pt x="181" y="237"/>
                  <a:pt x="96" y="368"/>
                  <a:pt x="115" y="495"/>
                </a:cubicBezTo>
                <a:cubicBezTo>
                  <a:pt x="127" y="582"/>
                  <a:pt x="163" y="636"/>
                  <a:pt x="177" y="656"/>
                </a:cubicBezTo>
                <a:cubicBezTo>
                  <a:pt x="172" y="646"/>
                  <a:pt x="168" y="627"/>
                  <a:pt x="184" y="592"/>
                </a:cubicBezTo>
                <a:cubicBezTo>
                  <a:pt x="207" y="540"/>
                  <a:pt x="275" y="507"/>
                  <a:pt x="322" y="440"/>
                </a:cubicBezTo>
                <a:cubicBezTo>
                  <a:pt x="294" y="456"/>
                  <a:pt x="270" y="462"/>
                  <a:pt x="270" y="46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19" name="千图PPT彼岸天：ID 8661124库_任意多边形 38">
            <a:extLst>
              <a:ext uri="{FF2B5EF4-FFF2-40B4-BE49-F238E27FC236}">
                <a16:creationId xmlns:a16="http://schemas.microsoft.com/office/drawing/2014/main" id="{F751C431-F284-483D-8BAE-B389D9DFA125}"/>
              </a:ext>
            </a:extLst>
          </p:cNvPr>
          <p:cNvSpPr/>
          <p:nvPr>
            <p:custDataLst>
              <p:tags r:id="rId3"/>
            </p:custDataLst>
          </p:nvPr>
        </p:nvSpPr>
        <p:spPr bwMode="auto">
          <a:xfrm>
            <a:off x="6385768" y="2870645"/>
            <a:ext cx="549424" cy="1109801"/>
          </a:xfrm>
          <a:custGeom>
            <a:avLst/>
            <a:gdLst>
              <a:gd name="T0" fmla="*/ 201 w 254"/>
              <a:gd name="T1" fmla="*/ 353 h 514"/>
              <a:gd name="T2" fmla="*/ 243 w 254"/>
              <a:gd name="T3" fmla="*/ 299 h 514"/>
              <a:gd name="T4" fmla="*/ 247 w 254"/>
              <a:gd name="T5" fmla="*/ 291 h 514"/>
              <a:gd name="T6" fmla="*/ 253 w 254"/>
              <a:gd name="T7" fmla="*/ 225 h 514"/>
              <a:gd name="T8" fmla="*/ 246 w 254"/>
              <a:gd name="T9" fmla="*/ 190 h 514"/>
              <a:gd name="T10" fmla="*/ 235 w 254"/>
              <a:gd name="T11" fmla="*/ 222 h 514"/>
              <a:gd name="T12" fmla="*/ 199 w 254"/>
              <a:gd name="T13" fmla="*/ 100 h 514"/>
              <a:gd name="T14" fmla="*/ 108 w 254"/>
              <a:gd name="T15" fmla="*/ 0 h 514"/>
              <a:gd name="T16" fmla="*/ 102 w 254"/>
              <a:gd name="T17" fmla="*/ 71 h 514"/>
              <a:gd name="T18" fmla="*/ 2 w 254"/>
              <a:gd name="T19" fmla="*/ 265 h 514"/>
              <a:gd name="T20" fmla="*/ 18 w 254"/>
              <a:gd name="T21" fmla="*/ 345 h 514"/>
              <a:gd name="T22" fmla="*/ 4 w 254"/>
              <a:gd name="T23" fmla="*/ 333 h 514"/>
              <a:gd name="T24" fmla="*/ 139 w 254"/>
              <a:gd name="T25" fmla="*/ 514 h 514"/>
              <a:gd name="T26" fmla="*/ 81 w 254"/>
              <a:gd name="T27" fmla="*/ 381 h 514"/>
              <a:gd name="T28" fmla="*/ 118 w 254"/>
              <a:gd name="T29" fmla="*/ 181 h 514"/>
              <a:gd name="T30" fmla="*/ 91 w 254"/>
              <a:gd name="T31" fmla="*/ 380 h 514"/>
              <a:gd name="T32" fmla="*/ 150 w 254"/>
              <a:gd name="T33" fmla="*/ 502 h 514"/>
              <a:gd name="T34" fmla="*/ 149 w 254"/>
              <a:gd name="T35" fmla="*/ 453 h 514"/>
              <a:gd name="T36" fmla="*/ 237 w 254"/>
              <a:gd name="T37" fmla="*/ 336 h 514"/>
              <a:gd name="T38" fmla="*/ 201 w 254"/>
              <a:gd name="T39" fmla="*/ 353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54" h="514">
                <a:moveTo>
                  <a:pt x="201" y="353"/>
                </a:moveTo>
                <a:cubicBezTo>
                  <a:pt x="201" y="353"/>
                  <a:pt x="230" y="328"/>
                  <a:pt x="243" y="299"/>
                </a:cubicBezTo>
                <a:cubicBezTo>
                  <a:pt x="244" y="297"/>
                  <a:pt x="246" y="294"/>
                  <a:pt x="247" y="291"/>
                </a:cubicBezTo>
                <a:cubicBezTo>
                  <a:pt x="252" y="271"/>
                  <a:pt x="254" y="249"/>
                  <a:pt x="253" y="225"/>
                </a:cubicBezTo>
                <a:cubicBezTo>
                  <a:pt x="252" y="213"/>
                  <a:pt x="249" y="201"/>
                  <a:pt x="246" y="190"/>
                </a:cubicBezTo>
                <a:cubicBezTo>
                  <a:pt x="241" y="208"/>
                  <a:pt x="235" y="222"/>
                  <a:pt x="235" y="222"/>
                </a:cubicBezTo>
                <a:cubicBezTo>
                  <a:pt x="235" y="222"/>
                  <a:pt x="247" y="184"/>
                  <a:pt x="199" y="100"/>
                </a:cubicBezTo>
                <a:cubicBezTo>
                  <a:pt x="170" y="49"/>
                  <a:pt x="108" y="0"/>
                  <a:pt x="108" y="0"/>
                </a:cubicBezTo>
                <a:cubicBezTo>
                  <a:pt x="108" y="0"/>
                  <a:pt x="122" y="24"/>
                  <a:pt x="102" y="71"/>
                </a:cubicBezTo>
                <a:cubicBezTo>
                  <a:pt x="86" y="111"/>
                  <a:pt x="5" y="162"/>
                  <a:pt x="2" y="265"/>
                </a:cubicBezTo>
                <a:cubicBezTo>
                  <a:pt x="0" y="314"/>
                  <a:pt x="18" y="345"/>
                  <a:pt x="18" y="345"/>
                </a:cubicBezTo>
                <a:cubicBezTo>
                  <a:pt x="18" y="345"/>
                  <a:pt x="13" y="345"/>
                  <a:pt x="4" y="333"/>
                </a:cubicBezTo>
                <a:cubicBezTo>
                  <a:pt x="28" y="434"/>
                  <a:pt x="139" y="514"/>
                  <a:pt x="139" y="514"/>
                </a:cubicBezTo>
                <a:cubicBezTo>
                  <a:pt x="139" y="514"/>
                  <a:pt x="102" y="480"/>
                  <a:pt x="81" y="381"/>
                </a:cubicBezTo>
                <a:cubicBezTo>
                  <a:pt x="59" y="275"/>
                  <a:pt x="118" y="181"/>
                  <a:pt x="118" y="181"/>
                </a:cubicBezTo>
                <a:cubicBezTo>
                  <a:pt x="118" y="181"/>
                  <a:pt x="67" y="283"/>
                  <a:pt x="91" y="380"/>
                </a:cubicBezTo>
                <a:cubicBezTo>
                  <a:pt x="107" y="446"/>
                  <a:pt x="138" y="487"/>
                  <a:pt x="150" y="502"/>
                </a:cubicBezTo>
                <a:cubicBezTo>
                  <a:pt x="146" y="495"/>
                  <a:pt x="141" y="480"/>
                  <a:pt x="149" y="453"/>
                </a:cubicBezTo>
                <a:cubicBezTo>
                  <a:pt x="162" y="413"/>
                  <a:pt x="209" y="387"/>
                  <a:pt x="237" y="336"/>
                </a:cubicBezTo>
                <a:cubicBezTo>
                  <a:pt x="219" y="348"/>
                  <a:pt x="201" y="353"/>
                  <a:pt x="201" y="35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0" name="千图PPT彼岸天：ID 8661124库_任意多边形 39">
            <a:extLst>
              <a:ext uri="{FF2B5EF4-FFF2-40B4-BE49-F238E27FC236}">
                <a16:creationId xmlns:a16="http://schemas.microsoft.com/office/drawing/2014/main" id="{62F2DEC8-3566-4C2E-9654-C2DD4BFA8693}"/>
              </a:ext>
            </a:extLst>
          </p:cNvPr>
          <p:cNvSpPr/>
          <p:nvPr>
            <p:custDataLst>
              <p:tags r:id="rId4"/>
            </p:custDataLst>
          </p:nvPr>
        </p:nvSpPr>
        <p:spPr bwMode="auto">
          <a:xfrm>
            <a:off x="5610002" y="1803739"/>
            <a:ext cx="440817" cy="823225"/>
          </a:xfrm>
          <a:custGeom>
            <a:avLst/>
            <a:gdLst>
              <a:gd name="T0" fmla="*/ 157 w 204"/>
              <a:gd name="T1" fmla="*/ 252 h 381"/>
              <a:gd name="T2" fmla="*/ 192 w 204"/>
              <a:gd name="T3" fmla="*/ 207 h 381"/>
              <a:gd name="T4" fmla="*/ 196 w 204"/>
              <a:gd name="T5" fmla="*/ 201 h 381"/>
              <a:gd name="T6" fmla="*/ 204 w 204"/>
              <a:gd name="T7" fmla="*/ 151 h 381"/>
              <a:gd name="T8" fmla="*/ 201 w 204"/>
              <a:gd name="T9" fmla="*/ 125 h 381"/>
              <a:gd name="T10" fmla="*/ 190 w 204"/>
              <a:gd name="T11" fmla="*/ 150 h 381"/>
              <a:gd name="T12" fmla="*/ 168 w 204"/>
              <a:gd name="T13" fmla="*/ 64 h 381"/>
              <a:gd name="T14" fmla="*/ 101 w 204"/>
              <a:gd name="T15" fmla="*/ 0 h 381"/>
              <a:gd name="T16" fmla="*/ 93 w 204"/>
              <a:gd name="T17" fmla="*/ 54 h 381"/>
              <a:gd name="T18" fmla="*/ 3 w 204"/>
              <a:gd name="T19" fmla="*/ 211 h 381"/>
              <a:gd name="T20" fmla="*/ 12 w 204"/>
              <a:gd name="T21" fmla="*/ 269 h 381"/>
              <a:gd name="T22" fmla="*/ 2 w 204"/>
              <a:gd name="T23" fmla="*/ 262 h 381"/>
              <a:gd name="T24" fmla="*/ 99 w 204"/>
              <a:gd name="T25" fmla="*/ 381 h 381"/>
              <a:gd name="T26" fmla="*/ 60 w 204"/>
              <a:gd name="T27" fmla="*/ 288 h 381"/>
              <a:gd name="T28" fmla="*/ 99 w 204"/>
              <a:gd name="T29" fmla="*/ 134 h 381"/>
              <a:gd name="T30" fmla="*/ 68 w 204"/>
              <a:gd name="T31" fmla="*/ 286 h 381"/>
              <a:gd name="T32" fmla="*/ 108 w 204"/>
              <a:gd name="T33" fmla="*/ 371 h 381"/>
              <a:gd name="T34" fmla="*/ 110 w 204"/>
              <a:gd name="T35" fmla="*/ 334 h 381"/>
              <a:gd name="T36" fmla="*/ 186 w 204"/>
              <a:gd name="T37" fmla="*/ 235 h 381"/>
              <a:gd name="T38" fmla="*/ 157 w 204"/>
              <a:gd name="T39" fmla="*/ 252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4" h="381">
                <a:moveTo>
                  <a:pt x="157" y="252"/>
                </a:moveTo>
                <a:cubicBezTo>
                  <a:pt x="157" y="252"/>
                  <a:pt x="181" y="230"/>
                  <a:pt x="192" y="207"/>
                </a:cubicBezTo>
                <a:cubicBezTo>
                  <a:pt x="194" y="205"/>
                  <a:pt x="195" y="203"/>
                  <a:pt x="196" y="201"/>
                </a:cubicBezTo>
                <a:cubicBezTo>
                  <a:pt x="201" y="185"/>
                  <a:pt x="204" y="168"/>
                  <a:pt x="204" y="151"/>
                </a:cubicBezTo>
                <a:cubicBezTo>
                  <a:pt x="204" y="142"/>
                  <a:pt x="202" y="133"/>
                  <a:pt x="201" y="125"/>
                </a:cubicBezTo>
                <a:cubicBezTo>
                  <a:pt x="195" y="139"/>
                  <a:pt x="190" y="150"/>
                  <a:pt x="190" y="150"/>
                </a:cubicBezTo>
                <a:cubicBezTo>
                  <a:pt x="190" y="150"/>
                  <a:pt x="202" y="120"/>
                  <a:pt x="168" y="64"/>
                </a:cubicBezTo>
                <a:cubicBezTo>
                  <a:pt x="147" y="29"/>
                  <a:pt x="101" y="0"/>
                  <a:pt x="101" y="0"/>
                </a:cubicBezTo>
                <a:cubicBezTo>
                  <a:pt x="101" y="0"/>
                  <a:pt x="110" y="16"/>
                  <a:pt x="93" y="54"/>
                </a:cubicBezTo>
                <a:cubicBezTo>
                  <a:pt x="78" y="85"/>
                  <a:pt x="11" y="133"/>
                  <a:pt x="3" y="211"/>
                </a:cubicBezTo>
                <a:cubicBezTo>
                  <a:pt x="0" y="248"/>
                  <a:pt x="12" y="269"/>
                  <a:pt x="12" y="269"/>
                </a:cubicBezTo>
                <a:cubicBezTo>
                  <a:pt x="12" y="269"/>
                  <a:pt x="8" y="270"/>
                  <a:pt x="2" y="262"/>
                </a:cubicBezTo>
                <a:cubicBezTo>
                  <a:pt x="15" y="334"/>
                  <a:pt x="99" y="381"/>
                  <a:pt x="99" y="381"/>
                </a:cubicBezTo>
                <a:cubicBezTo>
                  <a:pt x="99" y="381"/>
                  <a:pt x="72" y="360"/>
                  <a:pt x="60" y="288"/>
                </a:cubicBezTo>
                <a:cubicBezTo>
                  <a:pt x="48" y="211"/>
                  <a:pt x="99" y="134"/>
                  <a:pt x="99" y="134"/>
                </a:cubicBezTo>
                <a:cubicBezTo>
                  <a:pt x="99" y="134"/>
                  <a:pt x="54" y="216"/>
                  <a:pt x="68" y="286"/>
                </a:cubicBezTo>
                <a:cubicBezTo>
                  <a:pt x="77" y="334"/>
                  <a:pt x="100" y="361"/>
                  <a:pt x="108" y="371"/>
                </a:cubicBezTo>
                <a:cubicBezTo>
                  <a:pt x="105" y="366"/>
                  <a:pt x="102" y="355"/>
                  <a:pt x="110" y="334"/>
                </a:cubicBezTo>
                <a:cubicBezTo>
                  <a:pt x="122" y="303"/>
                  <a:pt x="161" y="278"/>
                  <a:pt x="186" y="235"/>
                </a:cubicBezTo>
                <a:cubicBezTo>
                  <a:pt x="170" y="247"/>
                  <a:pt x="157" y="252"/>
                  <a:pt x="157" y="252"/>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1" name="千图PPT彼岸天：ID 8661124库_任意多边形 40">
            <a:extLst>
              <a:ext uri="{FF2B5EF4-FFF2-40B4-BE49-F238E27FC236}">
                <a16:creationId xmlns:a16="http://schemas.microsoft.com/office/drawing/2014/main" id="{23EC6C55-8249-4ACF-9177-1E9BDB52BA1B}"/>
              </a:ext>
            </a:extLst>
          </p:cNvPr>
          <p:cNvSpPr/>
          <p:nvPr>
            <p:custDataLst>
              <p:tags r:id="rId5"/>
            </p:custDataLst>
          </p:nvPr>
        </p:nvSpPr>
        <p:spPr bwMode="auto">
          <a:xfrm>
            <a:off x="5776108" y="3281345"/>
            <a:ext cx="494664" cy="831438"/>
          </a:xfrm>
          <a:custGeom>
            <a:avLst/>
            <a:gdLst>
              <a:gd name="T0" fmla="*/ 20 w 229"/>
              <a:gd name="T1" fmla="*/ 190 h 385"/>
              <a:gd name="T2" fmla="*/ 15 w 229"/>
              <a:gd name="T3" fmla="*/ 126 h 385"/>
              <a:gd name="T4" fmla="*/ 43 w 229"/>
              <a:gd name="T5" fmla="*/ 68 h 385"/>
              <a:gd name="T6" fmla="*/ 45 w 229"/>
              <a:gd name="T7" fmla="*/ 93 h 385"/>
              <a:gd name="T8" fmla="*/ 94 w 229"/>
              <a:gd name="T9" fmla="*/ 32 h 385"/>
              <a:gd name="T10" fmla="*/ 153 w 229"/>
              <a:gd name="T11" fmla="*/ 4 h 385"/>
              <a:gd name="T12" fmla="*/ 183 w 229"/>
              <a:gd name="T13" fmla="*/ 0 h 385"/>
              <a:gd name="T14" fmla="*/ 164 w 229"/>
              <a:gd name="T15" fmla="*/ 46 h 385"/>
              <a:gd name="T16" fmla="*/ 210 w 229"/>
              <a:gd name="T17" fmla="*/ 198 h 385"/>
              <a:gd name="T18" fmla="*/ 134 w 229"/>
              <a:gd name="T19" fmla="*/ 354 h 385"/>
              <a:gd name="T20" fmla="*/ 95 w 229"/>
              <a:gd name="T21" fmla="*/ 385 h 385"/>
              <a:gd name="T22" fmla="*/ 140 w 229"/>
              <a:gd name="T23" fmla="*/ 293 h 385"/>
              <a:gd name="T24" fmla="*/ 122 w 229"/>
              <a:gd name="T25" fmla="*/ 167 h 385"/>
              <a:gd name="T26" fmla="*/ 122 w 229"/>
              <a:gd name="T27" fmla="*/ 297 h 385"/>
              <a:gd name="T28" fmla="*/ 74 w 229"/>
              <a:gd name="T29" fmla="*/ 361 h 385"/>
              <a:gd name="T30" fmla="*/ 26 w 229"/>
              <a:gd name="T31" fmla="*/ 258 h 385"/>
              <a:gd name="T32" fmla="*/ 0 w 229"/>
              <a:gd name="T33" fmla="*/ 165 h 385"/>
              <a:gd name="T34" fmla="*/ 20 w 229"/>
              <a:gd name="T35" fmla="*/ 19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9" h="385">
                <a:moveTo>
                  <a:pt x="20" y="190"/>
                </a:moveTo>
                <a:cubicBezTo>
                  <a:pt x="20" y="190"/>
                  <a:pt x="9" y="161"/>
                  <a:pt x="15" y="126"/>
                </a:cubicBezTo>
                <a:cubicBezTo>
                  <a:pt x="22" y="90"/>
                  <a:pt x="43" y="68"/>
                  <a:pt x="43" y="68"/>
                </a:cubicBezTo>
                <a:cubicBezTo>
                  <a:pt x="45" y="93"/>
                  <a:pt x="45" y="93"/>
                  <a:pt x="45" y="93"/>
                </a:cubicBezTo>
                <a:cubicBezTo>
                  <a:pt x="45" y="93"/>
                  <a:pt x="52" y="65"/>
                  <a:pt x="94" y="32"/>
                </a:cubicBezTo>
                <a:cubicBezTo>
                  <a:pt x="114" y="17"/>
                  <a:pt x="136" y="9"/>
                  <a:pt x="153" y="4"/>
                </a:cubicBezTo>
                <a:cubicBezTo>
                  <a:pt x="171" y="1"/>
                  <a:pt x="183" y="0"/>
                  <a:pt x="183" y="0"/>
                </a:cubicBezTo>
                <a:cubicBezTo>
                  <a:pt x="183" y="0"/>
                  <a:pt x="166" y="9"/>
                  <a:pt x="164" y="46"/>
                </a:cubicBezTo>
                <a:cubicBezTo>
                  <a:pt x="160" y="105"/>
                  <a:pt x="192" y="118"/>
                  <a:pt x="210" y="198"/>
                </a:cubicBezTo>
                <a:cubicBezTo>
                  <a:pt x="229" y="285"/>
                  <a:pt x="166" y="335"/>
                  <a:pt x="134" y="354"/>
                </a:cubicBezTo>
                <a:cubicBezTo>
                  <a:pt x="111" y="368"/>
                  <a:pt x="99" y="380"/>
                  <a:pt x="95" y="385"/>
                </a:cubicBezTo>
                <a:cubicBezTo>
                  <a:pt x="102" y="376"/>
                  <a:pt x="125" y="343"/>
                  <a:pt x="140" y="293"/>
                </a:cubicBezTo>
                <a:cubicBezTo>
                  <a:pt x="159" y="232"/>
                  <a:pt x="122" y="167"/>
                  <a:pt x="122" y="167"/>
                </a:cubicBezTo>
                <a:cubicBezTo>
                  <a:pt x="122" y="167"/>
                  <a:pt x="151" y="231"/>
                  <a:pt x="122" y="297"/>
                </a:cubicBezTo>
                <a:cubicBezTo>
                  <a:pt x="104" y="337"/>
                  <a:pt x="74" y="361"/>
                  <a:pt x="74" y="361"/>
                </a:cubicBezTo>
                <a:cubicBezTo>
                  <a:pt x="74" y="361"/>
                  <a:pt x="68" y="330"/>
                  <a:pt x="26" y="258"/>
                </a:cubicBezTo>
                <a:cubicBezTo>
                  <a:pt x="11" y="233"/>
                  <a:pt x="0" y="199"/>
                  <a:pt x="0" y="165"/>
                </a:cubicBezTo>
                <a:cubicBezTo>
                  <a:pt x="12" y="189"/>
                  <a:pt x="20" y="190"/>
                  <a:pt x="20" y="190"/>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2" name="千图PPT彼岸天：ID 8661124库_任意多边形 41">
            <a:extLst>
              <a:ext uri="{FF2B5EF4-FFF2-40B4-BE49-F238E27FC236}">
                <a16:creationId xmlns:a16="http://schemas.microsoft.com/office/drawing/2014/main" id="{C37BC12C-0847-4589-A824-8BF4BC87D887}"/>
              </a:ext>
            </a:extLst>
          </p:cNvPr>
          <p:cNvSpPr/>
          <p:nvPr>
            <p:custDataLst>
              <p:tags r:id="rId6"/>
            </p:custDataLst>
          </p:nvPr>
        </p:nvSpPr>
        <p:spPr bwMode="auto">
          <a:xfrm>
            <a:off x="6763611" y="2369591"/>
            <a:ext cx="566765" cy="926356"/>
          </a:xfrm>
          <a:custGeom>
            <a:avLst/>
            <a:gdLst>
              <a:gd name="T0" fmla="*/ 97 w 262"/>
              <a:gd name="T1" fmla="*/ 429 h 429"/>
              <a:gd name="T2" fmla="*/ 54 w 262"/>
              <a:gd name="T3" fmla="*/ 337 h 429"/>
              <a:gd name="T4" fmla="*/ 18 w 262"/>
              <a:gd name="T5" fmla="*/ 200 h 429"/>
              <a:gd name="T6" fmla="*/ 29 w 262"/>
              <a:gd name="T7" fmla="*/ 215 h 429"/>
              <a:gd name="T8" fmla="*/ 74 w 262"/>
              <a:gd name="T9" fmla="*/ 97 h 429"/>
              <a:gd name="T10" fmla="*/ 187 w 262"/>
              <a:gd name="T11" fmla="*/ 0 h 429"/>
              <a:gd name="T12" fmla="*/ 211 w 262"/>
              <a:gd name="T13" fmla="*/ 119 h 429"/>
              <a:gd name="T14" fmla="*/ 220 w 262"/>
              <a:gd name="T15" fmla="*/ 310 h 429"/>
              <a:gd name="T16" fmla="*/ 116 w 262"/>
              <a:gd name="T17" fmla="*/ 424 h 429"/>
              <a:gd name="T18" fmla="*/ 152 w 262"/>
              <a:gd name="T19" fmla="*/ 324 h 429"/>
              <a:gd name="T20" fmla="*/ 138 w 262"/>
              <a:gd name="T21" fmla="*/ 242 h 429"/>
              <a:gd name="T22" fmla="*/ 137 w 262"/>
              <a:gd name="T23" fmla="*/ 327 h 429"/>
              <a:gd name="T24" fmla="*/ 97 w 262"/>
              <a:gd name="T25" fmla="*/ 429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2" h="429">
                <a:moveTo>
                  <a:pt x="97" y="429"/>
                </a:moveTo>
                <a:cubicBezTo>
                  <a:pt x="97" y="429"/>
                  <a:pt x="91" y="386"/>
                  <a:pt x="54" y="337"/>
                </a:cubicBezTo>
                <a:cubicBezTo>
                  <a:pt x="0" y="267"/>
                  <a:pt x="18" y="200"/>
                  <a:pt x="18" y="200"/>
                </a:cubicBezTo>
                <a:cubicBezTo>
                  <a:pt x="29" y="215"/>
                  <a:pt x="29" y="215"/>
                  <a:pt x="29" y="215"/>
                </a:cubicBezTo>
                <a:cubicBezTo>
                  <a:pt x="29" y="215"/>
                  <a:pt x="26" y="152"/>
                  <a:pt x="74" y="97"/>
                </a:cubicBezTo>
                <a:cubicBezTo>
                  <a:pt x="122" y="42"/>
                  <a:pt x="187" y="0"/>
                  <a:pt x="187" y="0"/>
                </a:cubicBezTo>
                <a:cubicBezTo>
                  <a:pt x="187" y="0"/>
                  <a:pt x="172" y="47"/>
                  <a:pt x="211" y="119"/>
                </a:cubicBezTo>
                <a:cubicBezTo>
                  <a:pt x="249" y="192"/>
                  <a:pt x="262" y="235"/>
                  <a:pt x="220" y="310"/>
                </a:cubicBezTo>
                <a:cubicBezTo>
                  <a:pt x="178" y="385"/>
                  <a:pt x="116" y="424"/>
                  <a:pt x="116" y="424"/>
                </a:cubicBezTo>
                <a:cubicBezTo>
                  <a:pt x="116" y="424"/>
                  <a:pt x="151" y="354"/>
                  <a:pt x="152" y="324"/>
                </a:cubicBezTo>
                <a:cubicBezTo>
                  <a:pt x="152" y="293"/>
                  <a:pt x="138" y="242"/>
                  <a:pt x="138" y="242"/>
                </a:cubicBezTo>
                <a:cubicBezTo>
                  <a:pt x="138" y="242"/>
                  <a:pt x="149" y="274"/>
                  <a:pt x="137" y="327"/>
                </a:cubicBezTo>
                <a:cubicBezTo>
                  <a:pt x="125" y="379"/>
                  <a:pt x="97" y="429"/>
                  <a:pt x="97" y="429"/>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3" name="千图PPT彼岸天：ID 8661124库_任意多边形 42">
            <a:extLst>
              <a:ext uri="{FF2B5EF4-FFF2-40B4-BE49-F238E27FC236}">
                <a16:creationId xmlns:a16="http://schemas.microsoft.com/office/drawing/2014/main" id="{01FE3DF3-CCE7-4530-BC09-205F0AE18BF7}"/>
              </a:ext>
            </a:extLst>
          </p:cNvPr>
          <p:cNvSpPr/>
          <p:nvPr>
            <p:custDataLst>
              <p:tags r:id="rId7"/>
            </p:custDataLst>
          </p:nvPr>
        </p:nvSpPr>
        <p:spPr bwMode="auto">
          <a:xfrm>
            <a:off x="5065142" y="2116783"/>
            <a:ext cx="661682" cy="1190116"/>
          </a:xfrm>
          <a:custGeom>
            <a:avLst/>
            <a:gdLst>
              <a:gd name="T0" fmla="*/ 244 w 306"/>
              <a:gd name="T1" fmla="*/ 551 h 551"/>
              <a:gd name="T2" fmla="*/ 141 w 306"/>
              <a:gd name="T3" fmla="*/ 472 h 551"/>
              <a:gd name="T4" fmla="*/ 21 w 306"/>
              <a:gd name="T5" fmla="*/ 335 h 551"/>
              <a:gd name="T6" fmla="*/ 41 w 306"/>
              <a:gd name="T7" fmla="*/ 346 h 551"/>
              <a:gd name="T8" fmla="*/ 19 w 306"/>
              <a:gd name="T9" fmla="*/ 182 h 551"/>
              <a:gd name="T10" fmla="*/ 85 w 306"/>
              <a:gd name="T11" fmla="*/ 0 h 551"/>
              <a:gd name="T12" fmla="*/ 181 w 306"/>
              <a:gd name="T13" fmla="*/ 123 h 551"/>
              <a:gd name="T14" fmla="*/ 306 w 306"/>
              <a:gd name="T15" fmla="*/ 337 h 551"/>
              <a:gd name="T16" fmla="*/ 261 w 306"/>
              <a:gd name="T17" fmla="*/ 533 h 551"/>
              <a:gd name="T18" fmla="*/ 240 w 306"/>
              <a:gd name="T19" fmla="*/ 396 h 551"/>
              <a:gd name="T20" fmla="*/ 176 w 306"/>
              <a:gd name="T21" fmla="*/ 309 h 551"/>
              <a:gd name="T22" fmla="*/ 225 w 306"/>
              <a:gd name="T23" fmla="*/ 408 h 551"/>
              <a:gd name="T24" fmla="*/ 244 w 306"/>
              <a:gd name="T25" fmla="*/ 551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6" h="551">
                <a:moveTo>
                  <a:pt x="244" y="551"/>
                </a:moveTo>
                <a:cubicBezTo>
                  <a:pt x="244" y="551"/>
                  <a:pt x="210" y="505"/>
                  <a:pt x="141" y="472"/>
                </a:cubicBezTo>
                <a:cubicBezTo>
                  <a:pt x="41" y="424"/>
                  <a:pt x="21" y="335"/>
                  <a:pt x="21" y="335"/>
                </a:cubicBezTo>
                <a:cubicBezTo>
                  <a:pt x="41" y="346"/>
                  <a:pt x="41" y="346"/>
                  <a:pt x="41" y="346"/>
                </a:cubicBezTo>
                <a:cubicBezTo>
                  <a:pt x="41" y="346"/>
                  <a:pt x="0" y="275"/>
                  <a:pt x="19" y="182"/>
                </a:cubicBezTo>
                <a:cubicBezTo>
                  <a:pt x="38" y="88"/>
                  <a:pt x="85" y="0"/>
                  <a:pt x="85" y="0"/>
                </a:cubicBezTo>
                <a:cubicBezTo>
                  <a:pt x="85" y="0"/>
                  <a:pt x="97" y="63"/>
                  <a:pt x="181" y="123"/>
                </a:cubicBezTo>
                <a:cubicBezTo>
                  <a:pt x="266" y="184"/>
                  <a:pt x="306" y="224"/>
                  <a:pt x="306" y="337"/>
                </a:cubicBezTo>
                <a:cubicBezTo>
                  <a:pt x="305" y="450"/>
                  <a:pt x="261" y="533"/>
                  <a:pt x="261" y="533"/>
                </a:cubicBezTo>
                <a:cubicBezTo>
                  <a:pt x="261" y="533"/>
                  <a:pt x="257" y="432"/>
                  <a:pt x="240" y="396"/>
                </a:cubicBezTo>
                <a:cubicBezTo>
                  <a:pt x="222" y="360"/>
                  <a:pt x="176" y="309"/>
                  <a:pt x="176" y="309"/>
                </a:cubicBezTo>
                <a:cubicBezTo>
                  <a:pt x="176" y="309"/>
                  <a:pt x="207" y="341"/>
                  <a:pt x="225" y="408"/>
                </a:cubicBezTo>
                <a:cubicBezTo>
                  <a:pt x="243" y="476"/>
                  <a:pt x="244" y="551"/>
                  <a:pt x="244" y="551"/>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4" name="千图PPT彼岸天：ID 8661124库_任意多边形 43">
            <a:extLst>
              <a:ext uri="{FF2B5EF4-FFF2-40B4-BE49-F238E27FC236}">
                <a16:creationId xmlns:a16="http://schemas.microsoft.com/office/drawing/2014/main" id="{B14BBC03-913E-4395-B3E9-C466055D8E62}"/>
              </a:ext>
            </a:extLst>
          </p:cNvPr>
          <p:cNvSpPr/>
          <p:nvPr>
            <p:custDataLst>
              <p:tags r:id="rId8"/>
            </p:custDataLst>
          </p:nvPr>
        </p:nvSpPr>
        <p:spPr bwMode="auto">
          <a:xfrm>
            <a:off x="5378186" y="1944290"/>
            <a:ext cx="225428" cy="379669"/>
          </a:xfrm>
          <a:custGeom>
            <a:avLst/>
            <a:gdLst>
              <a:gd name="T0" fmla="*/ 30 w 104"/>
              <a:gd name="T1" fmla="*/ 176 h 176"/>
              <a:gd name="T2" fmla="*/ 17 w 104"/>
              <a:gd name="T3" fmla="*/ 133 h 176"/>
              <a:gd name="T4" fmla="*/ 11 w 104"/>
              <a:gd name="T5" fmla="*/ 72 h 176"/>
              <a:gd name="T6" fmla="*/ 14 w 104"/>
              <a:gd name="T7" fmla="*/ 79 h 176"/>
              <a:gd name="T8" fmla="*/ 38 w 104"/>
              <a:gd name="T9" fmla="*/ 33 h 176"/>
              <a:gd name="T10" fmla="*/ 87 w 104"/>
              <a:gd name="T11" fmla="*/ 0 h 176"/>
              <a:gd name="T12" fmla="*/ 82 w 104"/>
              <a:gd name="T13" fmla="*/ 54 h 176"/>
              <a:gd name="T14" fmla="*/ 83 w 104"/>
              <a:gd name="T15" fmla="*/ 135 h 176"/>
              <a:gd name="T16" fmla="*/ 37 w 104"/>
              <a:gd name="T17" fmla="*/ 175 h 176"/>
              <a:gd name="T18" fmla="*/ 56 w 104"/>
              <a:gd name="T19" fmla="*/ 135 h 176"/>
              <a:gd name="T20" fmla="*/ 55 w 104"/>
              <a:gd name="T21" fmla="*/ 99 h 176"/>
              <a:gd name="T22" fmla="*/ 50 w 104"/>
              <a:gd name="T23" fmla="*/ 135 h 176"/>
              <a:gd name="T24" fmla="*/ 30 w 104"/>
              <a:gd name="T25"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176">
                <a:moveTo>
                  <a:pt x="30" y="176"/>
                </a:moveTo>
                <a:cubicBezTo>
                  <a:pt x="30" y="176"/>
                  <a:pt x="29" y="157"/>
                  <a:pt x="17" y="133"/>
                </a:cubicBezTo>
                <a:cubicBezTo>
                  <a:pt x="0" y="99"/>
                  <a:pt x="11" y="72"/>
                  <a:pt x="11" y="72"/>
                </a:cubicBezTo>
                <a:cubicBezTo>
                  <a:pt x="14" y="79"/>
                  <a:pt x="14" y="79"/>
                  <a:pt x="14" y="79"/>
                </a:cubicBezTo>
                <a:cubicBezTo>
                  <a:pt x="14" y="79"/>
                  <a:pt x="16" y="52"/>
                  <a:pt x="38" y="33"/>
                </a:cubicBezTo>
                <a:cubicBezTo>
                  <a:pt x="59" y="13"/>
                  <a:pt x="87" y="0"/>
                  <a:pt x="87" y="0"/>
                </a:cubicBezTo>
                <a:cubicBezTo>
                  <a:pt x="87" y="0"/>
                  <a:pt x="70" y="20"/>
                  <a:pt x="82" y="54"/>
                </a:cubicBezTo>
                <a:cubicBezTo>
                  <a:pt x="93" y="88"/>
                  <a:pt x="104" y="106"/>
                  <a:pt x="83" y="135"/>
                </a:cubicBezTo>
                <a:cubicBezTo>
                  <a:pt x="63" y="164"/>
                  <a:pt x="37" y="175"/>
                  <a:pt x="37" y="175"/>
                </a:cubicBezTo>
                <a:cubicBezTo>
                  <a:pt x="37" y="175"/>
                  <a:pt x="54" y="148"/>
                  <a:pt x="56" y="135"/>
                </a:cubicBezTo>
                <a:cubicBezTo>
                  <a:pt x="58" y="123"/>
                  <a:pt x="55" y="99"/>
                  <a:pt x="55" y="99"/>
                </a:cubicBezTo>
                <a:cubicBezTo>
                  <a:pt x="55" y="99"/>
                  <a:pt x="58" y="114"/>
                  <a:pt x="50" y="135"/>
                </a:cubicBezTo>
                <a:cubicBezTo>
                  <a:pt x="43" y="157"/>
                  <a:pt x="30" y="176"/>
                  <a:pt x="30" y="176"/>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5" name="千图PPT彼岸天：ID 8661124库_任意多边形 44">
            <a:extLst>
              <a:ext uri="{FF2B5EF4-FFF2-40B4-BE49-F238E27FC236}">
                <a16:creationId xmlns:a16="http://schemas.microsoft.com/office/drawing/2014/main" id="{15A41DC5-72A9-43E3-B94C-BC72674BD9BE}"/>
              </a:ext>
            </a:extLst>
          </p:cNvPr>
          <p:cNvSpPr/>
          <p:nvPr>
            <p:custDataLst>
              <p:tags r:id="rId9"/>
            </p:custDataLst>
          </p:nvPr>
        </p:nvSpPr>
        <p:spPr bwMode="auto">
          <a:xfrm>
            <a:off x="4894473" y="2445343"/>
            <a:ext cx="194398" cy="360503"/>
          </a:xfrm>
          <a:custGeom>
            <a:avLst/>
            <a:gdLst>
              <a:gd name="T0" fmla="*/ 51 w 90"/>
              <a:gd name="T1" fmla="*/ 167 h 167"/>
              <a:gd name="T2" fmla="*/ 27 w 90"/>
              <a:gd name="T3" fmla="*/ 137 h 167"/>
              <a:gd name="T4" fmla="*/ 2 w 90"/>
              <a:gd name="T5" fmla="*/ 91 h 167"/>
              <a:gd name="T6" fmla="*/ 7 w 90"/>
              <a:gd name="T7" fmla="*/ 96 h 167"/>
              <a:gd name="T8" fmla="*/ 11 w 90"/>
              <a:gd name="T9" fmla="*/ 48 h 167"/>
              <a:gd name="T10" fmla="*/ 41 w 90"/>
              <a:gd name="T11" fmla="*/ 0 h 167"/>
              <a:gd name="T12" fmla="*/ 54 w 90"/>
              <a:gd name="T13" fmla="*/ 45 h 167"/>
              <a:gd name="T14" fmla="*/ 82 w 90"/>
              <a:gd name="T15" fmla="*/ 110 h 167"/>
              <a:gd name="T16" fmla="*/ 57 w 90"/>
              <a:gd name="T17" fmla="*/ 163 h 167"/>
              <a:gd name="T18" fmla="*/ 60 w 90"/>
              <a:gd name="T19" fmla="*/ 122 h 167"/>
              <a:gd name="T20" fmla="*/ 47 w 90"/>
              <a:gd name="T21" fmla="*/ 94 h 167"/>
              <a:gd name="T22" fmla="*/ 55 w 90"/>
              <a:gd name="T23" fmla="*/ 125 h 167"/>
              <a:gd name="T24" fmla="*/ 51 w 90"/>
              <a:gd name="T25" fmla="*/ 16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 h="167">
                <a:moveTo>
                  <a:pt x="51" y="167"/>
                </a:moveTo>
                <a:cubicBezTo>
                  <a:pt x="51" y="167"/>
                  <a:pt x="44" y="151"/>
                  <a:pt x="27" y="137"/>
                </a:cubicBezTo>
                <a:cubicBezTo>
                  <a:pt x="2" y="118"/>
                  <a:pt x="2" y="91"/>
                  <a:pt x="2" y="91"/>
                </a:cubicBezTo>
                <a:cubicBezTo>
                  <a:pt x="7" y="96"/>
                  <a:pt x="7" y="96"/>
                  <a:pt x="7" y="96"/>
                </a:cubicBezTo>
                <a:cubicBezTo>
                  <a:pt x="7" y="96"/>
                  <a:pt x="0" y="73"/>
                  <a:pt x="11" y="48"/>
                </a:cubicBezTo>
                <a:cubicBezTo>
                  <a:pt x="23" y="22"/>
                  <a:pt x="41" y="0"/>
                  <a:pt x="41" y="0"/>
                </a:cubicBezTo>
                <a:cubicBezTo>
                  <a:pt x="41" y="0"/>
                  <a:pt x="34" y="23"/>
                  <a:pt x="54" y="45"/>
                </a:cubicBezTo>
                <a:cubicBezTo>
                  <a:pt x="74" y="68"/>
                  <a:pt x="90" y="78"/>
                  <a:pt x="82" y="110"/>
                </a:cubicBezTo>
                <a:cubicBezTo>
                  <a:pt x="75" y="142"/>
                  <a:pt x="57" y="163"/>
                  <a:pt x="57" y="163"/>
                </a:cubicBezTo>
                <a:cubicBezTo>
                  <a:pt x="57" y="163"/>
                  <a:pt x="62" y="134"/>
                  <a:pt x="60" y="122"/>
                </a:cubicBezTo>
                <a:cubicBezTo>
                  <a:pt x="57" y="111"/>
                  <a:pt x="47" y="94"/>
                  <a:pt x="47" y="94"/>
                </a:cubicBezTo>
                <a:cubicBezTo>
                  <a:pt x="47" y="94"/>
                  <a:pt x="54" y="105"/>
                  <a:pt x="55" y="125"/>
                </a:cubicBezTo>
                <a:cubicBezTo>
                  <a:pt x="56" y="145"/>
                  <a:pt x="51" y="167"/>
                  <a:pt x="51" y="167"/>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6" name="千图PPT彼岸天：ID 8661124库_任意多边形 45">
            <a:extLst>
              <a:ext uri="{FF2B5EF4-FFF2-40B4-BE49-F238E27FC236}">
                <a16:creationId xmlns:a16="http://schemas.microsoft.com/office/drawing/2014/main" id="{E7D40225-8E55-4774-A3BA-5A6AD6306E98}"/>
              </a:ext>
            </a:extLst>
          </p:cNvPr>
          <p:cNvSpPr/>
          <p:nvPr>
            <p:custDataLst>
              <p:tags r:id="rId10"/>
            </p:custDataLst>
          </p:nvPr>
        </p:nvSpPr>
        <p:spPr bwMode="auto">
          <a:xfrm>
            <a:off x="6662305" y="2004525"/>
            <a:ext cx="355027" cy="585019"/>
          </a:xfrm>
          <a:custGeom>
            <a:avLst/>
            <a:gdLst>
              <a:gd name="T0" fmla="*/ 109 w 164"/>
              <a:gd name="T1" fmla="*/ 271 h 271"/>
              <a:gd name="T2" fmla="*/ 133 w 164"/>
              <a:gd name="T3" fmla="*/ 212 h 271"/>
              <a:gd name="T4" fmla="*/ 151 w 164"/>
              <a:gd name="T5" fmla="*/ 124 h 271"/>
              <a:gd name="T6" fmla="*/ 145 w 164"/>
              <a:gd name="T7" fmla="*/ 134 h 271"/>
              <a:gd name="T8" fmla="*/ 113 w 164"/>
              <a:gd name="T9" fmla="*/ 60 h 271"/>
              <a:gd name="T10" fmla="*/ 39 w 164"/>
              <a:gd name="T11" fmla="*/ 0 h 271"/>
              <a:gd name="T12" fmla="*/ 41 w 164"/>
              <a:gd name="T13" fmla="*/ 79 h 271"/>
              <a:gd name="T14" fmla="*/ 28 w 164"/>
              <a:gd name="T15" fmla="*/ 198 h 271"/>
              <a:gd name="T16" fmla="*/ 97 w 164"/>
              <a:gd name="T17" fmla="*/ 268 h 271"/>
              <a:gd name="T18" fmla="*/ 72 w 164"/>
              <a:gd name="T19" fmla="*/ 205 h 271"/>
              <a:gd name="T20" fmla="*/ 77 w 164"/>
              <a:gd name="T21" fmla="*/ 153 h 271"/>
              <a:gd name="T22" fmla="*/ 81 w 164"/>
              <a:gd name="T23" fmla="*/ 207 h 271"/>
              <a:gd name="T24" fmla="*/ 109 w 164"/>
              <a:gd name="T25" fmla="*/ 271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4" h="271">
                <a:moveTo>
                  <a:pt x="109" y="271"/>
                </a:moveTo>
                <a:cubicBezTo>
                  <a:pt x="109" y="271"/>
                  <a:pt x="112" y="243"/>
                  <a:pt x="133" y="212"/>
                </a:cubicBezTo>
                <a:cubicBezTo>
                  <a:pt x="164" y="166"/>
                  <a:pt x="151" y="124"/>
                  <a:pt x="151" y="124"/>
                </a:cubicBezTo>
                <a:cubicBezTo>
                  <a:pt x="145" y="134"/>
                  <a:pt x="145" y="134"/>
                  <a:pt x="145" y="134"/>
                </a:cubicBezTo>
                <a:cubicBezTo>
                  <a:pt x="145" y="134"/>
                  <a:pt x="145" y="94"/>
                  <a:pt x="113" y="60"/>
                </a:cubicBezTo>
                <a:cubicBezTo>
                  <a:pt x="81" y="25"/>
                  <a:pt x="39" y="0"/>
                  <a:pt x="39" y="0"/>
                </a:cubicBezTo>
                <a:cubicBezTo>
                  <a:pt x="39" y="0"/>
                  <a:pt x="62" y="33"/>
                  <a:pt x="41" y="79"/>
                </a:cubicBezTo>
                <a:cubicBezTo>
                  <a:pt x="20" y="126"/>
                  <a:pt x="0" y="151"/>
                  <a:pt x="28" y="198"/>
                </a:cubicBezTo>
                <a:cubicBezTo>
                  <a:pt x="57" y="245"/>
                  <a:pt x="97" y="268"/>
                  <a:pt x="97" y="268"/>
                </a:cubicBezTo>
                <a:cubicBezTo>
                  <a:pt x="97" y="268"/>
                  <a:pt x="73" y="225"/>
                  <a:pt x="72" y="205"/>
                </a:cubicBezTo>
                <a:cubicBezTo>
                  <a:pt x="70" y="186"/>
                  <a:pt x="77" y="153"/>
                  <a:pt x="77" y="153"/>
                </a:cubicBezTo>
                <a:cubicBezTo>
                  <a:pt x="77" y="153"/>
                  <a:pt x="72" y="174"/>
                  <a:pt x="81" y="207"/>
                </a:cubicBezTo>
                <a:cubicBezTo>
                  <a:pt x="90" y="240"/>
                  <a:pt x="109" y="271"/>
                  <a:pt x="109" y="271"/>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7" name="千图PPT彼岸天：ID 8661124库_任意多边形 46">
            <a:extLst>
              <a:ext uri="{FF2B5EF4-FFF2-40B4-BE49-F238E27FC236}">
                <a16:creationId xmlns:a16="http://schemas.microsoft.com/office/drawing/2014/main" id="{2D452857-C452-42A7-A81B-D04E1A803846}"/>
              </a:ext>
            </a:extLst>
          </p:cNvPr>
          <p:cNvSpPr/>
          <p:nvPr>
            <p:custDataLst>
              <p:tags r:id="rId11"/>
            </p:custDataLst>
          </p:nvPr>
        </p:nvSpPr>
        <p:spPr bwMode="auto">
          <a:xfrm>
            <a:off x="6921501" y="3389039"/>
            <a:ext cx="407048" cy="425302"/>
          </a:xfrm>
          <a:custGeom>
            <a:avLst/>
            <a:gdLst>
              <a:gd name="T0" fmla="*/ 4 w 188"/>
              <a:gd name="T1" fmla="*/ 191 h 197"/>
              <a:gd name="T2" fmla="*/ 64 w 188"/>
              <a:gd name="T3" fmla="*/ 188 h 197"/>
              <a:gd name="T4" fmla="*/ 143 w 188"/>
              <a:gd name="T5" fmla="*/ 164 h 197"/>
              <a:gd name="T6" fmla="*/ 132 w 188"/>
              <a:gd name="T7" fmla="*/ 163 h 197"/>
              <a:gd name="T8" fmla="*/ 176 w 188"/>
              <a:gd name="T9" fmla="*/ 98 h 197"/>
              <a:gd name="T10" fmla="*/ 188 w 188"/>
              <a:gd name="T11" fmla="*/ 0 h 197"/>
              <a:gd name="T12" fmla="*/ 125 w 188"/>
              <a:gd name="T13" fmla="*/ 38 h 197"/>
              <a:gd name="T14" fmla="*/ 24 w 188"/>
              <a:gd name="T15" fmla="*/ 80 h 197"/>
              <a:gd name="T16" fmla="*/ 1 w 188"/>
              <a:gd name="T17" fmla="*/ 179 h 197"/>
              <a:gd name="T18" fmla="*/ 39 w 188"/>
              <a:gd name="T19" fmla="*/ 125 h 197"/>
              <a:gd name="T20" fmla="*/ 84 w 188"/>
              <a:gd name="T21" fmla="*/ 107 h 197"/>
              <a:gd name="T22" fmla="*/ 42 w 188"/>
              <a:gd name="T23" fmla="*/ 135 h 197"/>
              <a:gd name="T24" fmla="*/ 4 w 188"/>
              <a:gd name="T25" fmla="*/ 191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97">
                <a:moveTo>
                  <a:pt x="4" y="191"/>
                </a:moveTo>
                <a:cubicBezTo>
                  <a:pt x="4" y="191"/>
                  <a:pt x="28" y="181"/>
                  <a:pt x="64" y="188"/>
                </a:cubicBezTo>
                <a:cubicBezTo>
                  <a:pt x="115" y="197"/>
                  <a:pt x="143" y="164"/>
                  <a:pt x="143" y="164"/>
                </a:cubicBezTo>
                <a:cubicBezTo>
                  <a:pt x="132" y="163"/>
                  <a:pt x="132" y="163"/>
                  <a:pt x="132" y="163"/>
                </a:cubicBezTo>
                <a:cubicBezTo>
                  <a:pt x="132" y="163"/>
                  <a:pt x="164" y="145"/>
                  <a:pt x="176" y="98"/>
                </a:cubicBezTo>
                <a:cubicBezTo>
                  <a:pt x="188" y="52"/>
                  <a:pt x="188" y="0"/>
                  <a:pt x="188" y="0"/>
                </a:cubicBezTo>
                <a:cubicBezTo>
                  <a:pt x="188" y="0"/>
                  <a:pt x="174" y="37"/>
                  <a:pt x="125" y="38"/>
                </a:cubicBezTo>
                <a:cubicBezTo>
                  <a:pt x="77" y="39"/>
                  <a:pt x="47" y="31"/>
                  <a:pt x="24" y="80"/>
                </a:cubicBezTo>
                <a:cubicBezTo>
                  <a:pt x="0" y="129"/>
                  <a:pt x="1" y="179"/>
                  <a:pt x="1" y="179"/>
                </a:cubicBezTo>
                <a:cubicBezTo>
                  <a:pt x="1" y="179"/>
                  <a:pt x="24" y="136"/>
                  <a:pt x="39" y="125"/>
                </a:cubicBezTo>
                <a:cubicBezTo>
                  <a:pt x="54" y="115"/>
                  <a:pt x="84" y="107"/>
                  <a:pt x="84" y="107"/>
                </a:cubicBezTo>
                <a:cubicBezTo>
                  <a:pt x="84" y="107"/>
                  <a:pt x="64" y="111"/>
                  <a:pt x="42" y="135"/>
                </a:cubicBezTo>
                <a:cubicBezTo>
                  <a:pt x="20" y="159"/>
                  <a:pt x="4" y="191"/>
                  <a:pt x="4" y="19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8" name="千图PPT彼岸天：ID 8661124库_任意多边形 47">
            <a:extLst>
              <a:ext uri="{FF2B5EF4-FFF2-40B4-BE49-F238E27FC236}">
                <a16:creationId xmlns:a16="http://schemas.microsoft.com/office/drawing/2014/main" id="{2DB74707-7637-450B-8769-DF5344818FC0}"/>
              </a:ext>
            </a:extLst>
          </p:cNvPr>
          <p:cNvSpPr/>
          <p:nvPr>
            <p:custDataLst>
              <p:tags r:id="rId12"/>
            </p:custDataLst>
          </p:nvPr>
        </p:nvSpPr>
        <p:spPr bwMode="auto">
          <a:xfrm>
            <a:off x="4825111" y="3096986"/>
            <a:ext cx="799494" cy="706403"/>
          </a:xfrm>
          <a:custGeom>
            <a:avLst/>
            <a:gdLst>
              <a:gd name="T0" fmla="*/ 44 w 370"/>
              <a:gd name="T1" fmla="*/ 0 h 327"/>
              <a:gd name="T2" fmla="*/ 121 w 370"/>
              <a:gd name="T3" fmla="*/ 276 h 327"/>
              <a:gd name="T4" fmla="*/ 189 w 370"/>
              <a:gd name="T5" fmla="*/ 304 h 327"/>
              <a:gd name="T6" fmla="*/ 178 w 370"/>
              <a:gd name="T7" fmla="*/ 311 h 327"/>
              <a:gd name="T8" fmla="*/ 160 w 370"/>
              <a:gd name="T9" fmla="*/ 318 h 327"/>
              <a:gd name="T10" fmla="*/ 257 w 370"/>
              <a:gd name="T11" fmla="*/ 315 h 327"/>
              <a:gd name="T12" fmla="*/ 356 w 370"/>
              <a:gd name="T13" fmla="*/ 277 h 327"/>
              <a:gd name="T14" fmla="*/ 258 w 370"/>
              <a:gd name="T15" fmla="*/ 252 h 327"/>
              <a:gd name="T16" fmla="*/ 163 w 370"/>
              <a:gd name="T17" fmla="*/ 190 h 327"/>
              <a:gd name="T18" fmla="*/ 274 w 370"/>
              <a:gd name="T19" fmla="*/ 241 h 327"/>
              <a:gd name="T20" fmla="*/ 370 w 370"/>
              <a:gd name="T21" fmla="*/ 252 h 327"/>
              <a:gd name="T22" fmla="*/ 357 w 370"/>
              <a:gd name="T23" fmla="*/ 242 h 327"/>
              <a:gd name="T24" fmla="*/ 335 w 370"/>
              <a:gd name="T25" fmla="*/ 212 h 327"/>
              <a:gd name="T26" fmla="*/ 289 w 370"/>
              <a:gd name="T27" fmla="*/ 116 h 327"/>
              <a:gd name="T28" fmla="*/ 197 w 370"/>
              <a:gd name="T29" fmla="*/ 62 h 327"/>
              <a:gd name="T30" fmla="*/ 207 w 370"/>
              <a:gd name="T31" fmla="*/ 75 h 327"/>
              <a:gd name="T32" fmla="*/ 124 w 370"/>
              <a:gd name="T33" fmla="*/ 70 h 327"/>
              <a:gd name="T34" fmla="*/ 44 w 370"/>
              <a:gd name="T35" fmla="*/ 0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0" h="327">
                <a:moveTo>
                  <a:pt x="44" y="0"/>
                </a:moveTo>
                <a:cubicBezTo>
                  <a:pt x="44" y="0"/>
                  <a:pt x="0" y="194"/>
                  <a:pt x="121" y="276"/>
                </a:cubicBezTo>
                <a:cubicBezTo>
                  <a:pt x="143" y="291"/>
                  <a:pt x="166" y="299"/>
                  <a:pt x="189" y="304"/>
                </a:cubicBezTo>
                <a:cubicBezTo>
                  <a:pt x="185" y="307"/>
                  <a:pt x="182" y="310"/>
                  <a:pt x="178" y="311"/>
                </a:cubicBezTo>
                <a:cubicBezTo>
                  <a:pt x="167" y="316"/>
                  <a:pt x="160" y="318"/>
                  <a:pt x="160" y="318"/>
                </a:cubicBezTo>
                <a:cubicBezTo>
                  <a:pt x="160" y="318"/>
                  <a:pt x="204" y="327"/>
                  <a:pt x="257" y="315"/>
                </a:cubicBezTo>
                <a:cubicBezTo>
                  <a:pt x="309" y="303"/>
                  <a:pt x="356" y="277"/>
                  <a:pt x="356" y="277"/>
                </a:cubicBezTo>
                <a:cubicBezTo>
                  <a:pt x="356" y="277"/>
                  <a:pt x="308" y="271"/>
                  <a:pt x="258" y="252"/>
                </a:cubicBezTo>
                <a:cubicBezTo>
                  <a:pt x="209" y="232"/>
                  <a:pt x="163" y="190"/>
                  <a:pt x="163" y="190"/>
                </a:cubicBezTo>
                <a:cubicBezTo>
                  <a:pt x="163" y="190"/>
                  <a:pt x="225" y="229"/>
                  <a:pt x="274" y="241"/>
                </a:cubicBezTo>
                <a:cubicBezTo>
                  <a:pt x="322" y="254"/>
                  <a:pt x="370" y="252"/>
                  <a:pt x="370" y="252"/>
                </a:cubicBezTo>
                <a:cubicBezTo>
                  <a:pt x="357" y="242"/>
                  <a:pt x="357" y="242"/>
                  <a:pt x="357" y="242"/>
                </a:cubicBezTo>
                <a:cubicBezTo>
                  <a:pt x="350" y="235"/>
                  <a:pt x="342" y="226"/>
                  <a:pt x="335" y="212"/>
                </a:cubicBezTo>
                <a:cubicBezTo>
                  <a:pt x="321" y="186"/>
                  <a:pt x="310" y="140"/>
                  <a:pt x="289" y="116"/>
                </a:cubicBezTo>
                <a:cubicBezTo>
                  <a:pt x="261" y="84"/>
                  <a:pt x="229" y="70"/>
                  <a:pt x="197" y="62"/>
                </a:cubicBezTo>
                <a:cubicBezTo>
                  <a:pt x="201" y="66"/>
                  <a:pt x="204" y="70"/>
                  <a:pt x="207" y="75"/>
                </a:cubicBezTo>
                <a:cubicBezTo>
                  <a:pt x="178" y="71"/>
                  <a:pt x="149" y="74"/>
                  <a:pt x="124" y="70"/>
                </a:cubicBezTo>
                <a:cubicBezTo>
                  <a:pt x="60" y="60"/>
                  <a:pt x="44" y="0"/>
                  <a:pt x="44" y="0"/>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9" name="千图PPT彼岸天：ID 8661124库_任意多边形 48">
            <a:extLst>
              <a:ext uri="{FF2B5EF4-FFF2-40B4-BE49-F238E27FC236}">
                <a16:creationId xmlns:a16="http://schemas.microsoft.com/office/drawing/2014/main" id="{10957916-4250-4FD5-88F3-D451C8F123D7}"/>
              </a:ext>
            </a:extLst>
          </p:cNvPr>
          <p:cNvSpPr/>
          <p:nvPr>
            <p:custDataLst>
              <p:tags r:id="rId13"/>
            </p:custDataLst>
          </p:nvPr>
        </p:nvSpPr>
        <p:spPr bwMode="auto">
          <a:xfrm>
            <a:off x="4822373" y="2728269"/>
            <a:ext cx="369629" cy="459983"/>
          </a:xfrm>
          <a:custGeom>
            <a:avLst/>
            <a:gdLst>
              <a:gd name="T0" fmla="*/ 135 w 171"/>
              <a:gd name="T1" fmla="*/ 213 h 213"/>
              <a:gd name="T2" fmla="*/ 102 w 171"/>
              <a:gd name="T3" fmla="*/ 198 h 213"/>
              <a:gd name="T4" fmla="*/ 19 w 171"/>
              <a:gd name="T5" fmla="*/ 135 h 213"/>
              <a:gd name="T6" fmla="*/ 31 w 171"/>
              <a:gd name="T7" fmla="*/ 0 h 213"/>
              <a:gd name="T8" fmla="*/ 68 w 171"/>
              <a:gd name="T9" fmla="*/ 47 h 213"/>
              <a:gd name="T10" fmla="*/ 138 w 171"/>
              <a:gd name="T11" fmla="*/ 89 h 213"/>
              <a:gd name="T12" fmla="*/ 144 w 171"/>
              <a:gd name="T13" fmla="*/ 207 h 213"/>
              <a:gd name="T14" fmla="*/ 113 w 171"/>
              <a:gd name="T15" fmla="*/ 143 h 213"/>
              <a:gd name="T16" fmla="*/ 72 w 171"/>
              <a:gd name="T17" fmla="*/ 115 h 213"/>
              <a:gd name="T18" fmla="*/ 118 w 171"/>
              <a:gd name="T19" fmla="*/ 162 h 213"/>
              <a:gd name="T20" fmla="*/ 135 w 171"/>
              <a:gd name="T21" fmla="*/ 213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1" h="213">
                <a:moveTo>
                  <a:pt x="135" y="213"/>
                </a:moveTo>
                <a:cubicBezTo>
                  <a:pt x="135" y="213"/>
                  <a:pt x="124" y="207"/>
                  <a:pt x="102" y="198"/>
                </a:cubicBezTo>
                <a:cubicBezTo>
                  <a:pt x="80" y="189"/>
                  <a:pt x="34" y="178"/>
                  <a:pt x="19" y="135"/>
                </a:cubicBezTo>
                <a:cubicBezTo>
                  <a:pt x="0" y="80"/>
                  <a:pt x="31" y="0"/>
                  <a:pt x="31" y="0"/>
                </a:cubicBezTo>
                <a:cubicBezTo>
                  <a:pt x="31" y="0"/>
                  <a:pt x="35" y="33"/>
                  <a:pt x="68" y="47"/>
                </a:cubicBezTo>
                <a:cubicBezTo>
                  <a:pt x="101" y="60"/>
                  <a:pt x="112" y="58"/>
                  <a:pt x="138" y="89"/>
                </a:cubicBezTo>
                <a:cubicBezTo>
                  <a:pt x="171" y="128"/>
                  <a:pt x="144" y="207"/>
                  <a:pt x="144" y="207"/>
                </a:cubicBezTo>
                <a:cubicBezTo>
                  <a:pt x="144" y="207"/>
                  <a:pt x="134" y="165"/>
                  <a:pt x="113" y="143"/>
                </a:cubicBezTo>
                <a:cubicBezTo>
                  <a:pt x="92" y="120"/>
                  <a:pt x="72" y="115"/>
                  <a:pt x="72" y="115"/>
                </a:cubicBezTo>
                <a:cubicBezTo>
                  <a:pt x="72" y="115"/>
                  <a:pt x="104" y="129"/>
                  <a:pt x="118" y="162"/>
                </a:cubicBezTo>
                <a:cubicBezTo>
                  <a:pt x="133" y="194"/>
                  <a:pt x="135" y="213"/>
                  <a:pt x="135" y="213"/>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30" name="千图PPT彼岸天：ID 8661124库_任意多边形 49">
            <a:extLst>
              <a:ext uri="{FF2B5EF4-FFF2-40B4-BE49-F238E27FC236}">
                <a16:creationId xmlns:a16="http://schemas.microsoft.com/office/drawing/2014/main" id="{E5740517-DD56-4691-9C7D-E6903111FA6B}"/>
              </a:ext>
            </a:extLst>
          </p:cNvPr>
          <p:cNvSpPr/>
          <p:nvPr>
            <p:custDataLst>
              <p:tags r:id="rId14"/>
            </p:custDataLst>
          </p:nvPr>
        </p:nvSpPr>
        <p:spPr bwMode="auto">
          <a:xfrm>
            <a:off x="5196565" y="3827118"/>
            <a:ext cx="636127" cy="425302"/>
          </a:xfrm>
          <a:custGeom>
            <a:avLst/>
            <a:gdLst>
              <a:gd name="T0" fmla="*/ 289 w 294"/>
              <a:gd name="T1" fmla="*/ 154 h 197"/>
              <a:gd name="T2" fmla="*/ 240 w 294"/>
              <a:gd name="T3" fmla="*/ 164 h 197"/>
              <a:gd name="T4" fmla="*/ 97 w 294"/>
              <a:gd name="T5" fmla="*/ 162 h 197"/>
              <a:gd name="T6" fmla="*/ 0 w 294"/>
              <a:gd name="T7" fmla="*/ 2 h 197"/>
              <a:gd name="T8" fmla="*/ 79 w 294"/>
              <a:gd name="T9" fmla="*/ 24 h 197"/>
              <a:gd name="T10" fmla="*/ 192 w 294"/>
              <a:gd name="T11" fmla="*/ 14 h 197"/>
              <a:gd name="T12" fmla="*/ 294 w 294"/>
              <a:gd name="T13" fmla="*/ 140 h 197"/>
              <a:gd name="T14" fmla="*/ 207 w 294"/>
              <a:gd name="T15" fmla="*/ 93 h 197"/>
              <a:gd name="T16" fmla="*/ 138 w 294"/>
              <a:gd name="T17" fmla="*/ 96 h 197"/>
              <a:gd name="T18" fmla="*/ 229 w 294"/>
              <a:gd name="T19" fmla="*/ 110 h 197"/>
              <a:gd name="T20" fmla="*/ 289 w 294"/>
              <a:gd name="T21" fmla="*/ 154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4" h="197">
                <a:moveTo>
                  <a:pt x="289" y="154"/>
                </a:moveTo>
                <a:cubicBezTo>
                  <a:pt x="289" y="154"/>
                  <a:pt x="272" y="156"/>
                  <a:pt x="240" y="164"/>
                </a:cubicBezTo>
                <a:cubicBezTo>
                  <a:pt x="208" y="173"/>
                  <a:pt x="149" y="197"/>
                  <a:pt x="97" y="162"/>
                </a:cubicBezTo>
                <a:cubicBezTo>
                  <a:pt x="30" y="116"/>
                  <a:pt x="0" y="2"/>
                  <a:pt x="0" y="2"/>
                </a:cubicBezTo>
                <a:cubicBezTo>
                  <a:pt x="0" y="2"/>
                  <a:pt x="31" y="35"/>
                  <a:pt x="79" y="24"/>
                </a:cubicBezTo>
                <a:cubicBezTo>
                  <a:pt x="127" y="12"/>
                  <a:pt x="137" y="0"/>
                  <a:pt x="192" y="14"/>
                </a:cubicBezTo>
                <a:cubicBezTo>
                  <a:pt x="259" y="30"/>
                  <a:pt x="294" y="140"/>
                  <a:pt x="294" y="140"/>
                </a:cubicBezTo>
                <a:cubicBezTo>
                  <a:pt x="294" y="140"/>
                  <a:pt x="249" y="102"/>
                  <a:pt x="207" y="93"/>
                </a:cubicBezTo>
                <a:cubicBezTo>
                  <a:pt x="166" y="85"/>
                  <a:pt x="138" y="96"/>
                  <a:pt x="138" y="96"/>
                </a:cubicBezTo>
                <a:cubicBezTo>
                  <a:pt x="138" y="96"/>
                  <a:pt x="187" y="86"/>
                  <a:pt x="229" y="110"/>
                </a:cubicBezTo>
                <a:cubicBezTo>
                  <a:pt x="271" y="134"/>
                  <a:pt x="289" y="154"/>
                  <a:pt x="289" y="154"/>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31" name="千图PPT彼岸天：ID 8661124库_任意多边形 50">
            <a:extLst>
              <a:ext uri="{FF2B5EF4-FFF2-40B4-BE49-F238E27FC236}">
                <a16:creationId xmlns:a16="http://schemas.microsoft.com/office/drawing/2014/main" id="{9DA75E5B-CF0B-40EB-9E53-16EAA9C855F9}"/>
              </a:ext>
            </a:extLst>
          </p:cNvPr>
          <p:cNvSpPr/>
          <p:nvPr>
            <p:custDataLst>
              <p:tags r:id="rId15"/>
            </p:custDataLst>
          </p:nvPr>
        </p:nvSpPr>
        <p:spPr bwMode="auto">
          <a:xfrm>
            <a:off x="6329182" y="3790612"/>
            <a:ext cx="281101" cy="475499"/>
          </a:xfrm>
          <a:custGeom>
            <a:avLst/>
            <a:gdLst>
              <a:gd name="T0" fmla="*/ 91 w 130"/>
              <a:gd name="T1" fmla="*/ 53 h 220"/>
              <a:gd name="T2" fmla="*/ 92 w 130"/>
              <a:gd name="T3" fmla="*/ 69 h 220"/>
              <a:gd name="T4" fmla="*/ 80 w 130"/>
              <a:gd name="T5" fmla="*/ 53 h 220"/>
              <a:gd name="T6" fmla="*/ 71 w 130"/>
              <a:gd name="T7" fmla="*/ 0 h 220"/>
              <a:gd name="T8" fmla="*/ 12 w 130"/>
              <a:gd name="T9" fmla="*/ 66 h 220"/>
              <a:gd name="T10" fmla="*/ 7 w 130"/>
              <a:gd name="T11" fmla="*/ 121 h 220"/>
              <a:gd name="T12" fmla="*/ 0 w 130"/>
              <a:gd name="T13" fmla="*/ 115 h 220"/>
              <a:gd name="T14" fmla="*/ 35 w 130"/>
              <a:gd name="T15" fmla="*/ 173 h 220"/>
              <a:gd name="T16" fmla="*/ 71 w 130"/>
              <a:gd name="T17" fmla="*/ 220 h 220"/>
              <a:gd name="T18" fmla="*/ 72 w 130"/>
              <a:gd name="T19" fmla="*/ 219 h 220"/>
              <a:gd name="T20" fmla="*/ 82 w 130"/>
              <a:gd name="T21" fmla="*/ 187 h 220"/>
              <a:gd name="T22" fmla="*/ 70 w 130"/>
              <a:gd name="T23" fmla="*/ 107 h 220"/>
              <a:gd name="T24" fmla="*/ 93 w 130"/>
              <a:gd name="T25" fmla="*/ 164 h 220"/>
              <a:gd name="T26" fmla="*/ 91 w 130"/>
              <a:gd name="T27" fmla="*/ 205 h 220"/>
              <a:gd name="T28" fmla="*/ 119 w 130"/>
              <a:gd name="T29" fmla="*/ 158 h 220"/>
              <a:gd name="T30" fmla="*/ 120 w 130"/>
              <a:gd name="T31" fmla="*/ 152 h 220"/>
              <a:gd name="T32" fmla="*/ 91 w 130"/>
              <a:gd name="T33" fmla="*/ 53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220">
                <a:moveTo>
                  <a:pt x="91" y="53"/>
                </a:moveTo>
                <a:cubicBezTo>
                  <a:pt x="92" y="69"/>
                  <a:pt x="92" y="69"/>
                  <a:pt x="92" y="69"/>
                </a:cubicBezTo>
                <a:cubicBezTo>
                  <a:pt x="88" y="63"/>
                  <a:pt x="83" y="58"/>
                  <a:pt x="80" y="53"/>
                </a:cubicBezTo>
                <a:cubicBezTo>
                  <a:pt x="64" y="32"/>
                  <a:pt x="71" y="0"/>
                  <a:pt x="71" y="0"/>
                </a:cubicBezTo>
                <a:cubicBezTo>
                  <a:pt x="71" y="0"/>
                  <a:pt x="27" y="22"/>
                  <a:pt x="12" y="66"/>
                </a:cubicBezTo>
                <a:cubicBezTo>
                  <a:pt x="5" y="85"/>
                  <a:pt x="4" y="104"/>
                  <a:pt x="7" y="121"/>
                </a:cubicBezTo>
                <a:cubicBezTo>
                  <a:pt x="5" y="119"/>
                  <a:pt x="2" y="117"/>
                  <a:pt x="0" y="115"/>
                </a:cubicBezTo>
                <a:cubicBezTo>
                  <a:pt x="2" y="140"/>
                  <a:pt x="18" y="159"/>
                  <a:pt x="35" y="173"/>
                </a:cubicBezTo>
                <a:cubicBezTo>
                  <a:pt x="64" y="198"/>
                  <a:pt x="71" y="220"/>
                  <a:pt x="71" y="220"/>
                </a:cubicBezTo>
                <a:cubicBezTo>
                  <a:pt x="71" y="220"/>
                  <a:pt x="72" y="219"/>
                  <a:pt x="72" y="219"/>
                </a:cubicBezTo>
                <a:cubicBezTo>
                  <a:pt x="76" y="211"/>
                  <a:pt x="79" y="200"/>
                  <a:pt x="82" y="187"/>
                </a:cubicBezTo>
                <a:cubicBezTo>
                  <a:pt x="92" y="144"/>
                  <a:pt x="70" y="107"/>
                  <a:pt x="70" y="107"/>
                </a:cubicBezTo>
                <a:cubicBezTo>
                  <a:pt x="70" y="107"/>
                  <a:pt x="87" y="131"/>
                  <a:pt x="93" y="164"/>
                </a:cubicBezTo>
                <a:cubicBezTo>
                  <a:pt x="95" y="176"/>
                  <a:pt x="93" y="191"/>
                  <a:pt x="91" y="205"/>
                </a:cubicBezTo>
                <a:cubicBezTo>
                  <a:pt x="101" y="195"/>
                  <a:pt x="113" y="180"/>
                  <a:pt x="119" y="158"/>
                </a:cubicBezTo>
                <a:cubicBezTo>
                  <a:pt x="119" y="156"/>
                  <a:pt x="120" y="154"/>
                  <a:pt x="120" y="152"/>
                </a:cubicBezTo>
                <a:cubicBezTo>
                  <a:pt x="130" y="110"/>
                  <a:pt x="107" y="73"/>
                  <a:pt x="91" y="53"/>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32" name="千图PPT彼岸天：ID 8661124库_任意多边形 51">
            <a:extLst>
              <a:ext uri="{FF2B5EF4-FFF2-40B4-BE49-F238E27FC236}">
                <a16:creationId xmlns:a16="http://schemas.microsoft.com/office/drawing/2014/main" id="{7612C511-FA10-4B7D-866F-A0296991326E}"/>
              </a:ext>
            </a:extLst>
          </p:cNvPr>
          <p:cNvSpPr/>
          <p:nvPr>
            <p:custDataLst>
              <p:tags r:id="rId16"/>
            </p:custDataLst>
          </p:nvPr>
        </p:nvSpPr>
        <p:spPr bwMode="auto">
          <a:xfrm>
            <a:off x="6061772" y="1855761"/>
            <a:ext cx="185271" cy="336774"/>
          </a:xfrm>
          <a:custGeom>
            <a:avLst/>
            <a:gdLst>
              <a:gd name="T0" fmla="*/ 28 w 86"/>
              <a:gd name="T1" fmla="*/ 37 h 156"/>
              <a:gd name="T2" fmla="*/ 27 w 86"/>
              <a:gd name="T3" fmla="*/ 48 h 156"/>
              <a:gd name="T4" fmla="*/ 35 w 86"/>
              <a:gd name="T5" fmla="*/ 37 h 156"/>
              <a:gd name="T6" fmla="*/ 43 w 86"/>
              <a:gd name="T7" fmla="*/ 0 h 156"/>
              <a:gd name="T8" fmla="*/ 80 w 86"/>
              <a:gd name="T9" fmla="*/ 49 h 156"/>
              <a:gd name="T10" fmla="*/ 82 w 86"/>
              <a:gd name="T11" fmla="*/ 88 h 156"/>
              <a:gd name="T12" fmla="*/ 86 w 86"/>
              <a:gd name="T13" fmla="*/ 84 h 156"/>
              <a:gd name="T14" fmla="*/ 61 w 86"/>
              <a:gd name="T15" fmla="*/ 124 h 156"/>
              <a:gd name="T16" fmla="*/ 35 w 86"/>
              <a:gd name="T17" fmla="*/ 156 h 156"/>
              <a:gd name="T18" fmla="*/ 35 w 86"/>
              <a:gd name="T19" fmla="*/ 156 h 156"/>
              <a:gd name="T20" fmla="*/ 29 w 86"/>
              <a:gd name="T21" fmla="*/ 133 h 156"/>
              <a:gd name="T22" fmla="*/ 40 w 86"/>
              <a:gd name="T23" fmla="*/ 76 h 156"/>
              <a:gd name="T24" fmla="*/ 23 w 86"/>
              <a:gd name="T25" fmla="*/ 115 h 156"/>
              <a:gd name="T26" fmla="*/ 23 w 86"/>
              <a:gd name="T27" fmla="*/ 145 h 156"/>
              <a:gd name="T28" fmla="*/ 6 w 86"/>
              <a:gd name="T29" fmla="*/ 111 h 156"/>
              <a:gd name="T30" fmla="*/ 5 w 86"/>
              <a:gd name="T31" fmla="*/ 106 h 156"/>
              <a:gd name="T32" fmla="*/ 28 w 86"/>
              <a:gd name="T33" fmla="*/ 37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6" h="156">
                <a:moveTo>
                  <a:pt x="28" y="37"/>
                </a:moveTo>
                <a:cubicBezTo>
                  <a:pt x="27" y="48"/>
                  <a:pt x="27" y="48"/>
                  <a:pt x="27" y="48"/>
                </a:cubicBezTo>
                <a:cubicBezTo>
                  <a:pt x="30" y="44"/>
                  <a:pt x="33" y="40"/>
                  <a:pt x="35" y="37"/>
                </a:cubicBezTo>
                <a:cubicBezTo>
                  <a:pt x="47" y="23"/>
                  <a:pt x="43" y="0"/>
                  <a:pt x="43" y="0"/>
                </a:cubicBezTo>
                <a:cubicBezTo>
                  <a:pt x="43" y="0"/>
                  <a:pt x="71" y="17"/>
                  <a:pt x="80" y="49"/>
                </a:cubicBezTo>
                <a:cubicBezTo>
                  <a:pt x="84" y="63"/>
                  <a:pt x="84" y="76"/>
                  <a:pt x="82" y="88"/>
                </a:cubicBezTo>
                <a:cubicBezTo>
                  <a:pt x="83" y="87"/>
                  <a:pt x="85" y="85"/>
                  <a:pt x="86" y="84"/>
                </a:cubicBezTo>
                <a:cubicBezTo>
                  <a:pt x="84" y="101"/>
                  <a:pt x="73" y="114"/>
                  <a:pt x="61" y="124"/>
                </a:cubicBezTo>
                <a:cubicBezTo>
                  <a:pt x="41" y="141"/>
                  <a:pt x="35" y="156"/>
                  <a:pt x="35" y="156"/>
                </a:cubicBezTo>
                <a:cubicBezTo>
                  <a:pt x="35" y="156"/>
                  <a:pt x="35" y="156"/>
                  <a:pt x="35" y="156"/>
                </a:cubicBezTo>
                <a:cubicBezTo>
                  <a:pt x="33" y="150"/>
                  <a:pt x="31" y="142"/>
                  <a:pt x="29" y="133"/>
                </a:cubicBezTo>
                <a:cubicBezTo>
                  <a:pt x="24" y="102"/>
                  <a:pt x="40" y="76"/>
                  <a:pt x="40" y="76"/>
                </a:cubicBezTo>
                <a:cubicBezTo>
                  <a:pt x="40" y="76"/>
                  <a:pt x="28" y="93"/>
                  <a:pt x="23" y="115"/>
                </a:cubicBezTo>
                <a:cubicBezTo>
                  <a:pt x="21" y="124"/>
                  <a:pt x="22" y="135"/>
                  <a:pt x="23" y="145"/>
                </a:cubicBezTo>
                <a:cubicBezTo>
                  <a:pt x="16" y="138"/>
                  <a:pt x="9" y="126"/>
                  <a:pt x="6" y="111"/>
                </a:cubicBezTo>
                <a:cubicBezTo>
                  <a:pt x="5" y="109"/>
                  <a:pt x="5" y="108"/>
                  <a:pt x="5" y="106"/>
                </a:cubicBezTo>
                <a:cubicBezTo>
                  <a:pt x="0" y="76"/>
                  <a:pt x="17" y="51"/>
                  <a:pt x="28" y="37"/>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33" name="千图PPT彼岸天：ID 8661124库_任意多边形 52">
            <a:extLst>
              <a:ext uri="{FF2B5EF4-FFF2-40B4-BE49-F238E27FC236}">
                <a16:creationId xmlns:a16="http://schemas.microsoft.com/office/drawing/2014/main" id="{D90208D0-EC1C-49D9-A319-999579CC0FAC}"/>
              </a:ext>
            </a:extLst>
          </p:cNvPr>
          <p:cNvSpPr/>
          <p:nvPr>
            <p:custDataLst>
              <p:tags r:id="rId17"/>
            </p:custDataLst>
          </p:nvPr>
        </p:nvSpPr>
        <p:spPr bwMode="auto">
          <a:xfrm>
            <a:off x="5700356" y="2898937"/>
            <a:ext cx="272887" cy="522045"/>
          </a:xfrm>
          <a:custGeom>
            <a:avLst/>
            <a:gdLst>
              <a:gd name="T0" fmla="*/ 44 w 126"/>
              <a:gd name="T1" fmla="*/ 57 h 242"/>
              <a:gd name="T2" fmla="*/ 41 w 126"/>
              <a:gd name="T3" fmla="*/ 74 h 242"/>
              <a:gd name="T4" fmla="*/ 55 w 126"/>
              <a:gd name="T5" fmla="*/ 58 h 242"/>
              <a:gd name="T6" fmla="*/ 69 w 126"/>
              <a:gd name="T7" fmla="*/ 0 h 242"/>
              <a:gd name="T8" fmla="*/ 120 w 126"/>
              <a:gd name="T9" fmla="*/ 75 h 242"/>
              <a:gd name="T10" fmla="*/ 120 w 126"/>
              <a:gd name="T11" fmla="*/ 135 h 242"/>
              <a:gd name="T12" fmla="*/ 126 w 126"/>
              <a:gd name="T13" fmla="*/ 130 h 242"/>
              <a:gd name="T14" fmla="*/ 87 w 126"/>
              <a:gd name="T15" fmla="*/ 192 h 242"/>
              <a:gd name="T16" fmla="*/ 46 w 126"/>
              <a:gd name="T17" fmla="*/ 242 h 242"/>
              <a:gd name="T18" fmla="*/ 45 w 126"/>
              <a:gd name="T19" fmla="*/ 241 h 242"/>
              <a:gd name="T20" fmla="*/ 39 w 126"/>
              <a:gd name="T21" fmla="*/ 206 h 242"/>
              <a:gd name="T22" fmla="*/ 59 w 126"/>
              <a:gd name="T23" fmla="*/ 117 h 242"/>
              <a:gd name="T24" fmla="*/ 31 w 126"/>
              <a:gd name="T25" fmla="*/ 179 h 242"/>
              <a:gd name="T26" fmla="*/ 28 w 126"/>
              <a:gd name="T27" fmla="*/ 225 h 242"/>
              <a:gd name="T28" fmla="*/ 6 w 126"/>
              <a:gd name="T29" fmla="*/ 172 h 242"/>
              <a:gd name="T30" fmla="*/ 5 w 126"/>
              <a:gd name="T31" fmla="*/ 165 h 242"/>
              <a:gd name="T32" fmla="*/ 44 w 126"/>
              <a:gd name="T33" fmla="*/ 57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5" h="241">
                <a:moveTo>
                  <a:pt x="44" y="57"/>
                </a:moveTo>
                <a:cubicBezTo>
                  <a:pt x="41" y="74"/>
                  <a:pt x="41" y="74"/>
                  <a:pt x="41" y="74"/>
                </a:cubicBezTo>
                <a:cubicBezTo>
                  <a:pt x="47" y="68"/>
                  <a:pt x="51" y="62"/>
                  <a:pt x="55" y="58"/>
                </a:cubicBezTo>
                <a:cubicBezTo>
                  <a:pt x="73" y="36"/>
                  <a:pt x="69" y="0"/>
                  <a:pt x="69" y="0"/>
                </a:cubicBezTo>
                <a:cubicBezTo>
                  <a:pt x="69" y="0"/>
                  <a:pt x="110" y="26"/>
                  <a:pt x="120" y="75"/>
                </a:cubicBezTo>
                <a:cubicBezTo>
                  <a:pt x="125" y="97"/>
                  <a:pt x="124" y="117"/>
                  <a:pt x="120" y="135"/>
                </a:cubicBezTo>
                <a:cubicBezTo>
                  <a:pt x="122" y="134"/>
                  <a:pt x="124" y="132"/>
                  <a:pt x="126" y="130"/>
                </a:cubicBezTo>
                <a:cubicBezTo>
                  <a:pt x="122" y="157"/>
                  <a:pt x="104" y="177"/>
                  <a:pt x="87" y="192"/>
                </a:cubicBezTo>
                <a:cubicBezTo>
                  <a:pt x="55" y="218"/>
                  <a:pt x="46" y="242"/>
                  <a:pt x="46" y="242"/>
                </a:cubicBezTo>
                <a:cubicBezTo>
                  <a:pt x="46" y="242"/>
                  <a:pt x="45" y="241"/>
                  <a:pt x="45" y="241"/>
                </a:cubicBezTo>
                <a:cubicBezTo>
                  <a:pt x="42" y="232"/>
                  <a:pt x="40" y="220"/>
                  <a:pt x="39" y="206"/>
                </a:cubicBezTo>
                <a:cubicBezTo>
                  <a:pt x="33" y="158"/>
                  <a:pt x="59" y="117"/>
                  <a:pt x="59" y="117"/>
                </a:cubicBezTo>
                <a:cubicBezTo>
                  <a:pt x="59" y="117"/>
                  <a:pt x="39" y="144"/>
                  <a:pt x="31" y="179"/>
                </a:cubicBezTo>
                <a:cubicBezTo>
                  <a:pt x="27" y="192"/>
                  <a:pt x="27" y="209"/>
                  <a:pt x="28" y="225"/>
                </a:cubicBezTo>
                <a:cubicBezTo>
                  <a:pt x="19" y="213"/>
                  <a:pt x="10" y="196"/>
                  <a:pt x="6" y="172"/>
                </a:cubicBezTo>
                <a:cubicBezTo>
                  <a:pt x="5" y="169"/>
                  <a:pt x="5" y="167"/>
                  <a:pt x="5" y="165"/>
                </a:cubicBezTo>
                <a:cubicBezTo>
                  <a:pt x="0" y="118"/>
                  <a:pt x="27" y="78"/>
                  <a:pt x="44" y="57"/>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34" name="千图PPT彼岸天：ID 8661124库_任意多边形 53">
            <a:extLst>
              <a:ext uri="{FF2B5EF4-FFF2-40B4-BE49-F238E27FC236}">
                <a16:creationId xmlns:a16="http://schemas.microsoft.com/office/drawing/2014/main" id="{4986F7D8-9856-4BA7-8530-771FA7A78662}"/>
              </a:ext>
            </a:extLst>
          </p:cNvPr>
          <p:cNvSpPr/>
          <p:nvPr>
            <p:custDataLst>
              <p:tags r:id="rId18"/>
            </p:custDataLst>
          </p:nvPr>
        </p:nvSpPr>
        <p:spPr bwMode="auto">
          <a:xfrm>
            <a:off x="6671432" y="3839896"/>
            <a:ext cx="336773" cy="445380"/>
          </a:xfrm>
          <a:custGeom>
            <a:avLst/>
            <a:gdLst>
              <a:gd name="T0" fmla="*/ 86 w 156"/>
              <a:gd name="T1" fmla="*/ 41 h 206"/>
              <a:gd name="T2" fmla="*/ 77 w 156"/>
              <a:gd name="T3" fmla="*/ 56 h 206"/>
              <a:gd name="T4" fmla="*/ 95 w 156"/>
              <a:gd name="T5" fmla="*/ 46 h 206"/>
              <a:gd name="T6" fmla="*/ 131 w 156"/>
              <a:gd name="T7" fmla="*/ 0 h 206"/>
              <a:gd name="T8" fmla="*/ 146 w 156"/>
              <a:gd name="T9" fmla="*/ 87 h 206"/>
              <a:gd name="T10" fmla="*/ 122 w 156"/>
              <a:gd name="T11" fmla="*/ 141 h 206"/>
              <a:gd name="T12" fmla="*/ 130 w 156"/>
              <a:gd name="T13" fmla="*/ 138 h 206"/>
              <a:gd name="T14" fmla="*/ 70 w 156"/>
              <a:gd name="T15" fmla="*/ 178 h 206"/>
              <a:gd name="T16" fmla="*/ 14 w 156"/>
              <a:gd name="T17" fmla="*/ 206 h 206"/>
              <a:gd name="T18" fmla="*/ 14 w 156"/>
              <a:gd name="T19" fmla="*/ 205 h 206"/>
              <a:gd name="T20" fmla="*/ 22 w 156"/>
              <a:gd name="T21" fmla="*/ 171 h 206"/>
              <a:gd name="T22" fmla="*/ 75 w 156"/>
              <a:gd name="T23" fmla="*/ 101 h 206"/>
              <a:gd name="T24" fmla="*/ 26 w 156"/>
              <a:gd name="T25" fmla="*/ 144 h 206"/>
              <a:gd name="T26" fmla="*/ 5 w 156"/>
              <a:gd name="T27" fmla="*/ 184 h 206"/>
              <a:gd name="T28" fmla="*/ 6 w 156"/>
              <a:gd name="T29" fmla="*/ 128 h 206"/>
              <a:gd name="T30" fmla="*/ 8 w 156"/>
              <a:gd name="T31" fmla="*/ 122 h 206"/>
              <a:gd name="T32" fmla="*/ 86 w 156"/>
              <a:gd name="T33" fmla="*/ 41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6" h="206">
                <a:moveTo>
                  <a:pt x="86" y="41"/>
                </a:moveTo>
                <a:cubicBezTo>
                  <a:pt x="77" y="56"/>
                  <a:pt x="77" y="56"/>
                  <a:pt x="77" y="56"/>
                </a:cubicBezTo>
                <a:cubicBezTo>
                  <a:pt x="84" y="52"/>
                  <a:pt x="90" y="49"/>
                  <a:pt x="95" y="46"/>
                </a:cubicBezTo>
                <a:cubicBezTo>
                  <a:pt x="120" y="34"/>
                  <a:pt x="131" y="0"/>
                  <a:pt x="131" y="0"/>
                </a:cubicBezTo>
                <a:cubicBezTo>
                  <a:pt x="131" y="0"/>
                  <a:pt x="156" y="40"/>
                  <a:pt x="146" y="87"/>
                </a:cubicBezTo>
                <a:cubicBezTo>
                  <a:pt x="142" y="108"/>
                  <a:pt x="133" y="126"/>
                  <a:pt x="122" y="141"/>
                </a:cubicBezTo>
                <a:cubicBezTo>
                  <a:pt x="124" y="140"/>
                  <a:pt x="127" y="139"/>
                  <a:pt x="130" y="138"/>
                </a:cubicBezTo>
                <a:cubicBezTo>
                  <a:pt x="115" y="160"/>
                  <a:pt x="91" y="171"/>
                  <a:pt x="70" y="178"/>
                </a:cubicBezTo>
                <a:cubicBezTo>
                  <a:pt x="32" y="189"/>
                  <a:pt x="14" y="206"/>
                  <a:pt x="14" y="206"/>
                </a:cubicBezTo>
                <a:cubicBezTo>
                  <a:pt x="14" y="206"/>
                  <a:pt x="14" y="205"/>
                  <a:pt x="14" y="205"/>
                </a:cubicBezTo>
                <a:cubicBezTo>
                  <a:pt x="15" y="196"/>
                  <a:pt x="18" y="184"/>
                  <a:pt x="22" y="171"/>
                </a:cubicBezTo>
                <a:cubicBezTo>
                  <a:pt x="36" y="126"/>
                  <a:pt x="75" y="101"/>
                  <a:pt x="75" y="101"/>
                </a:cubicBezTo>
                <a:cubicBezTo>
                  <a:pt x="75" y="101"/>
                  <a:pt x="47" y="116"/>
                  <a:pt x="26" y="144"/>
                </a:cubicBezTo>
                <a:cubicBezTo>
                  <a:pt x="18" y="155"/>
                  <a:pt x="11" y="169"/>
                  <a:pt x="5" y="184"/>
                </a:cubicBezTo>
                <a:cubicBezTo>
                  <a:pt x="2" y="170"/>
                  <a:pt x="0" y="151"/>
                  <a:pt x="6" y="128"/>
                </a:cubicBezTo>
                <a:cubicBezTo>
                  <a:pt x="7" y="126"/>
                  <a:pt x="8" y="124"/>
                  <a:pt x="8" y="122"/>
                </a:cubicBezTo>
                <a:cubicBezTo>
                  <a:pt x="23" y="78"/>
                  <a:pt x="62" y="53"/>
                  <a:pt x="86" y="41"/>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35" name="千图PPT彼岸天：ID 8661124库_任意多边形 54">
            <a:extLst>
              <a:ext uri="{FF2B5EF4-FFF2-40B4-BE49-F238E27FC236}">
                <a16:creationId xmlns:a16="http://schemas.microsoft.com/office/drawing/2014/main" id="{4E8FA575-ADA6-403D-B7D1-5C689FB148F4}"/>
              </a:ext>
            </a:extLst>
          </p:cNvPr>
          <p:cNvSpPr/>
          <p:nvPr>
            <p:custDataLst>
              <p:tags r:id="rId19"/>
            </p:custDataLst>
          </p:nvPr>
        </p:nvSpPr>
        <p:spPr bwMode="auto">
          <a:xfrm>
            <a:off x="7099471" y="3073257"/>
            <a:ext cx="252808" cy="326734"/>
          </a:xfrm>
          <a:custGeom>
            <a:avLst/>
            <a:gdLst>
              <a:gd name="T0" fmla="*/ 61 w 117"/>
              <a:gd name="T1" fmla="*/ 29 h 151"/>
              <a:gd name="T2" fmla="*/ 55 w 117"/>
              <a:gd name="T3" fmla="*/ 40 h 151"/>
              <a:gd name="T4" fmla="*/ 69 w 117"/>
              <a:gd name="T5" fmla="*/ 33 h 151"/>
              <a:gd name="T6" fmla="*/ 95 w 117"/>
              <a:gd name="T7" fmla="*/ 0 h 151"/>
              <a:gd name="T8" fmla="*/ 111 w 117"/>
              <a:gd name="T9" fmla="*/ 67 h 151"/>
              <a:gd name="T10" fmla="*/ 95 w 117"/>
              <a:gd name="T11" fmla="*/ 107 h 151"/>
              <a:gd name="T12" fmla="*/ 101 w 117"/>
              <a:gd name="T13" fmla="*/ 105 h 151"/>
              <a:gd name="T14" fmla="*/ 56 w 117"/>
              <a:gd name="T15" fmla="*/ 132 h 151"/>
              <a:gd name="T16" fmla="*/ 14 w 117"/>
              <a:gd name="T17" fmla="*/ 151 h 151"/>
              <a:gd name="T18" fmla="*/ 13 w 117"/>
              <a:gd name="T19" fmla="*/ 150 h 151"/>
              <a:gd name="T20" fmla="*/ 18 w 117"/>
              <a:gd name="T21" fmla="*/ 125 h 151"/>
              <a:gd name="T22" fmla="*/ 56 w 117"/>
              <a:gd name="T23" fmla="*/ 74 h 151"/>
              <a:gd name="T24" fmla="*/ 20 w 117"/>
              <a:gd name="T25" fmla="*/ 104 h 151"/>
              <a:gd name="T26" fmla="*/ 6 w 117"/>
              <a:gd name="T27" fmla="*/ 134 h 151"/>
              <a:gd name="T28" fmla="*/ 4 w 117"/>
              <a:gd name="T29" fmla="*/ 91 h 151"/>
              <a:gd name="T30" fmla="*/ 5 w 117"/>
              <a:gd name="T31" fmla="*/ 87 h 151"/>
              <a:gd name="T32" fmla="*/ 61 w 117"/>
              <a:gd name="T33" fmla="*/ 2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 h="151">
                <a:moveTo>
                  <a:pt x="61" y="29"/>
                </a:moveTo>
                <a:cubicBezTo>
                  <a:pt x="55" y="40"/>
                  <a:pt x="55" y="40"/>
                  <a:pt x="55" y="40"/>
                </a:cubicBezTo>
                <a:cubicBezTo>
                  <a:pt x="60" y="37"/>
                  <a:pt x="65" y="35"/>
                  <a:pt x="69" y="33"/>
                </a:cubicBezTo>
                <a:cubicBezTo>
                  <a:pt x="88" y="25"/>
                  <a:pt x="95" y="0"/>
                  <a:pt x="95" y="0"/>
                </a:cubicBezTo>
                <a:cubicBezTo>
                  <a:pt x="95" y="0"/>
                  <a:pt x="117" y="32"/>
                  <a:pt x="111" y="67"/>
                </a:cubicBezTo>
                <a:cubicBezTo>
                  <a:pt x="109" y="83"/>
                  <a:pt x="103" y="96"/>
                  <a:pt x="95" y="107"/>
                </a:cubicBezTo>
                <a:cubicBezTo>
                  <a:pt x="97" y="106"/>
                  <a:pt x="99" y="106"/>
                  <a:pt x="101" y="105"/>
                </a:cubicBezTo>
                <a:cubicBezTo>
                  <a:pt x="91" y="122"/>
                  <a:pt x="73" y="129"/>
                  <a:pt x="56" y="132"/>
                </a:cubicBezTo>
                <a:cubicBezTo>
                  <a:pt x="27" y="139"/>
                  <a:pt x="14" y="151"/>
                  <a:pt x="14" y="151"/>
                </a:cubicBezTo>
                <a:cubicBezTo>
                  <a:pt x="14" y="151"/>
                  <a:pt x="14" y="151"/>
                  <a:pt x="13" y="150"/>
                </a:cubicBezTo>
                <a:cubicBezTo>
                  <a:pt x="14" y="143"/>
                  <a:pt x="16" y="135"/>
                  <a:pt x="18" y="125"/>
                </a:cubicBezTo>
                <a:cubicBezTo>
                  <a:pt x="27" y="92"/>
                  <a:pt x="56" y="74"/>
                  <a:pt x="56" y="74"/>
                </a:cubicBezTo>
                <a:cubicBezTo>
                  <a:pt x="56" y="74"/>
                  <a:pt x="35" y="84"/>
                  <a:pt x="20" y="104"/>
                </a:cubicBezTo>
                <a:cubicBezTo>
                  <a:pt x="14" y="112"/>
                  <a:pt x="9" y="123"/>
                  <a:pt x="6" y="134"/>
                </a:cubicBezTo>
                <a:cubicBezTo>
                  <a:pt x="3" y="123"/>
                  <a:pt x="0" y="108"/>
                  <a:pt x="4" y="91"/>
                </a:cubicBezTo>
                <a:cubicBezTo>
                  <a:pt x="4" y="89"/>
                  <a:pt x="5" y="88"/>
                  <a:pt x="5" y="87"/>
                </a:cubicBezTo>
                <a:cubicBezTo>
                  <a:pt x="14" y="54"/>
                  <a:pt x="44" y="37"/>
                  <a:pt x="61" y="29"/>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grpSp>
        <p:nvGrpSpPr>
          <p:cNvPr id="36" name="千图PPT彼岸天：ID 8661124库_组合 59">
            <a:extLst>
              <a:ext uri="{FF2B5EF4-FFF2-40B4-BE49-F238E27FC236}">
                <a16:creationId xmlns:a16="http://schemas.microsoft.com/office/drawing/2014/main" id="{1702286B-995C-4B4D-A2A9-976AD513E4FA}"/>
              </a:ext>
            </a:extLst>
          </p:cNvPr>
          <p:cNvGrpSpPr/>
          <p:nvPr>
            <p:custDataLst>
              <p:tags r:id="rId20"/>
            </p:custDataLst>
          </p:nvPr>
        </p:nvGrpSpPr>
        <p:grpSpPr>
          <a:xfrm>
            <a:off x="8273110" y="3450614"/>
            <a:ext cx="3060370" cy="536011"/>
            <a:chOff x="8273110" y="3450614"/>
            <a:chExt cx="3060370" cy="536011"/>
          </a:xfrm>
        </p:grpSpPr>
        <p:sp>
          <p:nvSpPr>
            <p:cNvPr id="38" name="矩形 37">
              <a:extLst>
                <a:ext uri="{FF2B5EF4-FFF2-40B4-BE49-F238E27FC236}">
                  <a16:creationId xmlns:a16="http://schemas.microsoft.com/office/drawing/2014/main" id="{89B6184B-3A32-4CDC-8004-B18A1667947A}"/>
                </a:ext>
              </a:extLst>
            </p:cNvPr>
            <p:cNvSpPr/>
            <p:nvPr/>
          </p:nvSpPr>
          <p:spPr>
            <a:xfrm>
              <a:off x="8746260" y="3450614"/>
              <a:ext cx="2587220" cy="536011"/>
            </a:xfrm>
            <a:prstGeom prst="rect">
              <a:avLst/>
            </a:prstGeom>
          </p:spPr>
          <p:txBody>
            <a:bodyPr wrap="square" lIns="144000" tIns="0" rIns="144000" bIns="0">
              <a:normAutofit fontScale="92500" lnSpcReduction="10000"/>
            </a:bodyPr>
            <a:lstStyle/>
            <a:p>
              <a:pPr>
                <a:lnSpc>
                  <a:spcPct val="120000"/>
                </a:lnSpc>
              </a:pPr>
              <a:r>
                <a:rPr lang="zh-CN" altLang="en-US" sz="1200" dirty="0">
                  <a:solidFill>
                    <a:schemeClr val="dk1">
                      <a:lumMod val="100000"/>
                    </a:schemeClr>
                  </a:solidFill>
                </a:rPr>
                <a:t>对标题和文本使用同样的算法后，发现效果存在比较大的差异</a:t>
              </a:r>
              <a:br>
                <a:rPr lang="zh-CN" altLang="en-US" sz="1100" dirty="0">
                  <a:solidFill>
                    <a:schemeClr val="dk1">
                      <a:lumMod val="100000"/>
                    </a:schemeClr>
                  </a:solidFill>
                </a:rPr>
              </a:br>
              <a:endParaRPr lang="zh-CN" altLang="en-US" sz="1100" dirty="0">
                <a:solidFill>
                  <a:schemeClr val="dk1">
                    <a:lumMod val="100000"/>
                  </a:schemeClr>
                </a:solidFill>
              </a:endParaRPr>
            </a:p>
          </p:txBody>
        </p:sp>
        <p:sp>
          <p:nvSpPr>
            <p:cNvPr id="41" name="任意多边形: 形状 40">
              <a:extLst>
                <a:ext uri="{FF2B5EF4-FFF2-40B4-BE49-F238E27FC236}">
                  <a16:creationId xmlns:a16="http://schemas.microsoft.com/office/drawing/2014/main" id="{A0755DF3-79E2-45D8-84F4-27917412FEE1}"/>
                </a:ext>
              </a:extLst>
            </p:cNvPr>
            <p:cNvSpPr/>
            <p:nvPr/>
          </p:nvSpPr>
          <p:spPr bwMode="auto">
            <a:xfrm>
              <a:off x="8273110" y="3567915"/>
              <a:ext cx="212129" cy="131945"/>
            </a:xfrm>
            <a:custGeom>
              <a:avLst/>
              <a:gdLst>
                <a:gd name="connsiteX0" fmla="*/ 308536 w 331788"/>
                <a:gd name="connsiteY0" fmla="*/ 66675 h 206375"/>
                <a:gd name="connsiteX1" fmla="*/ 314995 w 331788"/>
                <a:gd name="connsiteY1" fmla="*/ 66675 h 206375"/>
                <a:gd name="connsiteX2" fmla="*/ 331788 w 331788"/>
                <a:gd name="connsiteY2" fmla="*/ 83491 h 206375"/>
                <a:gd name="connsiteX3" fmla="*/ 331788 w 331788"/>
                <a:gd name="connsiteY3" fmla="*/ 189559 h 206375"/>
                <a:gd name="connsiteX4" fmla="*/ 314995 w 331788"/>
                <a:gd name="connsiteY4" fmla="*/ 206375 h 206375"/>
                <a:gd name="connsiteX5" fmla="*/ 85056 w 331788"/>
                <a:gd name="connsiteY5" fmla="*/ 206375 h 206375"/>
                <a:gd name="connsiteX6" fmla="*/ 68263 w 331788"/>
                <a:gd name="connsiteY6" fmla="*/ 189559 h 206375"/>
                <a:gd name="connsiteX7" fmla="*/ 68263 w 331788"/>
                <a:gd name="connsiteY7" fmla="*/ 183092 h 206375"/>
                <a:gd name="connsiteX8" fmla="*/ 281408 w 331788"/>
                <a:gd name="connsiteY8" fmla="*/ 183092 h 206375"/>
                <a:gd name="connsiteX9" fmla="*/ 308536 w 331788"/>
                <a:gd name="connsiteY9" fmla="*/ 155928 h 206375"/>
                <a:gd name="connsiteX10" fmla="*/ 308536 w 331788"/>
                <a:gd name="connsiteY10" fmla="*/ 66675 h 206375"/>
                <a:gd name="connsiteX11" fmla="*/ 275059 w 331788"/>
                <a:gd name="connsiteY11" fmla="*/ 33338 h 206375"/>
                <a:gd name="connsiteX12" fmla="*/ 281557 w 331788"/>
                <a:gd name="connsiteY12" fmla="*/ 33338 h 206375"/>
                <a:gd name="connsiteX13" fmla="*/ 298451 w 331788"/>
                <a:gd name="connsiteY13" fmla="*/ 50154 h 206375"/>
                <a:gd name="connsiteX14" fmla="*/ 298451 w 331788"/>
                <a:gd name="connsiteY14" fmla="*/ 156222 h 206375"/>
                <a:gd name="connsiteX15" fmla="*/ 281557 w 331788"/>
                <a:gd name="connsiteY15" fmla="*/ 173038 h 206375"/>
                <a:gd name="connsiteX16" fmla="*/ 50232 w 331788"/>
                <a:gd name="connsiteY16" fmla="*/ 173038 h 206375"/>
                <a:gd name="connsiteX17" fmla="*/ 33338 w 331788"/>
                <a:gd name="connsiteY17" fmla="*/ 156222 h 206375"/>
                <a:gd name="connsiteX18" fmla="*/ 33338 w 331788"/>
                <a:gd name="connsiteY18" fmla="*/ 149755 h 206375"/>
                <a:gd name="connsiteX19" fmla="*/ 247768 w 331788"/>
                <a:gd name="connsiteY19" fmla="*/ 149755 h 206375"/>
                <a:gd name="connsiteX20" fmla="*/ 275059 w 331788"/>
                <a:gd name="connsiteY20" fmla="*/ 122591 h 206375"/>
                <a:gd name="connsiteX21" fmla="*/ 275059 w 331788"/>
                <a:gd name="connsiteY21" fmla="*/ 33338 h 206375"/>
                <a:gd name="connsiteX22" fmla="*/ 99109 w 331788"/>
                <a:gd name="connsiteY22" fmla="*/ 21630 h 206375"/>
                <a:gd name="connsiteX23" fmla="*/ 97823 w 331788"/>
                <a:gd name="connsiteY23" fmla="*/ 22920 h 206375"/>
                <a:gd name="connsiteX24" fmla="*/ 95250 w 331788"/>
                <a:gd name="connsiteY24" fmla="*/ 28079 h 206375"/>
                <a:gd name="connsiteX25" fmla="*/ 96536 w 331788"/>
                <a:gd name="connsiteY25" fmla="*/ 31949 h 206375"/>
                <a:gd name="connsiteX26" fmla="*/ 97823 w 331788"/>
                <a:gd name="connsiteY26" fmla="*/ 33238 h 206375"/>
                <a:gd name="connsiteX27" fmla="*/ 118406 w 331788"/>
                <a:gd name="connsiteY27" fmla="*/ 66775 h 206375"/>
                <a:gd name="connsiteX28" fmla="*/ 119692 w 331788"/>
                <a:gd name="connsiteY28" fmla="*/ 68064 h 206375"/>
                <a:gd name="connsiteX29" fmla="*/ 111974 w 331788"/>
                <a:gd name="connsiteY29" fmla="*/ 68064 h 206375"/>
                <a:gd name="connsiteX30" fmla="*/ 104255 w 331788"/>
                <a:gd name="connsiteY30" fmla="*/ 75804 h 206375"/>
                <a:gd name="connsiteX31" fmla="*/ 111974 w 331788"/>
                <a:gd name="connsiteY31" fmla="*/ 83543 h 206375"/>
                <a:gd name="connsiteX32" fmla="*/ 124838 w 331788"/>
                <a:gd name="connsiteY32" fmla="*/ 83543 h 206375"/>
                <a:gd name="connsiteX33" fmla="*/ 124838 w 331788"/>
                <a:gd name="connsiteY33" fmla="*/ 89992 h 206375"/>
                <a:gd name="connsiteX34" fmla="*/ 111974 w 331788"/>
                <a:gd name="connsiteY34" fmla="*/ 89992 h 206375"/>
                <a:gd name="connsiteX35" fmla="*/ 104255 w 331788"/>
                <a:gd name="connsiteY35" fmla="*/ 97731 h 206375"/>
                <a:gd name="connsiteX36" fmla="*/ 111974 w 331788"/>
                <a:gd name="connsiteY36" fmla="*/ 105470 h 206375"/>
                <a:gd name="connsiteX37" fmla="*/ 124838 w 331788"/>
                <a:gd name="connsiteY37" fmla="*/ 105470 h 206375"/>
                <a:gd name="connsiteX38" fmla="*/ 124838 w 331788"/>
                <a:gd name="connsiteY38" fmla="*/ 114499 h 206375"/>
                <a:gd name="connsiteX39" fmla="*/ 132557 w 331788"/>
                <a:gd name="connsiteY39" fmla="*/ 122238 h 206375"/>
                <a:gd name="connsiteX40" fmla="*/ 140275 w 331788"/>
                <a:gd name="connsiteY40" fmla="*/ 114499 h 206375"/>
                <a:gd name="connsiteX41" fmla="*/ 140275 w 331788"/>
                <a:gd name="connsiteY41" fmla="*/ 105470 h 206375"/>
                <a:gd name="connsiteX42" fmla="*/ 153139 w 331788"/>
                <a:gd name="connsiteY42" fmla="*/ 105470 h 206375"/>
                <a:gd name="connsiteX43" fmla="*/ 160858 w 331788"/>
                <a:gd name="connsiteY43" fmla="*/ 97731 h 206375"/>
                <a:gd name="connsiteX44" fmla="*/ 153139 w 331788"/>
                <a:gd name="connsiteY44" fmla="*/ 89992 h 206375"/>
                <a:gd name="connsiteX45" fmla="*/ 140275 w 331788"/>
                <a:gd name="connsiteY45" fmla="*/ 89992 h 206375"/>
                <a:gd name="connsiteX46" fmla="*/ 140275 w 331788"/>
                <a:gd name="connsiteY46" fmla="*/ 83543 h 206375"/>
                <a:gd name="connsiteX47" fmla="*/ 153139 w 331788"/>
                <a:gd name="connsiteY47" fmla="*/ 83543 h 206375"/>
                <a:gd name="connsiteX48" fmla="*/ 160858 w 331788"/>
                <a:gd name="connsiteY48" fmla="*/ 75804 h 206375"/>
                <a:gd name="connsiteX49" fmla="*/ 153139 w 331788"/>
                <a:gd name="connsiteY49" fmla="*/ 68064 h 206375"/>
                <a:gd name="connsiteX50" fmla="*/ 145421 w 331788"/>
                <a:gd name="connsiteY50" fmla="*/ 68064 h 206375"/>
                <a:gd name="connsiteX51" fmla="*/ 146707 w 331788"/>
                <a:gd name="connsiteY51" fmla="*/ 66775 h 206375"/>
                <a:gd name="connsiteX52" fmla="*/ 168577 w 331788"/>
                <a:gd name="connsiteY52" fmla="*/ 33238 h 206375"/>
                <a:gd name="connsiteX53" fmla="*/ 168577 w 331788"/>
                <a:gd name="connsiteY53" fmla="*/ 31949 h 206375"/>
                <a:gd name="connsiteX54" fmla="*/ 169863 w 331788"/>
                <a:gd name="connsiteY54" fmla="*/ 28079 h 206375"/>
                <a:gd name="connsiteX55" fmla="*/ 168577 w 331788"/>
                <a:gd name="connsiteY55" fmla="*/ 22920 h 206375"/>
                <a:gd name="connsiteX56" fmla="*/ 166004 w 331788"/>
                <a:gd name="connsiteY56" fmla="*/ 21630 h 206375"/>
                <a:gd name="connsiteX57" fmla="*/ 156999 w 331788"/>
                <a:gd name="connsiteY57" fmla="*/ 22920 h 206375"/>
                <a:gd name="connsiteX58" fmla="*/ 155712 w 331788"/>
                <a:gd name="connsiteY58" fmla="*/ 22920 h 206375"/>
                <a:gd name="connsiteX59" fmla="*/ 153139 w 331788"/>
                <a:gd name="connsiteY59" fmla="*/ 28079 h 206375"/>
                <a:gd name="connsiteX60" fmla="*/ 150567 w 331788"/>
                <a:gd name="connsiteY60" fmla="*/ 33238 h 206375"/>
                <a:gd name="connsiteX61" fmla="*/ 132557 w 331788"/>
                <a:gd name="connsiteY61" fmla="*/ 60325 h 206375"/>
                <a:gd name="connsiteX62" fmla="*/ 115833 w 331788"/>
                <a:gd name="connsiteY62" fmla="*/ 33238 h 206375"/>
                <a:gd name="connsiteX63" fmla="*/ 111974 w 331788"/>
                <a:gd name="connsiteY63" fmla="*/ 28079 h 206375"/>
                <a:gd name="connsiteX64" fmla="*/ 109401 w 331788"/>
                <a:gd name="connsiteY64" fmla="*/ 22920 h 206375"/>
                <a:gd name="connsiteX65" fmla="*/ 99109 w 331788"/>
                <a:gd name="connsiteY65" fmla="*/ 21630 h 206375"/>
                <a:gd name="connsiteX66" fmla="*/ 16894 w 331788"/>
                <a:gd name="connsiteY66" fmla="*/ 0 h 206375"/>
                <a:gd name="connsiteX67" fmla="*/ 248219 w 331788"/>
                <a:gd name="connsiteY67" fmla="*/ 0 h 206375"/>
                <a:gd name="connsiteX68" fmla="*/ 265113 w 331788"/>
                <a:gd name="connsiteY68" fmla="*/ 16816 h 206375"/>
                <a:gd name="connsiteX69" fmla="*/ 265113 w 331788"/>
                <a:gd name="connsiteY69" fmla="*/ 122884 h 206375"/>
                <a:gd name="connsiteX70" fmla="*/ 248219 w 331788"/>
                <a:gd name="connsiteY70" fmla="*/ 139700 h 206375"/>
                <a:gd name="connsiteX71" fmla="*/ 23392 w 331788"/>
                <a:gd name="connsiteY71" fmla="*/ 139700 h 206375"/>
                <a:gd name="connsiteX72" fmla="*/ 16894 w 331788"/>
                <a:gd name="connsiteY72" fmla="*/ 139700 h 206375"/>
                <a:gd name="connsiteX73" fmla="*/ 0 w 331788"/>
                <a:gd name="connsiteY73" fmla="*/ 122884 h 206375"/>
                <a:gd name="connsiteX74" fmla="*/ 0 w 331788"/>
                <a:gd name="connsiteY74" fmla="*/ 16816 h 206375"/>
                <a:gd name="connsiteX75" fmla="*/ 16894 w 331788"/>
                <a:gd name="connsiteY75" fmla="*/ 0 h 20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31788" h="206375">
                  <a:moveTo>
                    <a:pt x="308536" y="66675"/>
                  </a:moveTo>
                  <a:cubicBezTo>
                    <a:pt x="308536" y="66675"/>
                    <a:pt x="308536" y="66675"/>
                    <a:pt x="314995" y="66675"/>
                  </a:cubicBezTo>
                  <a:cubicBezTo>
                    <a:pt x="324037" y="66675"/>
                    <a:pt x="331788" y="73143"/>
                    <a:pt x="331788" y="83491"/>
                  </a:cubicBezTo>
                  <a:cubicBezTo>
                    <a:pt x="331788" y="83491"/>
                    <a:pt x="331788" y="83491"/>
                    <a:pt x="331788" y="189559"/>
                  </a:cubicBezTo>
                  <a:cubicBezTo>
                    <a:pt x="331788" y="198614"/>
                    <a:pt x="324037" y="206375"/>
                    <a:pt x="314995" y="206375"/>
                  </a:cubicBezTo>
                  <a:cubicBezTo>
                    <a:pt x="314995" y="206375"/>
                    <a:pt x="314995" y="206375"/>
                    <a:pt x="85056" y="206375"/>
                  </a:cubicBezTo>
                  <a:cubicBezTo>
                    <a:pt x="76014" y="206375"/>
                    <a:pt x="68263" y="198614"/>
                    <a:pt x="68263" y="189559"/>
                  </a:cubicBezTo>
                  <a:cubicBezTo>
                    <a:pt x="68263" y="189559"/>
                    <a:pt x="68263" y="189559"/>
                    <a:pt x="68263" y="183092"/>
                  </a:cubicBezTo>
                  <a:cubicBezTo>
                    <a:pt x="68263" y="183092"/>
                    <a:pt x="68263" y="183092"/>
                    <a:pt x="281408" y="183092"/>
                  </a:cubicBezTo>
                  <a:cubicBezTo>
                    <a:pt x="296910" y="183092"/>
                    <a:pt x="308536" y="171450"/>
                    <a:pt x="308536" y="155928"/>
                  </a:cubicBezTo>
                  <a:cubicBezTo>
                    <a:pt x="308536" y="155928"/>
                    <a:pt x="308536" y="155928"/>
                    <a:pt x="308536" y="66675"/>
                  </a:cubicBezTo>
                  <a:close/>
                  <a:moveTo>
                    <a:pt x="275059" y="33338"/>
                  </a:moveTo>
                  <a:cubicBezTo>
                    <a:pt x="275059" y="33338"/>
                    <a:pt x="275059" y="33338"/>
                    <a:pt x="281557" y="33338"/>
                  </a:cubicBezTo>
                  <a:cubicBezTo>
                    <a:pt x="290654" y="33338"/>
                    <a:pt x="298451" y="41099"/>
                    <a:pt x="298451" y="50154"/>
                  </a:cubicBezTo>
                  <a:cubicBezTo>
                    <a:pt x="298451" y="50154"/>
                    <a:pt x="298451" y="50154"/>
                    <a:pt x="298451" y="156222"/>
                  </a:cubicBezTo>
                  <a:cubicBezTo>
                    <a:pt x="298451" y="165277"/>
                    <a:pt x="290654" y="173038"/>
                    <a:pt x="281557" y="173038"/>
                  </a:cubicBezTo>
                  <a:cubicBezTo>
                    <a:pt x="281557" y="173038"/>
                    <a:pt x="281557" y="173038"/>
                    <a:pt x="50232" y="173038"/>
                  </a:cubicBezTo>
                  <a:cubicBezTo>
                    <a:pt x="41135" y="173038"/>
                    <a:pt x="33338" y="165277"/>
                    <a:pt x="33338" y="156222"/>
                  </a:cubicBezTo>
                  <a:cubicBezTo>
                    <a:pt x="33338" y="156222"/>
                    <a:pt x="33338" y="156222"/>
                    <a:pt x="33338" y="149755"/>
                  </a:cubicBezTo>
                  <a:cubicBezTo>
                    <a:pt x="33338" y="149755"/>
                    <a:pt x="33338" y="149755"/>
                    <a:pt x="247768" y="149755"/>
                  </a:cubicBezTo>
                  <a:cubicBezTo>
                    <a:pt x="263363" y="149755"/>
                    <a:pt x="275059" y="138113"/>
                    <a:pt x="275059" y="122591"/>
                  </a:cubicBezTo>
                  <a:cubicBezTo>
                    <a:pt x="275059" y="122591"/>
                    <a:pt x="275059" y="122591"/>
                    <a:pt x="275059" y="33338"/>
                  </a:cubicBezTo>
                  <a:close/>
                  <a:moveTo>
                    <a:pt x="99109" y="21630"/>
                  </a:moveTo>
                  <a:cubicBezTo>
                    <a:pt x="97823" y="21630"/>
                    <a:pt x="97823" y="21630"/>
                    <a:pt x="97823" y="22920"/>
                  </a:cubicBezTo>
                  <a:cubicBezTo>
                    <a:pt x="96536" y="24210"/>
                    <a:pt x="95250" y="25499"/>
                    <a:pt x="95250" y="28079"/>
                  </a:cubicBezTo>
                  <a:cubicBezTo>
                    <a:pt x="95250" y="29369"/>
                    <a:pt x="96536" y="30659"/>
                    <a:pt x="96536" y="31949"/>
                  </a:cubicBezTo>
                  <a:cubicBezTo>
                    <a:pt x="96536" y="31949"/>
                    <a:pt x="96536" y="31949"/>
                    <a:pt x="97823" y="33238"/>
                  </a:cubicBezTo>
                  <a:cubicBezTo>
                    <a:pt x="97823" y="33238"/>
                    <a:pt x="97823" y="33238"/>
                    <a:pt x="118406" y="66775"/>
                  </a:cubicBezTo>
                  <a:cubicBezTo>
                    <a:pt x="118406" y="66775"/>
                    <a:pt x="118406" y="66775"/>
                    <a:pt x="119692" y="68064"/>
                  </a:cubicBezTo>
                  <a:cubicBezTo>
                    <a:pt x="119692" y="68064"/>
                    <a:pt x="119692" y="68064"/>
                    <a:pt x="111974" y="68064"/>
                  </a:cubicBezTo>
                  <a:cubicBezTo>
                    <a:pt x="108114" y="68064"/>
                    <a:pt x="104255" y="71934"/>
                    <a:pt x="104255" y="75804"/>
                  </a:cubicBezTo>
                  <a:cubicBezTo>
                    <a:pt x="104255" y="79673"/>
                    <a:pt x="108114" y="83543"/>
                    <a:pt x="111974" y="83543"/>
                  </a:cubicBezTo>
                  <a:cubicBezTo>
                    <a:pt x="111974" y="83543"/>
                    <a:pt x="111974" y="83543"/>
                    <a:pt x="124838" y="83543"/>
                  </a:cubicBezTo>
                  <a:cubicBezTo>
                    <a:pt x="124838" y="83543"/>
                    <a:pt x="124838" y="83543"/>
                    <a:pt x="124838" y="89992"/>
                  </a:cubicBezTo>
                  <a:cubicBezTo>
                    <a:pt x="124838" y="89992"/>
                    <a:pt x="124838" y="89992"/>
                    <a:pt x="111974" y="89992"/>
                  </a:cubicBezTo>
                  <a:cubicBezTo>
                    <a:pt x="108114" y="89992"/>
                    <a:pt x="104255" y="93861"/>
                    <a:pt x="104255" y="97731"/>
                  </a:cubicBezTo>
                  <a:cubicBezTo>
                    <a:pt x="104255" y="101601"/>
                    <a:pt x="108114" y="105470"/>
                    <a:pt x="111974" y="105470"/>
                  </a:cubicBezTo>
                  <a:cubicBezTo>
                    <a:pt x="111974" y="105470"/>
                    <a:pt x="111974" y="105470"/>
                    <a:pt x="124838" y="105470"/>
                  </a:cubicBezTo>
                  <a:cubicBezTo>
                    <a:pt x="124838" y="105470"/>
                    <a:pt x="124838" y="105470"/>
                    <a:pt x="124838" y="114499"/>
                  </a:cubicBezTo>
                  <a:cubicBezTo>
                    <a:pt x="124838" y="119658"/>
                    <a:pt x="128697" y="122238"/>
                    <a:pt x="132557" y="122238"/>
                  </a:cubicBezTo>
                  <a:cubicBezTo>
                    <a:pt x="136416" y="122238"/>
                    <a:pt x="140275" y="119658"/>
                    <a:pt x="140275" y="114499"/>
                  </a:cubicBezTo>
                  <a:cubicBezTo>
                    <a:pt x="140275" y="114499"/>
                    <a:pt x="140275" y="114499"/>
                    <a:pt x="140275" y="105470"/>
                  </a:cubicBezTo>
                  <a:cubicBezTo>
                    <a:pt x="140275" y="105470"/>
                    <a:pt x="140275" y="105470"/>
                    <a:pt x="153139" y="105470"/>
                  </a:cubicBezTo>
                  <a:cubicBezTo>
                    <a:pt x="158285" y="105470"/>
                    <a:pt x="160858" y="101601"/>
                    <a:pt x="160858" y="97731"/>
                  </a:cubicBezTo>
                  <a:cubicBezTo>
                    <a:pt x="160858" y="93861"/>
                    <a:pt x="158285" y="89992"/>
                    <a:pt x="153139" y="89992"/>
                  </a:cubicBezTo>
                  <a:cubicBezTo>
                    <a:pt x="153139" y="89992"/>
                    <a:pt x="153139" y="89992"/>
                    <a:pt x="140275" y="89992"/>
                  </a:cubicBezTo>
                  <a:cubicBezTo>
                    <a:pt x="140275" y="89992"/>
                    <a:pt x="140275" y="89992"/>
                    <a:pt x="140275" y="83543"/>
                  </a:cubicBezTo>
                  <a:cubicBezTo>
                    <a:pt x="140275" y="83543"/>
                    <a:pt x="140275" y="83543"/>
                    <a:pt x="153139" y="83543"/>
                  </a:cubicBezTo>
                  <a:cubicBezTo>
                    <a:pt x="158285" y="83543"/>
                    <a:pt x="160858" y="79673"/>
                    <a:pt x="160858" y="75804"/>
                  </a:cubicBezTo>
                  <a:cubicBezTo>
                    <a:pt x="160858" y="71934"/>
                    <a:pt x="158285" y="68064"/>
                    <a:pt x="153139" y="68064"/>
                  </a:cubicBezTo>
                  <a:cubicBezTo>
                    <a:pt x="153139" y="68064"/>
                    <a:pt x="153139" y="68064"/>
                    <a:pt x="145421" y="68064"/>
                  </a:cubicBezTo>
                  <a:cubicBezTo>
                    <a:pt x="145421" y="68064"/>
                    <a:pt x="145421" y="68064"/>
                    <a:pt x="146707" y="66775"/>
                  </a:cubicBezTo>
                  <a:cubicBezTo>
                    <a:pt x="146707" y="66775"/>
                    <a:pt x="146707" y="66775"/>
                    <a:pt x="168577" y="33238"/>
                  </a:cubicBezTo>
                  <a:cubicBezTo>
                    <a:pt x="168577" y="33238"/>
                    <a:pt x="168577" y="33238"/>
                    <a:pt x="168577" y="31949"/>
                  </a:cubicBezTo>
                  <a:cubicBezTo>
                    <a:pt x="169863" y="30659"/>
                    <a:pt x="169863" y="29369"/>
                    <a:pt x="169863" y="28079"/>
                  </a:cubicBezTo>
                  <a:cubicBezTo>
                    <a:pt x="169863" y="25499"/>
                    <a:pt x="169863" y="24210"/>
                    <a:pt x="168577" y="22920"/>
                  </a:cubicBezTo>
                  <a:cubicBezTo>
                    <a:pt x="167290" y="21630"/>
                    <a:pt x="167290" y="21630"/>
                    <a:pt x="166004" y="21630"/>
                  </a:cubicBezTo>
                  <a:cubicBezTo>
                    <a:pt x="163431" y="19050"/>
                    <a:pt x="159572" y="20340"/>
                    <a:pt x="156999" y="22920"/>
                  </a:cubicBezTo>
                  <a:cubicBezTo>
                    <a:pt x="156999" y="22920"/>
                    <a:pt x="155712" y="22920"/>
                    <a:pt x="155712" y="22920"/>
                  </a:cubicBezTo>
                  <a:cubicBezTo>
                    <a:pt x="155712" y="22920"/>
                    <a:pt x="155712" y="22920"/>
                    <a:pt x="153139" y="28079"/>
                  </a:cubicBezTo>
                  <a:cubicBezTo>
                    <a:pt x="153139" y="28079"/>
                    <a:pt x="153139" y="28079"/>
                    <a:pt x="150567" y="33238"/>
                  </a:cubicBezTo>
                  <a:cubicBezTo>
                    <a:pt x="150567" y="33238"/>
                    <a:pt x="150567" y="33238"/>
                    <a:pt x="132557" y="60325"/>
                  </a:cubicBezTo>
                  <a:cubicBezTo>
                    <a:pt x="132557" y="60325"/>
                    <a:pt x="132557" y="60325"/>
                    <a:pt x="115833" y="33238"/>
                  </a:cubicBezTo>
                  <a:cubicBezTo>
                    <a:pt x="115833" y="33238"/>
                    <a:pt x="115833" y="33238"/>
                    <a:pt x="111974" y="28079"/>
                  </a:cubicBezTo>
                  <a:cubicBezTo>
                    <a:pt x="111974" y="28079"/>
                    <a:pt x="111974" y="28079"/>
                    <a:pt x="109401" y="22920"/>
                  </a:cubicBezTo>
                  <a:cubicBezTo>
                    <a:pt x="106828" y="20340"/>
                    <a:pt x="101682" y="19050"/>
                    <a:pt x="99109" y="21630"/>
                  </a:cubicBezTo>
                  <a:close/>
                  <a:moveTo>
                    <a:pt x="16894" y="0"/>
                  </a:moveTo>
                  <a:cubicBezTo>
                    <a:pt x="16894" y="0"/>
                    <a:pt x="16894" y="0"/>
                    <a:pt x="248219" y="0"/>
                  </a:cubicBezTo>
                  <a:cubicBezTo>
                    <a:pt x="257316" y="0"/>
                    <a:pt x="265113" y="7761"/>
                    <a:pt x="265113" y="16816"/>
                  </a:cubicBezTo>
                  <a:cubicBezTo>
                    <a:pt x="265113" y="16816"/>
                    <a:pt x="265113" y="16816"/>
                    <a:pt x="265113" y="122884"/>
                  </a:cubicBezTo>
                  <a:cubicBezTo>
                    <a:pt x="265113" y="133233"/>
                    <a:pt x="257316" y="139700"/>
                    <a:pt x="248219" y="139700"/>
                  </a:cubicBezTo>
                  <a:cubicBezTo>
                    <a:pt x="248219" y="139700"/>
                    <a:pt x="248219" y="139700"/>
                    <a:pt x="23392" y="139700"/>
                  </a:cubicBezTo>
                  <a:lnTo>
                    <a:pt x="16894" y="139700"/>
                  </a:lnTo>
                  <a:cubicBezTo>
                    <a:pt x="7797" y="139700"/>
                    <a:pt x="0" y="133233"/>
                    <a:pt x="0" y="122884"/>
                  </a:cubicBezTo>
                  <a:cubicBezTo>
                    <a:pt x="0" y="122884"/>
                    <a:pt x="0" y="122884"/>
                    <a:pt x="0" y="16816"/>
                  </a:cubicBezTo>
                  <a:cubicBezTo>
                    <a:pt x="0" y="7761"/>
                    <a:pt x="7797" y="0"/>
                    <a:pt x="16894" y="0"/>
                  </a:cubicBezTo>
                  <a:close/>
                </a:path>
              </a:pathLst>
            </a:custGeom>
            <a:solidFill>
              <a:srgbClr val="FFFFFF"/>
            </a:solidFill>
            <a:ln>
              <a:noFill/>
            </a:ln>
            <a:extLst>
              <a:ext uri="{91240B29-F687-4f45-9708-019B960494DF}">
                <a14:hiddenLine xmlns:p15="http://schemas.microsoft.com/office/powerpoint/2012/main" xmlns:a16="http://schemas.microsoft.com/office/drawing/2014/main" xmlns:p14="http://schemas.microsoft.com/office/powerpoint/2010/main" xmlns:a14="http://schemas.microsoft.com/office/drawing/2010/main" xmlns:lc="http://schemas.openxmlformats.org/drawingml/2006/lockedCanvas" xmlns="" w="25400" cap="flat">
                  <a:solidFill>
                    <a:schemeClr val="tx1"/>
                  </a:solidFill>
                  <a:miter lim="800000"/>
                  <a:headEnd type="none" w="med" len="med"/>
                  <a:tailEnd type="none" w="med" len="med"/>
                </a14:hiddenLine>
              </a:ext>
            </a:extLst>
          </p:spPr>
          <p:txBody>
            <a:bodyPr anchor="ctr"/>
            <a:lstStyle/>
            <a:p>
              <a:pPr algn="ctr"/>
              <a:endParaRPr dirty="0"/>
            </a:p>
          </p:txBody>
        </p:sp>
      </p:grpSp>
      <p:grpSp>
        <p:nvGrpSpPr>
          <p:cNvPr id="48" name="千图PPT彼岸天：ID 8661124库_组合 60">
            <a:extLst>
              <a:ext uri="{FF2B5EF4-FFF2-40B4-BE49-F238E27FC236}">
                <a16:creationId xmlns:a16="http://schemas.microsoft.com/office/drawing/2014/main" id="{F0543B43-0E31-4686-B4BD-7715C568A3D3}"/>
              </a:ext>
            </a:extLst>
          </p:cNvPr>
          <p:cNvGrpSpPr/>
          <p:nvPr>
            <p:custDataLst>
              <p:tags r:id="rId21"/>
            </p:custDataLst>
          </p:nvPr>
        </p:nvGrpSpPr>
        <p:grpSpPr>
          <a:xfrm>
            <a:off x="8273110" y="1731371"/>
            <a:ext cx="3060370" cy="536011"/>
            <a:chOff x="8273110" y="1731371"/>
            <a:chExt cx="3060370" cy="536011"/>
          </a:xfrm>
        </p:grpSpPr>
        <p:sp>
          <p:nvSpPr>
            <p:cNvPr id="50" name="矩形 49">
              <a:extLst>
                <a:ext uri="{FF2B5EF4-FFF2-40B4-BE49-F238E27FC236}">
                  <a16:creationId xmlns:a16="http://schemas.microsoft.com/office/drawing/2014/main" id="{47860638-1F71-4D11-9C26-3D2B43E53867}"/>
                </a:ext>
              </a:extLst>
            </p:cNvPr>
            <p:cNvSpPr/>
            <p:nvPr/>
          </p:nvSpPr>
          <p:spPr>
            <a:xfrm>
              <a:off x="8746260" y="1731371"/>
              <a:ext cx="2587220" cy="536011"/>
            </a:xfrm>
            <a:prstGeom prst="rect">
              <a:avLst/>
            </a:prstGeom>
          </p:spPr>
          <p:txBody>
            <a:bodyPr wrap="square" lIns="144000" tIns="0" rIns="144000" bIns="0">
              <a:normAutofit fontScale="25000" lnSpcReduction="20000"/>
            </a:bodyPr>
            <a:lstStyle/>
            <a:p>
              <a:pPr>
                <a:lnSpc>
                  <a:spcPct val="140000"/>
                </a:lnSpc>
              </a:pPr>
              <a:r>
                <a:rPr lang="zh-CN" altLang="zh-CN" sz="4400" dirty="0"/>
                <a:t>由于新闻文本的句式非常多样化，同样的算法无法对文本中所有的句子都起到很好的提取效果。</a:t>
              </a:r>
            </a:p>
            <a:p>
              <a:pPr>
                <a:lnSpc>
                  <a:spcPct val="120000"/>
                </a:lnSpc>
              </a:pPr>
              <a:br>
                <a:rPr lang="zh-CN" altLang="en-US" sz="1100" dirty="0">
                  <a:solidFill>
                    <a:schemeClr val="dk1">
                      <a:lumMod val="100000"/>
                    </a:schemeClr>
                  </a:solidFill>
                </a:rPr>
              </a:br>
              <a:endParaRPr lang="zh-CN" altLang="en-US" sz="1100" dirty="0">
                <a:solidFill>
                  <a:schemeClr val="dk1">
                    <a:lumMod val="100000"/>
                  </a:schemeClr>
                </a:solidFill>
              </a:endParaRPr>
            </a:p>
          </p:txBody>
        </p:sp>
        <p:sp>
          <p:nvSpPr>
            <p:cNvPr id="53" name="任意多边形: 形状 52">
              <a:extLst>
                <a:ext uri="{FF2B5EF4-FFF2-40B4-BE49-F238E27FC236}">
                  <a16:creationId xmlns:a16="http://schemas.microsoft.com/office/drawing/2014/main" id="{D0968A49-519E-4559-9DA6-F48680AA1894}"/>
                </a:ext>
              </a:extLst>
            </p:cNvPr>
            <p:cNvSpPr/>
            <p:nvPr/>
          </p:nvSpPr>
          <p:spPr bwMode="auto">
            <a:xfrm>
              <a:off x="8273110" y="1789278"/>
              <a:ext cx="212129" cy="210099"/>
            </a:xfrm>
            <a:custGeom>
              <a:avLst/>
              <a:gdLst>
                <a:gd name="connsiteX0" fmla="*/ 292147 w 331788"/>
                <a:gd name="connsiteY0" fmla="*/ 109538 h 328613"/>
                <a:gd name="connsiteX1" fmla="*/ 327025 w 331788"/>
                <a:gd name="connsiteY1" fmla="*/ 145621 h 328613"/>
                <a:gd name="connsiteX2" fmla="*/ 327025 w 331788"/>
                <a:gd name="connsiteY2" fmla="*/ 229385 h 328613"/>
                <a:gd name="connsiteX3" fmla="*/ 293438 w 331788"/>
                <a:gd name="connsiteY3" fmla="*/ 264179 h 328613"/>
                <a:gd name="connsiteX4" fmla="*/ 252101 w 331788"/>
                <a:gd name="connsiteY4" fmla="*/ 264179 h 328613"/>
                <a:gd name="connsiteX5" fmla="*/ 252101 w 331788"/>
                <a:gd name="connsiteY5" fmla="*/ 319593 h 328613"/>
                <a:gd name="connsiteX6" fmla="*/ 243059 w 331788"/>
                <a:gd name="connsiteY6" fmla="*/ 328613 h 328613"/>
                <a:gd name="connsiteX7" fmla="*/ 205596 w 331788"/>
                <a:gd name="connsiteY7" fmla="*/ 328613 h 328613"/>
                <a:gd name="connsiteX8" fmla="*/ 195262 w 331788"/>
                <a:gd name="connsiteY8" fmla="*/ 319593 h 328613"/>
                <a:gd name="connsiteX9" fmla="*/ 195262 w 331788"/>
                <a:gd name="connsiteY9" fmla="*/ 235829 h 328613"/>
                <a:gd name="connsiteX10" fmla="*/ 224973 w 331788"/>
                <a:gd name="connsiteY10" fmla="*/ 207478 h 328613"/>
                <a:gd name="connsiteX11" fmla="*/ 255976 w 331788"/>
                <a:gd name="connsiteY11" fmla="*/ 207478 h 328613"/>
                <a:gd name="connsiteX12" fmla="*/ 255976 w 331788"/>
                <a:gd name="connsiteY12" fmla="*/ 145621 h 328613"/>
                <a:gd name="connsiteX13" fmla="*/ 292147 w 331788"/>
                <a:gd name="connsiteY13" fmla="*/ 109538 h 328613"/>
                <a:gd name="connsiteX14" fmla="*/ 38473 w 331788"/>
                <a:gd name="connsiteY14" fmla="*/ 109538 h 328613"/>
                <a:gd name="connsiteX15" fmla="*/ 75079 w 331788"/>
                <a:gd name="connsiteY15" fmla="*/ 145621 h 328613"/>
                <a:gd name="connsiteX16" fmla="*/ 75079 w 331788"/>
                <a:gd name="connsiteY16" fmla="*/ 207478 h 328613"/>
                <a:gd name="connsiteX17" fmla="*/ 106456 w 331788"/>
                <a:gd name="connsiteY17" fmla="*/ 207478 h 328613"/>
                <a:gd name="connsiteX18" fmla="*/ 136525 w 331788"/>
                <a:gd name="connsiteY18" fmla="*/ 235829 h 328613"/>
                <a:gd name="connsiteX19" fmla="*/ 136525 w 331788"/>
                <a:gd name="connsiteY19" fmla="*/ 319593 h 328613"/>
                <a:gd name="connsiteX20" fmla="*/ 126066 w 331788"/>
                <a:gd name="connsiteY20" fmla="*/ 328613 h 328613"/>
                <a:gd name="connsiteX21" fmla="*/ 88153 w 331788"/>
                <a:gd name="connsiteY21" fmla="*/ 328613 h 328613"/>
                <a:gd name="connsiteX22" fmla="*/ 79001 w 331788"/>
                <a:gd name="connsiteY22" fmla="*/ 319593 h 328613"/>
                <a:gd name="connsiteX23" fmla="*/ 79001 w 331788"/>
                <a:gd name="connsiteY23" fmla="*/ 264179 h 328613"/>
                <a:gd name="connsiteX24" fmla="*/ 37166 w 331788"/>
                <a:gd name="connsiteY24" fmla="*/ 264179 h 328613"/>
                <a:gd name="connsiteX25" fmla="*/ 3175 w 331788"/>
                <a:gd name="connsiteY25" fmla="*/ 229385 h 328613"/>
                <a:gd name="connsiteX26" fmla="*/ 3175 w 331788"/>
                <a:gd name="connsiteY26" fmla="*/ 145621 h 328613"/>
                <a:gd name="connsiteX27" fmla="*/ 38473 w 331788"/>
                <a:gd name="connsiteY27" fmla="*/ 109538 h 328613"/>
                <a:gd name="connsiteX28" fmla="*/ 160734 w 331788"/>
                <a:gd name="connsiteY28" fmla="*/ 88900 h 328613"/>
                <a:gd name="connsiteX29" fmla="*/ 171053 w 331788"/>
                <a:gd name="connsiteY29" fmla="*/ 88900 h 328613"/>
                <a:gd name="connsiteX30" fmla="*/ 173633 w 331788"/>
                <a:gd name="connsiteY30" fmla="*/ 90195 h 328613"/>
                <a:gd name="connsiteX31" fmla="*/ 174923 w 331788"/>
                <a:gd name="connsiteY31" fmla="*/ 95375 h 328613"/>
                <a:gd name="connsiteX32" fmla="*/ 169763 w 331788"/>
                <a:gd name="connsiteY32" fmla="*/ 103146 h 328613"/>
                <a:gd name="connsiteX33" fmla="*/ 172343 w 331788"/>
                <a:gd name="connsiteY33" fmla="*/ 123867 h 328613"/>
                <a:gd name="connsiteX34" fmla="*/ 167184 w 331788"/>
                <a:gd name="connsiteY34" fmla="*/ 136818 h 328613"/>
                <a:gd name="connsiteX35" fmla="*/ 164604 w 331788"/>
                <a:gd name="connsiteY35" fmla="*/ 136818 h 328613"/>
                <a:gd name="connsiteX36" fmla="*/ 159444 w 331788"/>
                <a:gd name="connsiteY36" fmla="*/ 123867 h 328613"/>
                <a:gd name="connsiteX37" fmla="*/ 162024 w 331788"/>
                <a:gd name="connsiteY37" fmla="*/ 103146 h 328613"/>
                <a:gd name="connsiteX38" fmla="*/ 156865 w 331788"/>
                <a:gd name="connsiteY38" fmla="*/ 95375 h 328613"/>
                <a:gd name="connsiteX39" fmla="*/ 158155 w 331788"/>
                <a:gd name="connsiteY39" fmla="*/ 90195 h 328613"/>
                <a:gd name="connsiteX40" fmla="*/ 160734 w 331788"/>
                <a:gd name="connsiteY40" fmla="*/ 88900 h 328613"/>
                <a:gd name="connsiteX41" fmla="*/ 136182 w 331788"/>
                <a:gd name="connsiteY41" fmla="*/ 88900 h 328613"/>
                <a:gd name="connsiteX42" fmla="*/ 138766 w 331788"/>
                <a:gd name="connsiteY42" fmla="*/ 91502 h 328613"/>
                <a:gd name="connsiteX43" fmla="*/ 165893 w 331788"/>
                <a:gd name="connsiteY43" fmla="*/ 165652 h 328613"/>
                <a:gd name="connsiteX44" fmla="*/ 193021 w 331788"/>
                <a:gd name="connsiteY44" fmla="*/ 91502 h 328613"/>
                <a:gd name="connsiteX45" fmla="*/ 196897 w 331788"/>
                <a:gd name="connsiteY45" fmla="*/ 90201 h 328613"/>
                <a:gd name="connsiteX46" fmla="*/ 208523 w 331788"/>
                <a:gd name="connsiteY46" fmla="*/ 92802 h 328613"/>
                <a:gd name="connsiteX47" fmla="*/ 231775 w 331788"/>
                <a:gd name="connsiteY47" fmla="*/ 125325 h 328613"/>
                <a:gd name="connsiteX48" fmla="*/ 231775 w 331788"/>
                <a:gd name="connsiteY48" fmla="*/ 176059 h 328613"/>
                <a:gd name="connsiteX49" fmla="*/ 226608 w 331788"/>
                <a:gd name="connsiteY49" fmla="*/ 182563 h 328613"/>
                <a:gd name="connsiteX50" fmla="*/ 105179 w 331788"/>
                <a:gd name="connsiteY50" fmla="*/ 182563 h 328613"/>
                <a:gd name="connsiteX51" fmla="*/ 100012 w 331788"/>
                <a:gd name="connsiteY51" fmla="*/ 176059 h 328613"/>
                <a:gd name="connsiteX52" fmla="*/ 100012 w 331788"/>
                <a:gd name="connsiteY52" fmla="*/ 125325 h 328613"/>
                <a:gd name="connsiteX53" fmla="*/ 123264 w 331788"/>
                <a:gd name="connsiteY53" fmla="*/ 92802 h 328613"/>
                <a:gd name="connsiteX54" fmla="*/ 134890 w 331788"/>
                <a:gd name="connsiteY54" fmla="*/ 90201 h 328613"/>
                <a:gd name="connsiteX55" fmla="*/ 136182 w 331788"/>
                <a:gd name="connsiteY55" fmla="*/ 88900 h 328613"/>
                <a:gd name="connsiteX56" fmla="*/ 292100 w 331788"/>
                <a:gd name="connsiteY56" fmla="*/ 19050 h 328613"/>
                <a:gd name="connsiteX57" fmla="*/ 331788 w 331788"/>
                <a:gd name="connsiteY57" fmla="*/ 58738 h 328613"/>
                <a:gd name="connsiteX58" fmla="*/ 292100 w 331788"/>
                <a:gd name="connsiteY58" fmla="*/ 98426 h 328613"/>
                <a:gd name="connsiteX59" fmla="*/ 252412 w 331788"/>
                <a:gd name="connsiteY59" fmla="*/ 58738 h 328613"/>
                <a:gd name="connsiteX60" fmla="*/ 292100 w 331788"/>
                <a:gd name="connsiteY60" fmla="*/ 19050 h 328613"/>
                <a:gd name="connsiteX61" fmla="*/ 39688 w 331788"/>
                <a:gd name="connsiteY61" fmla="*/ 19050 h 328613"/>
                <a:gd name="connsiteX62" fmla="*/ 79376 w 331788"/>
                <a:gd name="connsiteY62" fmla="*/ 58738 h 328613"/>
                <a:gd name="connsiteX63" fmla="*/ 39688 w 331788"/>
                <a:gd name="connsiteY63" fmla="*/ 98426 h 328613"/>
                <a:gd name="connsiteX64" fmla="*/ 0 w 331788"/>
                <a:gd name="connsiteY64" fmla="*/ 58738 h 328613"/>
                <a:gd name="connsiteX65" fmla="*/ 39688 w 331788"/>
                <a:gd name="connsiteY65" fmla="*/ 19050 h 328613"/>
                <a:gd name="connsiteX66" fmla="*/ 165894 w 331788"/>
                <a:gd name="connsiteY66" fmla="*/ 0 h 328613"/>
                <a:gd name="connsiteX67" fmla="*/ 204788 w 331788"/>
                <a:gd name="connsiteY67" fmla="*/ 39688 h 328613"/>
                <a:gd name="connsiteX68" fmla="*/ 165894 w 331788"/>
                <a:gd name="connsiteY68" fmla="*/ 79376 h 328613"/>
                <a:gd name="connsiteX69" fmla="*/ 127000 w 331788"/>
                <a:gd name="connsiteY69" fmla="*/ 39688 h 328613"/>
                <a:gd name="connsiteX70" fmla="*/ 165894 w 331788"/>
                <a:gd name="connsiteY70"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31788" h="328613">
                  <a:moveTo>
                    <a:pt x="292147" y="109538"/>
                  </a:moveTo>
                  <a:cubicBezTo>
                    <a:pt x="311524" y="109538"/>
                    <a:pt x="327025" y="126291"/>
                    <a:pt x="327025" y="145621"/>
                  </a:cubicBezTo>
                  <a:cubicBezTo>
                    <a:pt x="327025" y="145621"/>
                    <a:pt x="327025" y="145621"/>
                    <a:pt x="327025" y="229385"/>
                  </a:cubicBezTo>
                  <a:cubicBezTo>
                    <a:pt x="327025" y="248715"/>
                    <a:pt x="311524" y="264179"/>
                    <a:pt x="293438" y="264179"/>
                  </a:cubicBezTo>
                  <a:cubicBezTo>
                    <a:pt x="293438" y="264179"/>
                    <a:pt x="293438" y="264179"/>
                    <a:pt x="252101" y="264179"/>
                  </a:cubicBezTo>
                  <a:cubicBezTo>
                    <a:pt x="252101" y="264179"/>
                    <a:pt x="252101" y="264179"/>
                    <a:pt x="252101" y="319593"/>
                  </a:cubicBezTo>
                  <a:cubicBezTo>
                    <a:pt x="252101" y="324747"/>
                    <a:pt x="248226" y="328613"/>
                    <a:pt x="243059" y="328613"/>
                  </a:cubicBezTo>
                  <a:cubicBezTo>
                    <a:pt x="243059" y="328613"/>
                    <a:pt x="243059" y="328613"/>
                    <a:pt x="205596" y="328613"/>
                  </a:cubicBezTo>
                  <a:cubicBezTo>
                    <a:pt x="199138" y="328613"/>
                    <a:pt x="195262" y="324747"/>
                    <a:pt x="195262" y="319593"/>
                  </a:cubicBezTo>
                  <a:cubicBezTo>
                    <a:pt x="195262" y="319593"/>
                    <a:pt x="195262" y="319593"/>
                    <a:pt x="195262" y="235829"/>
                  </a:cubicBezTo>
                  <a:cubicBezTo>
                    <a:pt x="195262" y="220364"/>
                    <a:pt x="208180" y="207478"/>
                    <a:pt x="224973" y="207478"/>
                  </a:cubicBezTo>
                  <a:cubicBezTo>
                    <a:pt x="224973" y="207478"/>
                    <a:pt x="224973" y="207478"/>
                    <a:pt x="255976" y="207478"/>
                  </a:cubicBezTo>
                  <a:cubicBezTo>
                    <a:pt x="255976" y="207478"/>
                    <a:pt x="255976" y="207478"/>
                    <a:pt x="255976" y="145621"/>
                  </a:cubicBezTo>
                  <a:cubicBezTo>
                    <a:pt x="255976" y="126291"/>
                    <a:pt x="271478" y="109538"/>
                    <a:pt x="292147" y="109538"/>
                  </a:cubicBezTo>
                  <a:close/>
                  <a:moveTo>
                    <a:pt x="38473" y="109538"/>
                  </a:moveTo>
                  <a:cubicBezTo>
                    <a:pt x="59391" y="109538"/>
                    <a:pt x="75079" y="126291"/>
                    <a:pt x="75079" y="145621"/>
                  </a:cubicBezTo>
                  <a:cubicBezTo>
                    <a:pt x="75079" y="145621"/>
                    <a:pt x="75079" y="145621"/>
                    <a:pt x="75079" y="207478"/>
                  </a:cubicBezTo>
                  <a:cubicBezTo>
                    <a:pt x="75079" y="207478"/>
                    <a:pt x="75079" y="207478"/>
                    <a:pt x="106456" y="207478"/>
                  </a:cubicBezTo>
                  <a:cubicBezTo>
                    <a:pt x="123451" y="207478"/>
                    <a:pt x="136525" y="220364"/>
                    <a:pt x="136525" y="235829"/>
                  </a:cubicBezTo>
                  <a:cubicBezTo>
                    <a:pt x="136525" y="235829"/>
                    <a:pt x="136525" y="235829"/>
                    <a:pt x="136525" y="319593"/>
                  </a:cubicBezTo>
                  <a:cubicBezTo>
                    <a:pt x="136525" y="324747"/>
                    <a:pt x="132603" y="328613"/>
                    <a:pt x="126066" y="328613"/>
                  </a:cubicBezTo>
                  <a:cubicBezTo>
                    <a:pt x="126066" y="328613"/>
                    <a:pt x="126066" y="328613"/>
                    <a:pt x="88153" y="328613"/>
                  </a:cubicBezTo>
                  <a:cubicBezTo>
                    <a:pt x="82923" y="328613"/>
                    <a:pt x="79001" y="324747"/>
                    <a:pt x="79001" y="319593"/>
                  </a:cubicBezTo>
                  <a:cubicBezTo>
                    <a:pt x="79001" y="319593"/>
                    <a:pt x="79001" y="319593"/>
                    <a:pt x="79001" y="264179"/>
                  </a:cubicBezTo>
                  <a:cubicBezTo>
                    <a:pt x="79001" y="264179"/>
                    <a:pt x="79001" y="264179"/>
                    <a:pt x="37166" y="264179"/>
                  </a:cubicBezTo>
                  <a:cubicBezTo>
                    <a:pt x="18863" y="264179"/>
                    <a:pt x="3175" y="248715"/>
                    <a:pt x="3175" y="229385"/>
                  </a:cubicBezTo>
                  <a:cubicBezTo>
                    <a:pt x="3175" y="229385"/>
                    <a:pt x="3175" y="229385"/>
                    <a:pt x="3175" y="145621"/>
                  </a:cubicBezTo>
                  <a:cubicBezTo>
                    <a:pt x="3175" y="126291"/>
                    <a:pt x="18863" y="109538"/>
                    <a:pt x="38473" y="109538"/>
                  </a:cubicBezTo>
                  <a:close/>
                  <a:moveTo>
                    <a:pt x="160734" y="88900"/>
                  </a:moveTo>
                  <a:cubicBezTo>
                    <a:pt x="160734" y="88900"/>
                    <a:pt x="160734" y="88900"/>
                    <a:pt x="171053" y="88900"/>
                  </a:cubicBezTo>
                  <a:cubicBezTo>
                    <a:pt x="172343" y="88900"/>
                    <a:pt x="173633" y="90195"/>
                    <a:pt x="173633" y="90195"/>
                  </a:cubicBezTo>
                  <a:cubicBezTo>
                    <a:pt x="174923" y="92785"/>
                    <a:pt x="176213" y="94080"/>
                    <a:pt x="174923" y="95375"/>
                  </a:cubicBezTo>
                  <a:cubicBezTo>
                    <a:pt x="174923" y="95375"/>
                    <a:pt x="174923" y="95375"/>
                    <a:pt x="169763" y="103146"/>
                  </a:cubicBezTo>
                  <a:cubicBezTo>
                    <a:pt x="169763" y="103146"/>
                    <a:pt x="169763" y="103146"/>
                    <a:pt x="172343" y="123867"/>
                  </a:cubicBezTo>
                  <a:cubicBezTo>
                    <a:pt x="172343" y="123867"/>
                    <a:pt x="172343" y="123867"/>
                    <a:pt x="167184" y="136818"/>
                  </a:cubicBezTo>
                  <a:cubicBezTo>
                    <a:pt x="167184" y="138113"/>
                    <a:pt x="164604" y="138113"/>
                    <a:pt x="164604" y="136818"/>
                  </a:cubicBezTo>
                  <a:cubicBezTo>
                    <a:pt x="164604" y="136818"/>
                    <a:pt x="164604" y="136818"/>
                    <a:pt x="159444" y="123867"/>
                  </a:cubicBezTo>
                  <a:cubicBezTo>
                    <a:pt x="159444" y="123867"/>
                    <a:pt x="159444" y="123867"/>
                    <a:pt x="162024" y="103146"/>
                  </a:cubicBezTo>
                  <a:cubicBezTo>
                    <a:pt x="162024" y="103146"/>
                    <a:pt x="162024" y="103146"/>
                    <a:pt x="156865" y="95375"/>
                  </a:cubicBezTo>
                  <a:cubicBezTo>
                    <a:pt x="155575" y="94080"/>
                    <a:pt x="156865" y="92785"/>
                    <a:pt x="158155" y="90195"/>
                  </a:cubicBezTo>
                  <a:cubicBezTo>
                    <a:pt x="158155" y="90195"/>
                    <a:pt x="159444" y="88900"/>
                    <a:pt x="160734" y="88900"/>
                  </a:cubicBezTo>
                  <a:close/>
                  <a:moveTo>
                    <a:pt x="136182" y="88900"/>
                  </a:moveTo>
                  <a:cubicBezTo>
                    <a:pt x="137474" y="88900"/>
                    <a:pt x="138766" y="90201"/>
                    <a:pt x="138766" y="91502"/>
                  </a:cubicBezTo>
                  <a:cubicBezTo>
                    <a:pt x="138766" y="91502"/>
                    <a:pt x="138766" y="91502"/>
                    <a:pt x="165893" y="165652"/>
                  </a:cubicBezTo>
                  <a:cubicBezTo>
                    <a:pt x="165893" y="165652"/>
                    <a:pt x="165893" y="165652"/>
                    <a:pt x="193021" y="91502"/>
                  </a:cubicBezTo>
                  <a:cubicBezTo>
                    <a:pt x="193021" y="90201"/>
                    <a:pt x="195605" y="88900"/>
                    <a:pt x="196897" y="90201"/>
                  </a:cubicBezTo>
                  <a:cubicBezTo>
                    <a:pt x="196897" y="90201"/>
                    <a:pt x="196897" y="90201"/>
                    <a:pt x="208523" y="92802"/>
                  </a:cubicBezTo>
                  <a:cubicBezTo>
                    <a:pt x="222733" y="98006"/>
                    <a:pt x="231775" y="111015"/>
                    <a:pt x="231775" y="125325"/>
                  </a:cubicBezTo>
                  <a:cubicBezTo>
                    <a:pt x="231775" y="125325"/>
                    <a:pt x="231775" y="125325"/>
                    <a:pt x="231775" y="176059"/>
                  </a:cubicBezTo>
                  <a:cubicBezTo>
                    <a:pt x="231775" y="179961"/>
                    <a:pt x="229192" y="182563"/>
                    <a:pt x="226608" y="182563"/>
                  </a:cubicBezTo>
                  <a:cubicBezTo>
                    <a:pt x="226608" y="182563"/>
                    <a:pt x="226608" y="182563"/>
                    <a:pt x="105179" y="182563"/>
                  </a:cubicBezTo>
                  <a:cubicBezTo>
                    <a:pt x="102595" y="182563"/>
                    <a:pt x="100012" y="179961"/>
                    <a:pt x="100012" y="176059"/>
                  </a:cubicBezTo>
                  <a:cubicBezTo>
                    <a:pt x="100012" y="176059"/>
                    <a:pt x="100012" y="176059"/>
                    <a:pt x="100012" y="125325"/>
                  </a:cubicBezTo>
                  <a:cubicBezTo>
                    <a:pt x="100012" y="111015"/>
                    <a:pt x="109054" y="98006"/>
                    <a:pt x="123264" y="92802"/>
                  </a:cubicBezTo>
                  <a:cubicBezTo>
                    <a:pt x="123264" y="92802"/>
                    <a:pt x="123264" y="92802"/>
                    <a:pt x="134890" y="90201"/>
                  </a:cubicBezTo>
                  <a:cubicBezTo>
                    <a:pt x="134890" y="88900"/>
                    <a:pt x="134890" y="88900"/>
                    <a:pt x="136182" y="88900"/>
                  </a:cubicBezTo>
                  <a:close/>
                  <a:moveTo>
                    <a:pt x="292100" y="19050"/>
                  </a:moveTo>
                  <a:cubicBezTo>
                    <a:pt x="314019" y="19050"/>
                    <a:pt x="331788" y="36819"/>
                    <a:pt x="331788" y="58738"/>
                  </a:cubicBezTo>
                  <a:cubicBezTo>
                    <a:pt x="331788" y="80657"/>
                    <a:pt x="314019" y="98426"/>
                    <a:pt x="292100" y="98426"/>
                  </a:cubicBezTo>
                  <a:cubicBezTo>
                    <a:pt x="270181" y="98426"/>
                    <a:pt x="252412" y="80657"/>
                    <a:pt x="252412" y="58738"/>
                  </a:cubicBezTo>
                  <a:cubicBezTo>
                    <a:pt x="252412" y="36819"/>
                    <a:pt x="270181" y="19050"/>
                    <a:pt x="292100" y="19050"/>
                  </a:cubicBezTo>
                  <a:close/>
                  <a:moveTo>
                    <a:pt x="39688" y="19050"/>
                  </a:moveTo>
                  <a:cubicBezTo>
                    <a:pt x="61607" y="19050"/>
                    <a:pt x="79376" y="36819"/>
                    <a:pt x="79376" y="58738"/>
                  </a:cubicBezTo>
                  <a:cubicBezTo>
                    <a:pt x="79376" y="80657"/>
                    <a:pt x="61607" y="98426"/>
                    <a:pt x="39688" y="98426"/>
                  </a:cubicBezTo>
                  <a:cubicBezTo>
                    <a:pt x="17769" y="98426"/>
                    <a:pt x="0" y="80657"/>
                    <a:pt x="0" y="58738"/>
                  </a:cubicBezTo>
                  <a:cubicBezTo>
                    <a:pt x="0" y="36819"/>
                    <a:pt x="17769" y="19050"/>
                    <a:pt x="39688" y="19050"/>
                  </a:cubicBezTo>
                  <a:close/>
                  <a:moveTo>
                    <a:pt x="165894" y="0"/>
                  </a:moveTo>
                  <a:cubicBezTo>
                    <a:pt x="187375" y="0"/>
                    <a:pt x="204788" y="17769"/>
                    <a:pt x="204788" y="39688"/>
                  </a:cubicBezTo>
                  <a:cubicBezTo>
                    <a:pt x="204788" y="61607"/>
                    <a:pt x="187375" y="79376"/>
                    <a:pt x="165894" y="79376"/>
                  </a:cubicBezTo>
                  <a:cubicBezTo>
                    <a:pt x="144413" y="79376"/>
                    <a:pt x="127000" y="61607"/>
                    <a:pt x="127000" y="39688"/>
                  </a:cubicBezTo>
                  <a:cubicBezTo>
                    <a:pt x="127000" y="17769"/>
                    <a:pt x="144413" y="0"/>
                    <a:pt x="165894" y="0"/>
                  </a:cubicBezTo>
                  <a:close/>
                </a:path>
              </a:pathLst>
            </a:custGeom>
            <a:solidFill>
              <a:srgbClr val="FFFFFF"/>
            </a:solidFill>
            <a:ln>
              <a:noFill/>
            </a:ln>
            <a:extLst>
              <a:ext uri="{91240B29-F687-4f45-9708-019B960494DF}">
                <a14:hiddenLine xmlns:p15="http://schemas.microsoft.com/office/powerpoint/2012/main" xmlns:a16="http://schemas.microsoft.com/office/drawing/2014/main" xmlns:p14="http://schemas.microsoft.com/office/powerpoint/2010/main" xmlns:a14="http://schemas.microsoft.com/office/drawing/2010/main" xmlns:lc="http://schemas.openxmlformats.org/drawingml/2006/lockedCanvas" xmlns="" w="25400" cap="flat">
                  <a:solidFill>
                    <a:schemeClr val="tx1"/>
                  </a:solidFill>
                  <a:miter lim="800000"/>
                  <a:headEnd type="none" w="med" len="med"/>
                  <a:tailEnd type="none" w="med" len="med"/>
                </a14:hiddenLine>
              </a:ext>
            </a:extLst>
          </p:spPr>
          <p:txBody>
            <a:bodyPr anchor="ctr"/>
            <a:lstStyle/>
            <a:p>
              <a:pPr algn="ctr"/>
              <a:endParaRPr dirty="0"/>
            </a:p>
          </p:txBody>
        </p:sp>
      </p:grpSp>
      <p:grpSp>
        <p:nvGrpSpPr>
          <p:cNvPr id="54" name="千图PPT彼岸天：ID 8661124库_组合 1">
            <a:extLst>
              <a:ext uri="{FF2B5EF4-FFF2-40B4-BE49-F238E27FC236}">
                <a16:creationId xmlns:a16="http://schemas.microsoft.com/office/drawing/2014/main" id="{0BC07756-B85A-426C-8F61-BEC3ECFA3B3B}"/>
              </a:ext>
            </a:extLst>
          </p:cNvPr>
          <p:cNvGrpSpPr/>
          <p:nvPr>
            <p:custDataLst>
              <p:tags r:id="rId22"/>
            </p:custDataLst>
          </p:nvPr>
        </p:nvGrpSpPr>
        <p:grpSpPr>
          <a:xfrm>
            <a:off x="1522813" y="1659023"/>
            <a:ext cx="3054402" cy="608359"/>
            <a:chOff x="858520" y="1804342"/>
            <a:chExt cx="3054402" cy="608359"/>
          </a:xfrm>
        </p:grpSpPr>
        <p:sp>
          <p:nvSpPr>
            <p:cNvPr id="56" name="矩形 55">
              <a:extLst>
                <a:ext uri="{FF2B5EF4-FFF2-40B4-BE49-F238E27FC236}">
                  <a16:creationId xmlns:a16="http://schemas.microsoft.com/office/drawing/2014/main" id="{5E849F0E-E81C-4C6B-ACAB-EE6492FD0C37}"/>
                </a:ext>
              </a:extLst>
            </p:cNvPr>
            <p:cNvSpPr/>
            <p:nvPr/>
          </p:nvSpPr>
          <p:spPr>
            <a:xfrm>
              <a:off x="858520" y="1876690"/>
              <a:ext cx="2587220" cy="536011"/>
            </a:xfrm>
            <a:prstGeom prst="rect">
              <a:avLst/>
            </a:prstGeom>
          </p:spPr>
          <p:txBody>
            <a:bodyPr wrap="square" lIns="144000" tIns="0" rIns="144000" bIns="0">
              <a:noAutofit/>
            </a:bodyPr>
            <a:lstStyle/>
            <a:p>
              <a:pPr>
                <a:lnSpc>
                  <a:spcPct val="120000"/>
                </a:lnSpc>
              </a:pPr>
              <a:r>
                <a:rPr lang="zh-CN" altLang="en-US" sz="1100" dirty="0">
                  <a:solidFill>
                    <a:schemeClr val="dk1">
                      <a:lumMod val="100000"/>
                    </a:schemeClr>
                  </a:solidFill>
                </a:rPr>
                <a:t>在</a:t>
              </a:r>
              <a:r>
                <a:rPr lang="en-US" altLang="zh-CN" sz="1100" dirty="0">
                  <a:solidFill>
                    <a:schemeClr val="dk1">
                      <a:lumMod val="100000"/>
                    </a:schemeClr>
                  </a:solidFill>
                </a:rPr>
                <a:t>StanfordNLP</a:t>
              </a:r>
              <a:r>
                <a:rPr lang="zh-CN" altLang="en-US" sz="1100" dirty="0">
                  <a:solidFill>
                    <a:schemeClr val="dk1">
                      <a:lumMod val="100000"/>
                    </a:schemeClr>
                  </a:solidFill>
                </a:rPr>
                <a:t>分词结果中，会将生成句法树的根节点对应的词汇标注为“</a:t>
              </a:r>
              <a:r>
                <a:rPr lang="en-US" altLang="zh-CN" sz="1100" dirty="0">
                  <a:solidFill>
                    <a:schemeClr val="dk1">
                      <a:lumMod val="100000"/>
                    </a:schemeClr>
                  </a:solidFill>
                </a:rPr>
                <a:t>ROOT”</a:t>
              </a:r>
              <a:r>
                <a:rPr lang="zh-CN" altLang="en-US" sz="1100" dirty="0">
                  <a:solidFill>
                    <a:schemeClr val="dk1">
                      <a:lumMod val="100000"/>
                    </a:schemeClr>
                  </a:solidFill>
                </a:rPr>
                <a:t>，标注</a:t>
              </a:r>
              <a:r>
                <a:rPr lang="en-US" altLang="zh-CN" sz="1100" dirty="0">
                  <a:solidFill>
                    <a:schemeClr val="dk1">
                      <a:lumMod val="100000"/>
                    </a:schemeClr>
                  </a:solidFill>
                </a:rPr>
                <a:t>ROOT</a:t>
              </a:r>
              <a:r>
                <a:rPr lang="zh-CN" altLang="en-US" sz="1100" dirty="0">
                  <a:solidFill>
                    <a:schemeClr val="dk1">
                      <a:lumMod val="100000"/>
                    </a:schemeClr>
                  </a:solidFill>
                </a:rPr>
                <a:t>的词所对应的成分不确定，一定程度上影响了之后对句子成分的判断。</a:t>
              </a:r>
              <a:br>
                <a:rPr lang="zh-CN" altLang="en-US" sz="1100" dirty="0">
                  <a:solidFill>
                    <a:schemeClr val="dk1">
                      <a:lumMod val="100000"/>
                    </a:schemeClr>
                  </a:solidFill>
                </a:rPr>
              </a:br>
              <a:endParaRPr lang="zh-CN" altLang="en-US" sz="1100" dirty="0">
                <a:solidFill>
                  <a:schemeClr val="dk1">
                    <a:lumMod val="100000"/>
                  </a:schemeClr>
                </a:solidFill>
              </a:endParaRPr>
            </a:p>
          </p:txBody>
        </p:sp>
        <p:sp>
          <p:nvSpPr>
            <p:cNvPr id="59" name="任意多边形: 形状 58">
              <a:extLst>
                <a:ext uri="{FF2B5EF4-FFF2-40B4-BE49-F238E27FC236}">
                  <a16:creationId xmlns:a16="http://schemas.microsoft.com/office/drawing/2014/main" id="{6E7AF9A3-A2D5-4A59-8A4F-7FDABC38B70E}"/>
                </a:ext>
              </a:extLst>
            </p:cNvPr>
            <p:cNvSpPr/>
            <p:nvPr/>
          </p:nvSpPr>
          <p:spPr bwMode="auto">
            <a:xfrm>
              <a:off x="3732949" y="1804342"/>
              <a:ext cx="179973" cy="179973"/>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algn="ctr"/>
              <a:endParaRPr dirty="0"/>
            </a:p>
          </p:txBody>
        </p:sp>
      </p:grpSp>
      <p:sp>
        <p:nvSpPr>
          <p:cNvPr id="62" name="矩形 61">
            <a:extLst>
              <a:ext uri="{FF2B5EF4-FFF2-40B4-BE49-F238E27FC236}">
                <a16:creationId xmlns:a16="http://schemas.microsoft.com/office/drawing/2014/main" id="{8A70F94F-CB4C-40D1-8866-909E08D89732}"/>
              </a:ext>
            </a:extLst>
          </p:cNvPr>
          <p:cNvSpPr/>
          <p:nvPr/>
        </p:nvSpPr>
        <p:spPr>
          <a:xfrm>
            <a:off x="1490801" y="3243720"/>
            <a:ext cx="2587220" cy="536011"/>
          </a:xfrm>
          <a:prstGeom prst="rect">
            <a:avLst/>
          </a:prstGeom>
        </p:spPr>
        <p:txBody>
          <a:bodyPr wrap="square" lIns="144000" tIns="0" rIns="144000" bIns="0">
            <a:noAutofit/>
          </a:bodyPr>
          <a:lstStyle/>
          <a:p>
            <a:pPr>
              <a:lnSpc>
                <a:spcPct val="120000"/>
              </a:lnSpc>
            </a:pPr>
            <a:r>
              <a:rPr lang="zh-CN" altLang="zh-CN" sz="1100" dirty="0"/>
              <a:t>一些经常出现且与主题无关的干扰词会一定程度上影响分词结果以及之后的关键成分提取。</a:t>
            </a:r>
          </a:p>
          <a:p>
            <a:pPr>
              <a:lnSpc>
                <a:spcPct val="120000"/>
              </a:lnSpc>
            </a:pPr>
            <a:br>
              <a:rPr lang="zh-CN" altLang="en-US" sz="1100" dirty="0">
                <a:solidFill>
                  <a:schemeClr val="dk1">
                    <a:lumMod val="100000"/>
                  </a:schemeClr>
                </a:solidFill>
              </a:rPr>
            </a:br>
            <a:endParaRPr lang="zh-CN" altLang="en-US" sz="1100" dirty="0">
              <a:solidFill>
                <a:schemeClr val="dk1">
                  <a:lumMod val="100000"/>
                </a:schemeClr>
              </a:solidFill>
            </a:endParaRPr>
          </a:p>
        </p:txBody>
      </p:sp>
      <p:sp>
        <p:nvSpPr>
          <p:cNvPr id="3" name="矩形 2">
            <a:extLst>
              <a:ext uri="{FF2B5EF4-FFF2-40B4-BE49-F238E27FC236}">
                <a16:creationId xmlns:a16="http://schemas.microsoft.com/office/drawing/2014/main" id="{4FD2E9F3-AB7E-49A7-B712-0C13AD4B7990}"/>
              </a:ext>
            </a:extLst>
          </p:cNvPr>
          <p:cNvSpPr/>
          <p:nvPr/>
        </p:nvSpPr>
        <p:spPr>
          <a:xfrm>
            <a:off x="4318051" y="3090080"/>
            <a:ext cx="319877" cy="923330"/>
          </a:xfrm>
          <a:prstGeom prst="rect">
            <a:avLst/>
          </a:prstGeom>
          <a:noFill/>
        </p:spPr>
        <p:txBody>
          <a:bodyPr wrap="square" lIns="91440" tIns="45720" rIns="91440" bIns="45720">
            <a:spAutoFit/>
          </a:bodyPr>
          <a:lstStyle/>
          <a:p>
            <a:pPr algn="ctr"/>
            <a:endParaRPr lang="zh-CN" altLang="en-US" sz="5400" b="1" dirty="0">
              <a:ln w="22225">
                <a:solidFill>
                  <a:schemeClr val="accent2"/>
                </a:solidFill>
                <a:prstDash val="solid"/>
              </a:ln>
              <a:solidFill>
                <a:schemeClr val="accent2">
                  <a:lumMod val="40000"/>
                  <a:lumOff val="60000"/>
                </a:schemeClr>
              </a:solidFill>
            </a:endParaRPr>
          </a:p>
        </p:txBody>
      </p:sp>
      <p:sp>
        <p:nvSpPr>
          <p:cNvPr id="6" name="矩形 5">
            <a:extLst>
              <a:ext uri="{FF2B5EF4-FFF2-40B4-BE49-F238E27FC236}">
                <a16:creationId xmlns:a16="http://schemas.microsoft.com/office/drawing/2014/main" id="{00817C50-B605-4E8C-8086-040A10D58C14}"/>
              </a:ext>
            </a:extLst>
          </p:cNvPr>
          <p:cNvSpPr/>
          <p:nvPr/>
        </p:nvSpPr>
        <p:spPr>
          <a:xfrm>
            <a:off x="1051875" y="1546705"/>
            <a:ext cx="327334" cy="369332"/>
          </a:xfrm>
          <a:prstGeom prst="rect">
            <a:avLst/>
          </a:prstGeom>
          <a:noFill/>
        </p:spPr>
        <p:txBody>
          <a:bodyPr wrap="none" lIns="91440" tIns="45720" rIns="91440" bIns="45720">
            <a:spAutoFit/>
          </a:bodyPr>
          <a:lstStyle/>
          <a:p>
            <a:pPr algn="ctr"/>
            <a:r>
              <a:rPr lang="en-US" altLang="zh-CN" b="1" cap="none" spc="0" dirty="0">
                <a:ln w="6600">
                  <a:solidFill>
                    <a:schemeClr val="accent2"/>
                  </a:solidFill>
                  <a:prstDash val="solid"/>
                </a:ln>
                <a:solidFill>
                  <a:srgbClr val="FFFFFF"/>
                </a:solidFill>
                <a:effectLst>
                  <a:outerShdw dist="38100" dir="2700000" algn="tl" rotWithShape="0">
                    <a:schemeClr val="accent2"/>
                  </a:outerShdw>
                </a:effectLst>
              </a:rPr>
              <a:t>1</a:t>
            </a:r>
            <a:endParaRPr lang="zh-CN" altLang="en-US" b="1" cap="none" spc="0"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7" name="矩形 6">
            <a:extLst>
              <a:ext uri="{FF2B5EF4-FFF2-40B4-BE49-F238E27FC236}">
                <a16:creationId xmlns:a16="http://schemas.microsoft.com/office/drawing/2014/main" id="{0D2221AC-8F57-484C-9AF7-1795C660605C}"/>
              </a:ext>
            </a:extLst>
          </p:cNvPr>
          <p:cNvSpPr/>
          <p:nvPr/>
        </p:nvSpPr>
        <p:spPr>
          <a:xfrm>
            <a:off x="1051875" y="3042933"/>
            <a:ext cx="327334" cy="369332"/>
          </a:xfrm>
          <a:prstGeom prst="rect">
            <a:avLst/>
          </a:prstGeom>
        </p:spPr>
        <p:txBody>
          <a:bodyPr wrap="square">
            <a:spAutoFit/>
          </a:bodyPr>
          <a:lstStyle/>
          <a:p>
            <a:r>
              <a:rPr lang="en-US" altLang="zh-CN" b="1" dirty="0">
                <a:ln w="6600">
                  <a:solidFill>
                    <a:schemeClr val="accent2"/>
                  </a:solidFill>
                  <a:prstDash val="solid"/>
                </a:ln>
                <a:solidFill>
                  <a:srgbClr val="FFFFFF"/>
                </a:solidFill>
                <a:effectLst>
                  <a:outerShdw dist="38100" dir="2700000" algn="tl" rotWithShape="0">
                    <a:schemeClr val="accent2"/>
                  </a:outerShdw>
                </a:effectLst>
              </a:rPr>
              <a:t>2</a:t>
            </a:r>
            <a:endParaRPr lang="zh-CN" altLang="en-US" dirty="0"/>
          </a:p>
        </p:txBody>
      </p:sp>
      <p:sp>
        <p:nvSpPr>
          <p:cNvPr id="8" name="矩形 7">
            <a:extLst>
              <a:ext uri="{FF2B5EF4-FFF2-40B4-BE49-F238E27FC236}">
                <a16:creationId xmlns:a16="http://schemas.microsoft.com/office/drawing/2014/main" id="{4DCD398E-B3F0-4142-87AB-AB582597E6B1}"/>
              </a:ext>
            </a:extLst>
          </p:cNvPr>
          <p:cNvSpPr/>
          <p:nvPr/>
        </p:nvSpPr>
        <p:spPr>
          <a:xfrm>
            <a:off x="8342350" y="1546705"/>
            <a:ext cx="327334" cy="369332"/>
          </a:xfrm>
          <a:prstGeom prst="rect">
            <a:avLst/>
          </a:prstGeom>
        </p:spPr>
        <p:txBody>
          <a:bodyPr wrap="none">
            <a:spAutoFit/>
          </a:bodyPr>
          <a:lstStyle/>
          <a:p>
            <a:r>
              <a:rPr lang="en-US" altLang="zh-CN" b="1" dirty="0">
                <a:ln w="6600">
                  <a:solidFill>
                    <a:schemeClr val="accent2"/>
                  </a:solidFill>
                  <a:prstDash val="solid"/>
                </a:ln>
                <a:solidFill>
                  <a:srgbClr val="FFFFFF"/>
                </a:solidFill>
                <a:effectLst>
                  <a:outerShdw dist="38100" dir="2700000" algn="tl" rotWithShape="0">
                    <a:schemeClr val="accent2"/>
                  </a:outerShdw>
                </a:effectLst>
              </a:rPr>
              <a:t>3</a:t>
            </a:r>
            <a:endParaRPr lang="zh-CN" altLang="en-US" dirty="0"/>
          </a:p>
        </p:txBody>
      </p:sp>
      <p:sp>
        <p:nvSpPr>
          <p:cNvPr id="9" name="矩形 8">
            <a:extLst>
              <a:ext uri="{FF2B5EF4-FFF2-40B4-BE49-F238E27FC236}">
                <a16:creationId xmlns:a16="http://schemas.microsoft.com/office/drawing/2014/main" id="{4754A887-DACD-4B7C-B4CF-DBAD61AC8040}"/>
              </a:ext>
            </a:extLst>
          </p:cNvPr>
          <p:cNvSpPr/>
          <p:nvPr/>
        </p:nvSpPr>
        <p:spPr>
          <a:xfrm>
            <a:off x="8377855" y="3251030"/>
            <a:ext cx="327334" cy="369332"/>
          </a:xfrm>
          <a:prstGeom prst="rect">
            <a:avLst/>
          </a:prstGeom>
        </p:spPr>
        <p:txBody>
          <a:bodyPr wrap="none">
            <a:spAutoFit/>
          </a:bodyPr>
          <a:lstStyle/>
          <a:p>
            <a:r>
              <a:rPr lang="en-US" altLang="zh-CN" b="1" dirty="0">
                <a:ln w="6600">
                  <a:solidFill>
                    <a:schemeClr val="accent2"/>
                  </a:solidFill>
                  <a:prstDash val="solid"/>
                </a:ln>
                <a:solidFill>
                  <a:srgbClr val="FFFFFF"/>
                </a:solidFill>
                <a:effectLst>
                  <a:outerShdw dist="38100" dir="2700000" algn="tl" rotWithShape="0">
                    <a:schemeClr val="accent2"/>
                  </a:outerShdw>
                </a:effectLst>
              </a:rPr>
              <a:t>4</a:t>
            </a:r>
            <a:endParaRPr lang="zh-CN" altLang="en-US" dirty="0"/>
          </a:p>
        </p:txBody>
      </p:sp>
    </p:spTree>
    <p:extLst>
      <p:ext uri="{BB962C8B-B14F-4D97-AF65-F5344CB8AC3E}">
        <p14:creationId xmlns:p14="http://schemas.microsoft.com/office/powerpoint/2010/main" val="335287587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Tn>
                        </p:par>
                        <p:par>
                          <p:cTn id="5" fill="hold">
                            <p:stCondLst>
                              <p:cond delay="0"/>
                            </p:stCondLst>
                            <p:childTnLst>
                              <p:par>
                                <p:cTn id="6" presetID="23" presetClass="entr" presetSubtype="16" fill="hold" grpId="0" nodeType="afterEffect">
                                  <p:childTnLst>
                                    <p:set>
                                      <p:cBhvr>
                                        <p:cTn id="7" dur="1" fill="hold">
                                          <p:stCondLst>
                                            <p:cond delay="0"/>
                                          </p:stCondLst>
                                        </p:cTn>
                                        <p:tgtEl>
                                          <p:spTgt spid="17"/>
                                        </p:tgtEl>
                                        <p:attrNameLst>
                                          <p:attrName>style.visibility</p:attrName>
                                        </p:attrNameLst>
                                      </p:cBhvr>
                                      <p:to>
                                        <p:strVal val="visible"/>
                                      </p:to>
                                    </p:set>
                                    <p:anim calcmode="lin" valueType="num">
                                      <p:cBhvr>
                                        <p:cTn id="8" dur="500" fill="hold"/>
                                        <p:tgtEl>
                                          <p:spTgt spid="17"/>
                                        </p:tgtEl>
                                        <p:attrNameLst>
                                          <p:attrName>ppt_w</p:attrName>
                                        </p:attrNameLst>
                                      </p:cBhvr>
                                      <p:tavLst>
                                        <p:tav tm="0">
                                          <p:val>
                                            <p:fltVal val="0"/>
                                          </p:val>
                                        </p:tav>
                                        <p:tav tm="100000">
                                          <p:val>
                                            <p:strVal val="#ppt_w"/>
                                          </p:val>
                                        </p:tav>
                                      </p:tavLst>
                                    </p:anim>
                                    <p:anim calcmode="lin" valueType="num">
                                      <p:cBhvr>
                                        <p:cTn id="9" dur="500" fill="hold"/>
                                        <p:tgtEl>
                                          <p:spTgt spid="17"/>
                                        </p:tgtEl>
                                        <p:attrNameLst>
                                          <p:attrName>ppt_h</p:attrName>
                                        </p:attrNameLst>
                                      </p:cBhvr>
                                      <p:tavLst>
                                        <p:tav tm="0">
                                          <p:val>
                                            <p:fltVal val="0"/>
                                          </p:val>
                                        </p:tav>
                                        <p:tav tm="100000">
                                          <p:val>
                                            <p:strVal val="#ppt_h"/>
                                          </p:val>
                                        </p:tav>
                                      </p:tavLst>
                                    </p:anim>
                                  </p:childTnLst>
                                </p:cTn>
                              </p:par>
                            </p:childTnLst>
                          </p:cTn>
                        </p:par>
                        <p:par>
                          <p:cTn id="10" fill="hold">
                            <p:stCondLst>
                              <p:cond delay="500"/>
                            </p:stCondLst>
                            <p:childTnLst>
                              <p:par>
                                <p:cTn id="11" presetID="23" presetClass="entr" presetSubtype="16" fill="hold" grpId="0" nodeType="afterEffect">
                                  <p:childTnLst>
                                    <p:set>
                                      <p:cBhvr>
                                        <p:cTn id="12" dur="1" fill="hold">
                                          <p:stCondLst>
                                            <p:cond delay="0"/>
                                          </p:stCondLst>
                                        </p:cTn>
                                        <p:tgtEl>
                                          <p:spTgt spid="18"/>
                                        </p:tgtEl>
                                        <p:attrNameLst>
                                          <p:attrName>style.visibility</p:attrName>
                                        </p:attrNameLst>
                                      </p:cBhvr>
                                      <p:to>
                                        <p:strVal val="visible"/>
                                      </p:to>
                                    </p:set>
                                    <p:anim calcmode="lin" valueType="num">
                                      <p:cBhvr>
                                        <p:cTn id="13" dur="500" fill="hold"/>
                                        <p:tgtEl>
                                          <p:spTgt spid="18"/>
                                        </p:tgtEl>
                                        <p:attrNameLst>
                                          <p:attrName>ppt_w</p:attrName>
                                        </p:attrNameLst>
                                      </p:cBhvr>
                                      <p:tavLst>
                                        <p:tav tm="0">
                                          <p:val>
                                            <p:fltVal val="0"/>
                                          </p:val>
                                        </p:tav>
                                        <p:tav tm="100000">
                                          <p:val>
                                            <p:strVal val="#ppt_w"/>
                                          </p:val>
                                        </p:tav>
                                      </p:tavLst>
                                    </p:anim>
                                    <p:anim calcmode="lin" valueType="num">
                                      <p:cBhvr>
                                        <p:cTn id="14" dur="500" fill="hold"/>
                                        <p:tgtEl>
                                          <p:spTgt spid="18"/>
                                        </p:tgtEl>
                                        <p:attrNameLst>
                                          <p:attrName>ppt_h</p:attrName>
                                        </p:attrNameLst>
                                      </p:cBhvr>
                                      <p:tavLst>
                                        <p:tav tm="0">
                                          <p:val>
                                            <p:fltVal val="0"/>
                                          </p:val>
                                        </p:tav>
                                        <p:tav tm="100000">
                                          <p:val>
                                            <p:strVal val="#ppt_h"/>
                                          </p:val>
                                        </p:tav>
                                      </p:tavLst>
                                    </p:anim>
                                  </p:childTnLst>
                                </p:cTn>
                              </p:par>
                              <p:par>
                                <p:cTn id="15" presetID="23" presetClass="entr" presetSubtype="16" fill="hold" grpId="0" nodeType="withEffect">
                                  <p:childTnLst>
                                    <p:set>
                                      <p:cBhvr>
                                        <p:cTn id="16" dur="1" fill="hold">
                                          <p:stCondLst>
                                            <p:cond delay="0"/>
                                          </p:stCondLst>
                                        </p:cTn>
                                        <p:tgtEl>
                                          <p:spTgt spid="19"/>
                                        </p:tgtEl>
                                        <p:attrNameLst>
                                          <p:attrName>style.visibility</p:attrName>
                                        </p:attrNameLst>
                                      </p:cBhvr>
                                      <p:to>
                                        <p:strVal val="visible"/>
                                      </p:to>
                                    </p:set>
                                    <p:anim calcmode="lin" valueType="num">
                                      <p:cBhvr>
                                        <p:cTn id="17" dur="500" fill="hold"/>
                                        <p:tgtEl>
                                          <p:spTgt spid="19"/>
                                        </p:tgtEl>
                                        <p:attrNameLst>
                                          <p:attrName>ppt_w</p:attrName>
                                        </p:attrNameLst>
                                      </p:cBhvr>
                                      <p:tavLst>
                                        <p:tav tm="0">
                                          <p:val>
                                            <p:fltVal val="0"/>
                                          </p:val>
                                        </p:tav>
                                        <p:tav tm="100000">
                                          <p:val>
                                            <p:strVal val="#ppt_w"/>
                                          </p:val>
                                        </p:tav>
                                      </p:tavLst>
                                    </p:anim>
                                    <p:anim calcmode="lin" valueType="num">
                                      <p:cBhvr>
                                        <p:cTn id="18" dur="500" fill="hold"/>
                                        <p:tgtEl>
                                          <p:spTgt spid="19"/>
                                        </p:tgtEl>
                                        <p:attrNameLst>
                                          <p:attrName>ppt_h</p:attrName>
                                        </p:attrNameLst>
                                      </p:cBhvr>
                                      <p:tavLst>
                                        <p:tav tm="0">
                                          <p:val>
                                            <p:fltVal val="0"/>
                                          </p:val>
                                        </p:tav>
                                        <p:tav tm="100000">
                                          <p:val>
                                            <p:strVal val="#ppt_h"/>
                                          </p:val>
                                        </p:tav>
                                      </p:tavLst>
                                    </p:anim>
                                  </p:childTnLst>
                                </p:cTn>
                              </p:par>
                              <p:par>
                                <p:cTn id="19" presetID="23" presetClass="entr" presetSubtype="16" fill="hold" grpId="0" nodeType="withEffect">
                                  <p:childTnLst>
                                    <p:set>
                                      <p:cBhvr>
                                        <p:cTn id="20" dur="1" fill="hold">
                                          <p:stCondLst>
                                            <p:cond delay="0"/>
                                          </p:stCondLst>
                                        </p:cTn>
                                        <p:tgtEl>
                                          <p:spTgt spid="20"/>
                                        </p:tgtEl>
                                        <p:attrNameLst>
                                          <p:attrName>style.visibility</p:attrName>
                                        </p:attrNameLst>
                                      </p:cBhvr>
                                      <p:to>
                                        <p:strVal val="visible"/>
                                      </p:to>
                                    </p:set>
                                    <p:anim calcmode="lin" valueType="num">
                                      <p:cBhvr>
                                        <p:cTn id="21" dur="500" fill="hold"/>
                                        <p:tgtEl>
                                          <p:spTgt spid="20"/>
                                        </p:tgtEl>
                                        <p:attrNameLst>
                                          <p:attrName>ppt_w</p:attrName>
                                        </p:attrNameLst>
                                      </p:cBhvr>
                                      <p:tavLst>
                                        <p:tav tm="0">
                                          <p:val>
                                            <p:fltVal val="0"/>
                                          </p:val>
                                        </p:tav>
                                        <p:tav tm="100000">
                                          <p:val>
                                            <p:strVal val="#ppt_w"/>
                                          </p:val>
                                        </p:tav>
                                      </p:tavLst>
                                    </p:anim>
                                    <p:anim calcmode="lin" valueType="num">
                                      <p:cBhvr>
                                        <p:cTn id="22" dur="500" fill="hold"/>
                                        <p:tgtEl>
                                          <p:spTgt spid="20"/>
                                        </p:tgtEl>
                                        <p:attrNameLst>
                                          <p:attrName>ppt_h</p:attrName>
                                        </p:attrNameLst>
                                      </p:cBhvr>
                                      <p:tavLst>
                                        <p:tav tm="0">
                                          <p:val>
                                            <p:fltVal val="0"/>
                                          </p:val>
                                        </p:tav>
                                        <p:tav tm="100000">
                                          <p:val>
                                            <p:strVal val="#ppt_h"/>
                                          </p:val>
                                        </p:tav>
                                      </p:tavLst>
                                    </p:anim>
                                  </p:childTnLst>
                                </p:cTn>
                              </p:par>
                              <p:par>
                                <p:cTn id="23" presetID="23" presetClass="entr" presetSubtype="16" fill="hold" grpId="0" nodeType="withEffect">
                                  <p:childTnLst>
                                    <p:set>
                                      <p:cBhvr>
                                        <p:cTn id="24" dur="1" fill="hold">
                                          <p:stCondLst>
                                            <p:cond delay="0"/>
                                          </p:stCondLst>
                                        </p:cTn>
                                        <p:tgtEl>
                                          <p:spTgt spid="21"/>
                                        </p:tgtEl>
                                        <p:attrNameLst>
                                          <p:attrName>style.visibility</p:attrName>
                                        </p:attrNameLst>
                                      </p:cBhvr>
                                      <p:to>
                                        <p:strVal val="visible"/>
                                      </p:to>
                                    </p:set>
                                    <p:anim calcmode="lin" valueType="num">
                                      <p:cBhvr>
                                        <p:cTn id="25" dur="500" fill="hold"/>
                                        <p:tgtEl>
                                          <p:spTgt spid="21"/>
                                        </p:tgtEl>
                                        <p:attrNameLst>
                                          <p:attrName>ppt_w</p:attrName>
                                        </p:attrNameLst>
                                      </p:cBhvr>
                                      <p:tavLst>
                                        <p:tav tm="0">
                                          <p:val>
                                            <p:fltVal val="0"/>
                                          </p:val>
                                        </p:tav>
                                        <p:tav tm="100000">
                                          <p:val>
                                            <p:strVal val="#ppt_w"/>
                                          </p:val>
                                        </p:tav>
                                      </p:tavLst>
                                    </p:anim>
                                    <p:anim calcmode="lin" valueType="num">
                                      <p:cBhvr>
                                        <p:cTn id="26" dur="500" fill="hold"/>
                                        <p:tgtEl>
                                          <p:spTgt spid="21"/>
                                        </p:tgtEl>
                                        <p:attrNameLst>
                                          <p:attrName>ppt_h</p:attrName>
                                        </p:attrNameLst>
                                      </p:cBhvr>
                                      <p:tavLst>
                                        <p:tav tm="0">
                                          <p:val>
                                            <p:fltVal val="0"/>
                                          </p:val>
                                        </p:tav>
                                        <p:tav tm="100000">
                                          <p:val>
                                            <p:strVal val="#ppt_h"/>
                                          </p:val>
                                        </p:tav>
                                      </p:tavLst>
                                    </p:anim>
                                  </p:childTnLst>
                                </p:cTn>
                              </p:par>
                              <p:par>
                                <p:cTn id="27" presetID="23" presetClass="entr" presetSubtype="16" fill="hold" grpId="0" nodeType="withEffect">
                                  <p:childTnLst>
                                    <p:set>
                                      <p:cBhvr>
                                        <p:cTn id="28" dur="1" fill="hold">
                                          <p:stCondLst>
                                            <p:cond delay="0"/>
                                          </p:stCondLst>
                                        </p:cTn>
                                        <p:tgtEl>
                                          <p:spTgt spid="22"/>
                                        </p:tgtEl>
                                        <p:attrNameLst>
                                          <p:attrName>style.visibility</p:attrName>
                                        </p:attrNameLst>
                                      </p:cBhvr>
                                      <p:to>
                                        <p:strVal val="visible"/>
                                      </p:to>
                                    </p:set>
                                    <p:anim calcmode="lin" valueType="num">
                                      <p:cBhvr>
                                        <p:cTn id="29" dur="500" fill="hold"/>
                                        <p:tgtEl>
                                          <p:spTgt spid="22"/>
                                        </p:tgtEl>
                                        <p:attrNameLst>
                                          <p:attrName>ppt_w</p:attrName>
                                        </p:attrNameLst>
                                      </p:cBhvr>
                                      <p:tavLst>
                                        <p:tav tm="0">
                                          <p:val>
                                            <p:fltVal val="0"/>
                                          </p:val>
                                        </p:tav>
                                        <p:tav tm="100000">
                                          <p:val>
                                            <p:strVal val="#ppt_w"/>
                                          </p:val>
                                        </p:tav>
                                      </p:tavLst>
                                    </p:anim>
                                    <p:anim calcmode="lin" valueType="num">
                                      <p:cBhvr>
                                        <p:cTn id="30" dur="500" fill="hold"/>
                                        <p:tgtEl>
                                          <p:spTgt spid="22"/>
                                        </p:tgtEl>
                                        <p:attrNameLst>
                                          <p:attrName>ppt_h</p:attrName>
                                        </p:attrNameLst>
                                      </p:cBhvr>
                                      <p:tavLst>
                                        <p:tav tm="0">
                                          <p:val>
                                            <p:fltVal val="0"/>
                                          </p:val>
                                        </p:tav>
                                        <p:tav tm="100000">
                                          <p:val>
                                            <p:strVal val="#ppt_h"/>
                                          </p:val>
                                        </p:tav>
                                      </p:tavLst>
                                    </p:anim>
                                  </p:childTnLst>
                                </p:cTn>
                              </p:par>
                              <p:par>
                                <p:cTn id="31" presetID="23" presetClass="entr" presetSubtype="16" fill="hold" grpId="0" nodeType="withEffect">
                                  <p:childTnLst>
                                    <p:set>
                                      <p:cBhvr>
                                        <p:cTn id="32" dur="1" fill="hold">
                                          <p:stCondLst>
                                            <p:cond delay="0"/>
                                          </p:stCondLst>
                                        </p:cTn>
                                        <p:tgtEl>
                                          <p:spTgt spid="23"/>
                                        </p:tgtEl>
                                        <p:attrNameLst>
                                          <p:attrName>style.visibility</p:attrName>
                                        </p:attrNameLst>
                                      </p:cBhvr>
                                      <p:to>
                                        <p:strVal val="visible"/>
                                      </p:to>
                                    </p:set>
                                    <p:anim calcmode="lin" valueType="num">
                                      <p:cBhvr>
                                        <p:cTn id="33" dur="500" fill="hold"/>
                                        <p:tgtEl>
                                          <p:spTgt spid="23"/>
                                        </p:tgtEl>
                                        <p:attrNameLst>
                                          <p:attrName>ppt_w</p:attrName>
                                        </p:attrNameLst>
                                      </p:cBhvr>
                                      <p:tavLst>
                                        <p:tav tm="0">
                                          <p:val>
                                            <p:fltVal val="0"/>
                                          </p:val>
                                        </p:tav>
                                        <p:tav tm="100000">
                                          <p:val>
                                            <p:strVal val="#ppt_w"/>
                                          </p:val>
                                        </p:tav>
                                      </p:tavLst>
                                    </p:anim>
                                    <p:anim calcmode="lin" valueType="num">
                                      <p:cBhvr>
                                        <p:cTn id="34" dur="500" fill="hold"/>
                                        <p:tgtEl>
                                          <p:spTgt spid="23"/>
                                        </p:tgtEl>
                                        <p:attrNameLst>
                                          <p:attrName>ppt_h</p:attrName>
                                        </p:attrNameLst>
                                      </p:cBhvr>
                                      <p:tavLst>
                                        <p:tav tm="0">
                                          <p:val>
                                            <p:fltVal val="0"/>
                                          </p:val>
                                        </p:tav>
                                        <p:tav tm="100000">
                                          <p:val>
                                            <p:strVal val="#ppt_h"/>
                                          </p:val>
                                        </p:tav>
                                      </p:tavLst>
                                    </p:anim>
                                  </p:childTnLst>
                                </p:cTn>
                              </p:par>
                              <p:par>
                                <p:cTn id="35" presetID="23" presetClass="entr" presetSubtype="16" fill="hold" grpId="0" nodeType="withEffect">
                                  <p:childTnLst>
                                    <p:set>
                                      <p:cBhvr>
                                        <p:cTn id="36" dur="1" fill="hold">
                                          <p:stCondLst>
                                            <p:cond delay="0"/>
                                          </p:stCondLst>
                                        </p:cTn>
                                        <p:tgtEl>
                                          <p:spTgt spid="24"/>
                                        </p:tgtEl>
                                        <p:attrNameLst>
                                          <p:attrName>style.visibility</p:attrName>
                                        </p:attrNameLst>
                                      </p:cBhvr>
                                      <p:to>
                                        <p:strVal val="visible"/>
                                      </p:to>
                                    </p:set>
                                    <p:anim calcmode="lin" valueType="num">
                                      <p:cBhvr>
                                        <p:cTn id="37" dur="500" fill="hold"/>
                                        <p:tgtEl>
                                          <p:spTgt spid="24"/>
                                        </p:tgtEl>
                                        <p:attrNameLst>
                                          <p:attrName>ppt_w</p:attrName>
                                        </p:attrNameLst>
                                      </p:cBhvr>
                                      <p:tavLst>
                                        <p:tav tm="0">
                                          <p:val>
                                            <p:fltVal val="0"/>
                                          </p:val>
                                        </p:tav>
                                        <p:tav tm="100000">
                                          <p:val>
                                            <p:strVal val="#ppt_w"/>
                                          </p:val>
                                        </p:tav>
                                      </p:tavLst>
                                    </p:anim>
                                    <p:anim calcmode="lin" valueType="num">
                                      <p:cBhvr>
                                        <p:cTn id="38" dur="500" fill="hold"/>
                                        <p:tgtEl>
                                          <p:spTgt spid="24"/>
                                        </p:tgtEl>
                                        <p:attrNameLst>
                                          <p:attrName>ppt_h</p:attrName>
                                        </p:attrNameLst>
                                      </p:cBhvr>
                                      <p:tavLst>
                                        <p:tav tm="0">
                                          <p:val>
                                            <p:fltVal val="0"/>
                                          </p:val>
                                        </p:tav>
                                        <p:tav tm="100000">
                                          <p:val>
                                            <p:strVal val="#ppt_h"/>
                                          </p:val>
                                        </p:tav>
                                      </p:tavLst>
                                    </p:anim>
                                  </p:childTnLst>
                                </p:cTn>
                              </p:par>
                              <p:par>
                                <p:cTn id="39" presetID="23" presetClass="entr" presetSubtype="16" fill="hold" grpId="0" nodeType="withEffect">
                                  <p:childTnLst>
                                    <p:set>
                                      <p:cBhvr>
                                        <p:cTn id="40" dur="1" fill="hold">
                                          <p:stCondLst>
                                            <p:cond delay="0"/>
                                          </p:stCondLst>
                                        </p:cTn>
                                        <p:tgtEl>
                                          <p:spTgt spid="25"/>
                                        </p:tgtEl>
                                        <p:attrNameLst>
                                          <p:attrName>style.visibility</p:attrName>
                                        </p:attrNameLst>
                                      </p:cBhvr>
                                      <p:to>
                                        <p:strVal val="visible"/>
                                      </p:to>
                                    </p:set>
                                    <p:anim calcmode="lin" valueType="num">
                                      <p:cBhvr>
                                        <p:cTn id="41" dur="500" fill="hold"/>
                                        <p:tgtEl>
                                          <p:spTgt spid="25"/>
                                        </p:tgtEl>
                                        <p:attrNameLst>
                                          <p:attrName>ppt_w</p:attrName>
                                        </p:attrNameLst>
                                      </p:cBhvr>
                                      <p:tavLst>
                                        <p:tav tm="0">
                                          <p:val>
                                            <p:fltVal val="0"/>
                                          </p:val>
                                        </p:tav>
                                        <p:tav tm="100000">
                                          <p:val>
                                            <p:strVal val="#ppt_w"/>
                                          </p:val>
                                        </p:tav>
                                      </p:tavLst>
                                    </p:anim>
                                    <p:anim calcmode="lin" valueType="num">
                                      <p:cBhvr>
                                        <p:cTn id="42" dur="500" fill="hold"/>
                                        <p:tgtEl>
                                          <p:spTgt spid="25"/>
                                        </p:tgtEl>
                                        <p:attrNameLst>
                                          <p:attrName>ppt_h</p:attrName>
                                        </p:attrNameLst>
                                      </p:cBhvr>
                                      <p:tavLst>
                                        <p:tav tm="0">
                                          <p:val>
                                            <p:fltVal val="0"/>
                                          </p:val>
                                        </p:tav>
                                        <p:tav tm="100000">
                                          <p:val>
                                            <p:strVal val="#ppt_h"/>
                                          </p:val>
                                        </p:tav>
                                      </p:tavLst>
                                    </p:anim>
                                  </p:childTnLst>
                                </p:cTn>
                              </p:par>
                              <p:par>
                                <p:cTn id="43" presetID="23" presetClass="entr" presetSubtype="16" fill="hold" grpId="0" nodeType="withEffect">
                                  <p:childTnLst>
                                    <p:set>
                                      <p:cBhvr>
                                        <p:cTn id="44" dur="1" fill="hold">
                                          <p:stCondLst>
                                            <p:cond delay="0"/>
                                          </p:stCondLst>
                                        </p:cTn>
                                        <p:tgtEl>
                                          <p:spTgt spid="26"/>
                                        </p:tgtEl>
                                        <p:attrNameLst>
                                          <p:attrName>style.visibility</p:attrName>
                                        </p:attrNameLst>
                                      </p:cBhvr>
                                      <p:to>
                                        <p:strVal val="visible"/>
                                      </p:to>
                                    </p:set>
                                    <p:anim calcmode="lin" valueType="num">
                                      <p:cBhvr>
                                        <p:cTn id="45" dur="500" fill="hold"/>
                                        <p:tgtEl>
                                          <p:spTgt spid="26"/>
                                        </p:tgtEl>
                                        <p:attrNameLst>
                                          <p:attrName>ppt_w</p:attrName>
                                        </p:attrNameLst>
                                      </p:cBhvr>
                                      <p:tavLst>
                                        <p:tav tm="0">
                                          <p:val>
                                            <p:fltVal val="0"/>
                                          </p:val>
                                        </p:tav>
                                        <p:tav tm="100000">
                                          <p:val>
                                            <p:strVal val="#ppt_w"/>
                                          </p:val>
                                        </p:tav>
                                      </p:tavLst>
                                    </p:anim>
                                    <p:anim calcmode="lin" valueType="num">
                                      <p:cBhvr>
                                        <p:cTn id="46" dur="500" fill="hold"/>
                                        <p:tgtEl>
                                          <p:spTgt spid="26"/>
                                        </p:tgtEl>
                                        <p:attrNameLst>
                                          <p:attrName>ppt_h</p:attrName>
                                        </p:attrNameLst>
                                      </p:cBhvr>
                                      <p:tavLst>
                                        <p:tav tm="0">
                                          <p:val>
                                            <p:fltVal val="0"/>
                                          </p:val>
                                        </p:tav>
                                        <p:tav tm="100000">
                                          <p:val>
                                            <p:strVal val="#ppt_h"/>
                                          </p:val>
                                        </p:tav>
                                      </p:tavLst>
                                    </p:anim>
                                  </p:childTnLst>
                                </p:cTn>
                              </p:par>
                              <p:par>
                                <p:cTn id="47" presetID="23" presetClass="entr" presetSubtype="16" fill="hold" grpId="0" nodeType="withEffect">
                                  <p:childTnLst>
                                    <p:set>
                                      <p:cBhvr>
                                        <p:cTn id="48" dur="1" fill="hold">
                                          <p:stCondLst>
                                            <p:cond delay="0"/>
                                          </p:stCondLst>
                                        </p:cTn>
                                        <p:tgtEl>
                                          <p:spTgt spid="27"/>
                                        </p:tgtEl>
                                        <p:attrNameLst>
                                          <p:attrName>style.visibility</p:attrName>
                                        </p:attrNameLst>
                                      </p:cBhvr>
                                      <p:to>
                                        <p:strVal val="visible"/>
                                      </p:to>
                                    </p:set>
                                    <p:anim calcmode="lin" valueType="num">
                                      <p:cBhvr>
                                        <p:cTn id="49" dur="500" fill="hold"/>
                                        <p:tgtEl>
                                          <p:spTgt spid="27"/>
                                        </p:tgtEl>
                                        <p:attrNameLst>
                                          <p:attrName>ppt_w</p:attrName>
                                        </p:attrNameLst>
                                      </p:cBhvr>
                                      <p:tavLst>
                                        <p:tav tm="0">
                                          <p:val>
                                            <p:fltVal val="0"/>
                                          </p:val>
                                        </p:tav>
                                        <p:tav tm="100000">
                                          <p:val>
                                            <p:strVal val="#ppt_w"/>
                                          </p:val>
                                        </p:tav>
                                      </p:tavLst>
                                    </p:anim>
                                    <p:anim calcmode="lin" valueType="num">
                                      <p:cBhvr>
                                        <p:cTn id="50" dur="500" fill="hold"/>
                                        <p:tgtEl>
                                          <p:spTgt spid="27"/>
                                        </p:tgtEl>
                                        <p:attrNameLst>
                                          <p:attrName>ppt_h</p:attrName>
                                        </p:attrNameLst>
                                      </p:cBhvr>
                                      <p:tavLst>
                                        <p:tav tm="0">
                                          <p:val>
                                            <p:fltVal val="0"/>
                                          </p:val>
                                        </p:tav>
                                        <p:tav tm="100000">
                                          <p:val>
                                            <p:strVal val="#ppt_h"/>
                                          </p:val>
                                        </p:tav>
                                      </p:tavLst>
                                    </p:anim>
                                  </p:childTnLst>
                                </p:cTn>
                              </p:par>
                              <p:par>
                                <p:cTn id="51" presetID="23" presetClass="entr" presetSubtype="16" fill="hold" grpId="0" nodeType="withEffect">
                                  <p:childTnLst>
                                    <p:set>
                                      <p:cBhvr>
                                        <p:cTn id="52" dur="1" fill="hold">
                                          <p:stCondLst>
                                            <p:cond delay="0"/>
                                          </p:stCondLst>
                                        </p:cTn>
                                        <p:tgtEl>
                                          <p:spTgt spid="28"/>
                                        </p:tgtEl>
                                        <p:attrNameLst>
                                          <p:attrName>style.visibility</p:attrName>
                                        </p:attrNameLst>
                                      </p:cBhvr>
                                      <p:to>
                                        <p:strVal val="visible"/>
                                      </p:to>
                                    </p:set>
                                    <p:anim calcmode="lin" valueType="num">
                                      <p:cBhvr>
                                        <p:cTn id="53" dur="500" fill="hold"/>
                                        <p:tgtEl>
                                          <p:spTgt spid="28"/>
                                        </p:tgtEl>
                                        <p:attrNameLst>
                                          <p:attrName>ppt_w</p:attrName>
                                        </p:attrNameLst>
                                      </p:cBhvr>
                                      <p:tavLst>
                                        <p:tav tm="0">
                                          <p:val>
                                            <p:fltVal val="0"/>
                                          </p:val>
                                        </p:tav>
                                        <p:tav tm="100000">
                                          <p:val>
                                            <p:strVal val="#ppt_w"/>
                                          </p:val>
                                        </p:tav>
                                      </p:tavLst>
                                    </p:anim>
                                    <p:anim calcmode="lin" valueType="num">
                                      <p:cBhvr>
                                        <p:cTn id="54" dur="500" fill="hold"/>
                                        <p:tgtEl>
                                          <p:spTgt spid="28"/>
                                        </p:tgtEl>
                                        <p:attrNameLst>
                                          <p:attrName>ppt_h</p:attrName>
                                        </p:attrNameLst>
                                      </p:cBhvr>
                                      <p:tavLst>
                                        <p:tav tm="0">
                                          <p:val>
                                            <p:fltVal val="0"/>
                                          </p:val>
                                        </p:tav>
                                        <p:tav tm="100000">
                                          <p:val>
                                            <p:strVal val="#ppt_h"/>
                                          </p:val>
                                        </p:tav>
                                      </p:tavLst>
                                    </p:anim>
                                  </p:childTnLst>
                                </p:cTn>
                              </p:par>
                              <p:par>
                                <p:cTn id="55" presetID="23" presetClass="entr" presetSubtype="16" fill="hold" grpId="0" nodeType="withEffect">
                                  <p:childTnLst>
                                    <p:set>
                                      <p:cBhvr>
                                        <p:cTn id="56" dur="1" fill="hold">
                                          <p:stCondLst>
                                            <p:cond delay="0"/>
                                          </p:stCondLst>
                                        </p:cTn>
                                        <p:tgtEl>
                                          <p:spTgt spid="29"/>
                                        </p:tgtEl>
                                        <p:attrNameLst>
                                          <p:attrName>style.visibility</p:attrName>
                                        </p:attrNameLst>
                                      </p:cBhvr>
                                      <p:to>
                                        <p:strVal val="visible"/>
                                      </p:to>
                                    </p:set>
                                    <p:anim calcmode="lin" valueType="num">
                                      <p:cBhvr>
                                        <p:cTn id="57" dur="500" fill="hold"/>
                                        <p:tgtEl>
                                          <p:spTgt spid="29"/>
                                        </p:tgtEl>
                                        <p:attrNameLst>
                                          <p:attrName>ppt_w</p:attrName>
                                        </p:attrNameLst>
                                      </p:cBhvr>
                                      <p:tavLst>
                                        <p:tav tm="0">
                                          <p:val>
                                            <p:fltVal val="0"/>
                                          </p:val>
                                        </p:tav>
                                        <p:tav tm="100000">
                                          <p:val>
                                            <p:strVal val="#ppt_w"/>
                                          </p:val>
                                        </p:tav>
                                      </p:tavLst>
                                    </p:anim>
                                    <p:anim calcmode="lin" valueType="num">
                                      <p:cBhvr>
                                        <p:cTn id="58" dur="500" fill="hold"/>
                                        <p:tgtEl>
                                          <p:spTgt spid="29"/>
                                        </p:tgtEl>
                                        <p:attrNameLst>
                                          <p:attrName>ppt_h</p:attrName>
                                        </p:attrNameLst>
                                      </p:cBhvr>
                                      <p:tavLst>
                                        <p:tav tm="0">
                                          <p:val>
                                            <p:fltVal val="0"/>
                                          </p:val>
                                        </p:tav>
                                        <p:tav tm="100000">
                                          <p:val>
                                            <p:strVal val="#ppt_h"/>
                                          </p:val>
                                        </p:tav>
                                      </p:tavLst>
                                    </p:anim>
                                  </p:childTnLst>
                                </p:cTn>
                              </p:par>
                              <p:par>
                                <p:cTn id="59" presetID="23" presetClass="entr" presetSubtype="16" fill="hold" grpId="0" nodeType="withEffect">
                                  <p:childTnLst>
                                    <p:set>
                                      <p:cBhvr>
                                        <p:cTn id="60" dur="1" fill="hold">
                                          <p:stCondLst>
                                            <p:cond delay="0"/>
                                          </p:stCondLst>
                                        </p:cTn>
                                        <p:tgtEl>
                                          <p:spTgt spid="30"/>
                                        </p:tgtEl>
                                        <p:attrNameLst>
                                          <p:attrName>style.visibility</p:attrName>
                                        </p:attrNameLst>
                                      </p:cBhvr>
                                      <p:to>
                                        <p:strVal val="visible"/>
                                      </p:to>
                                    </p:set>
                                    <p:anim calcmode="lin" valueType="num">
                                      <p:cBhvr>
                                        <p:cTn id="61" dur="500" fill="hold"/>
                                        <p:tgtEl>
                                          <p:spTgt spid="30"/>
                                        </p:tgtEl>
                                        <p:attrNameLst>
                                          <p:attrName>ppt_w</p:attrName>
                                        </p:attrNameLst>
                                      </p:cBhvr>
                                      <p:tavLst>
                                        <p:tav tm="0">
                                          <p:val>
                                            <p:fltVal val="0"/>
                                          </p:val>
                                        </p:tav>
                                        <p:tav tm="100000">
                                          <p:val>
                                            <p:strVal val="#ppt_w"/>
                                          </p:val>
                                        </p:tav>
                                      </p:tavLst>
                                    </p:anim>
                                    <p:anim calcmode="lin" valueType="num">
                                      <p:cBhvr>
                                        <p:cTn id="62" dur="500" fill="hold"/>
                                        <p:tgtEl>
                                          <p:spTgt spid="30"/>
                                        </p:tgtEl>
                                        <p:attrNameLst>
                                          <p:attrName>ppt_h</p:attrName>
                                        </p:attrNameLst>
                                      </p:cBhvr>
                                      <p:tavLst>
                                        <p:tav tm="0">
                                          <p:val>
                                            <p:fltVal val="0"/>
                                          </p:val>
                                        </p:tav>
                                        <p:tav tm="100000">
                                          <p:val>
                                            <p:strVal val="#ppt_h"/>
                                          </p:val>
                                        </p:tav>
                                      </p:tavLst>
                                    </p:anim>
                                  </p:childTnLst>
                                </p:cTn>
                              </p:par>
                              <p:par>
                                <p:cTn id="63" presetID="23" presetClass="entr" presetSubtype="16" fill="hold" grpId="0" nodeType="withEffect">
                                  <p:childTnLst>
                                    <p:set>
                                      <p:cBhvr>
                                        <p:cTn id="64" dur="1" fill="hold">
                                          <p:stCondLst>
                                            <p:cond delay="0"/>
                                          </p:stCondLst>
                                        </p:cTn>
                                        <p:tgtEl>
                                          <p:spTgt spid="31"/>
                                        </p:tgtEl>
                                        <p:attrNameLst>
                                          <p:attrName>style.visibility</p:attrName>
                                        </p:attrNameLst>
                                      </p:cBhvr>
                                      <p:to>
                                        <p:strVal val="visible"/>
                                      </p:to>
                                    </p:set>
                                    <p:anim calcmode="lin" valueType="num">
                                      <p:cBhvr>
                                        <p:cTn id="65" dur="500" fill="hold"/>
                                        <p:tgtEl>
                                          <p:spTgt spid="31"/>
                                        </p:tgtEl>
                                        <p:attrNameLst>
                                          <p:attrName>ppt_w</p:attrName>
                                        </p:attrNameLst>
                                      </p:cBhvr>
                                      <p:tavLst>
                                        <p:tav tm="0">
                                          <p:val>
                                            <p:fltVal val="0"/>
                                          </p:val>
                                        </p:tav>
                                        <p:tav tm="100000">
                                          <p:val>
                                            <p:strVal val="#ppt_w"/>
                                          </p:val>
                                        </p:tav>
                                      </p:tavLst>
                                    </p:anim>
                                    <p:anim calcmode="lin" valueType="num">
                                      <p:cBhvr>
                                        <p:cTn id="66" dur="500" fill="hold"/>
                                        <p:tgtEl>
                                          <p:spTgt spid="31"/>
                                        </p:tgtEl>
                                        <p:attrNameLst>
                                          <p:attrName>ppt_h</p:attrName>
                                        </p:attrNameLst>
                                      </p:cBhvr>
                                      <p:tavLst>
                                        <p:tav tm="0">
                                          <p:val>
                                            <p:fltVal val="0"/>
                                          </p:val>
                                        </p:tav>
                                        <p:tav tm="100000">
                                          <p:val>
                                            <p:strVal val="#ppt_h"/>
                                          </p:val>
                                        </p:tav>
                                      </p:tavLst>
                                    </p:anim>
                                  </p:childTnLst>
                                </p:cTn>
                              </p:par>
                              <p:par>
                                <p:cTn id="67" presetID="23" presetClass="entr" presetSubtype="16" fill="hold" grpId="0" nodeType="withEffect">
                                  <p:childTnLst>
                                    <p:set>
                                      <p:cBhvr>
                                        <p:cTn id="68" dur="1" fill="hold">
                                          <p:stCondLst>
                                            <p:cond delay="0"/>
                                          </p:stCondLst>
                                        </p:cTn>
                                        <p:tgtEl>
                                          <p:spTgt spid="32"/>
                                        </p:tgtEl>
                                        <p:attrNameLst>
                                          <p:attrName>style.visibility</p:attrName>
                                        </p:attrNameLst>
                                      </p:cBhvr>
                                      <p:to>
                                        <p:strVal val="visible"/>
                                      </p:to>
                                    </p:set>
                                    <p:anim calcmode="lin" valueType="num">
                                      <p:cBhvr>
                                        <p:cTn id="69" dur="500" fill="hold"/>
                                        <p:tgtEl>
                                          <p:spTgt spid="32"/>
                                        </p:tgtEl>
                                        <p:attrNameLst>
                                          <p:attrName>ppt_w</p:attrName>
                                        </p:attrNameLst>
                                      </p:cBhvr>
                                      <p:tavLst>
                                        <p:tav tm="0">
                                          <p:val>
                                            <p:fltVal val="0"/>
                                          </p:val>
                                        </p:tav>
                                        <p:tav tm="100000">
                                          <p:val>
                                            <p:strVal val="#ppt_w"/>
                                          </p:val>
                                        </p:tav>
                                      </p:tavLst>
                                    </p:anim>
                                    <p:anim calcmode="lin" valueType="num">
                                      <p:cBhvr>
                                        <p:cTn id="70" dur="500" fill="hold"/>
                                        <p:tgtEl>
                                          <p:spTgt spid="32"/>
                                        </p:tgtEl>
                                        <p:attrNameLst>
                                          <p:attrName>ppt_h</p:attrName>
                                        </p:attrNameLst>
                                      </p:cBhvr>
                                      <p:tavLst>
                                        <p:tav tm="0">
                                          <p:val>
                                            <p:fltVal val="0"/>
                                          </p:val>
                                        </p:tav>
                                        <p:tav tm="100000">
                                          <p:val>
                                            <p:strVal val="#ppt_h"/>
                                          </p:val>
                                        </p:tav>
                                      </p:tavLst>
                                    </p:anim>
                                  </p:childTnLst>
                                </p:cTn>
                              </p:par>
                              <p:par>
                                <p:cTn id="71" presetID="23" presetClass="entr" presetSubtype="16" fill="hold" grpId="0" nodeType="withEffect">
                                  <p:childTnLst>
                                    <p:set>
                                      <p:cBhvr>
                                        <p:cTn id="72" dur="1" fill="hold">
                                          <p:stCondLst>
                                            <p:cond delay="0"/>
                                          </p:stCondLst>
                                        </p:cTn>
                                        <p:tgtEl>
                                          <p:spTgt spid="33"/>
                                        </p:tgtEl>
                                        <p:attrNameLst>
                                          <p:attrName>style.visibility</p:attrName>
                                        </p:attrNameLst>
                                      </p:cBhvr>
                                      <p:to>
                                        <p:strVal val="visible"/>
                                      </p:to>
                                    </p:set>
                                    <p:anim calcmode="lin" valueType="num">
                                      <p:cBhvr>
                                        <p:cTn id="73" dur="500" fill="hold"/>
                                        <p:tgtEl>
                                          <p:spTgt spid="33"/>
                                        </p:tgtEl>
                                        <p:attrNameLst>
                                          <p:attrName>ppt_w</p:attrName>
                                        </p:attrNameLst>
                                      </p:cBhvr>
                                      <p:tavLst>
                                        <p:tav tm="0">
                                          <p:val>
                                            <p:fltVal val="0"/>
                                          </p:val>
                                        </p:tav>
                                        <p:tav tm="100000">
                                          <p:val>
                                            <p:strVal val="#ppt_w"/>
                                          </p:val>
                                        </p:tav>
                                      </p:tavLst>
                                    </p:anim>
                                    <p:anim calcmode="lin" valueType="num">
                                      <p:cBhvr>
                                        <p:cTn id="74" dur="500" fill="hold"/>
                                        <p:tgtEl>
                                          <p:spTgt spid="33"/>
                                        </p:tgtEl>
                                        <p:attrNameLst>
                                          <p:attrName>ppt_h</p:attrName>
                                        </p:attrNameLst>
                                      </p:cBhvr>
                                      <p:tavLst>
                                        <p:tav tm="0">
                                          <p:val>
                                            <p:fltVal val="0"/>
                                          </p:val>
                                        </p:tav>
                                        <p:tav tm="100000">
                                          <p:val>
                                            <p:strVal val="#ppt_h"/>
                                          </p:val>
                                        </p:tav>
                                      </p:tavLst>
                                    </p:anim>
                                  </p:childTnLst>
                                </p:cTn>
                              </p:par>
                              <p:par>
                                <p:cTn id="75" presetID="23" presetClass="entr" presetSubtype="16" fill="hold" grpId="0" nodeType="withEffect">
                                  <p:childTnLst>
                                    <p:set>
                                      <p:cBhvr>
                                        <p:cTn id="76" dur="1" fill="hold">
                                          <p:stCondLst>
                                            <p:cond delay="0"/>
                                          </p:stCondLst>
                                        </p:cTn>
                                        <p:tgtEl>
                                          <p:spTgt spid="34"/>
                                        </p:tgtEl>
                                        <p:attrNameLst>
                                          <p:attrName>style.visibility</p:attrName>
                                        </p:attrNameLst>
                                      </p:cBhvr>
                                      <p:to>
                                        <p:strVal val="visible"/>
                                      </p:to>
                                    </p:set>
                                    <p:anim calcmode="lin" valueType="num">
                                      <p:cBhvr>
                                        <p:cTn id="77" dur="500" fill="hold"/>
                                        <p:tgtEl>
                                          <p:spTgt spid="34"/>
                                        </p:tgtEl>
                                        <p:attrNameLst>
                                          <p:attrName>ppt_w</p:attrName>
                                        </p:attrNameLst>
                                      </p:cBhvr>
                                      <p:tavLst>
                                        <p:tav tm="0">
                                          <p:val>
                                            <p:fltVal val="0"/>
                                          </p:val>
                                        </p:tav>
                                        <p:tav tm="100000">
                                          <p:val>
                                            <p:strVal val="#ppt_w"/>
                                          </p:val>
                                        </p:tav>
                                      </p:tavLst>
                                    </p:anim>
                                    <p:anim calcmode="lin" valueType="num">
                                      <p:cBhvr>
                                        <p:cTn id="78" dur="500" fill="hold"/>
                                        <p:tgtEl>
                                          <p:spTgt spid="34"/>
                                        </p:tgtEl>
                                        <p:attrNameLst>
                                          <p:attrName>ppt_h</p:attrName>
                                        </p:attrNameLst>
                                      </p:cBhvr>
                                      <p:tavLst>
                                        <p:tav tm="0">
                                          <p:val>
                                            <p:fltVal val="0"/>
                                          </p:val>
                                        </p:tav>
                                        <p:tav tm="100000">
                                          <p:val>
                                            <p:strVal val="#ppt_h"/>
                                          </p:val>
                                        </p:tav>
                                      </p:tavLst>
                                    </p:anim>
                                  </p:childTnLst>
                                </p:cTn>
                              </p:par>
                              <p:par>
                                <p:cTn id="79" presetID="23" presetClass="entr" presetSubtype="16" fill="hold" grpId="0" nodeType="withEffect">
                                  <p:childTnLst>
                                    <p:set>
                                      <p:cBhvr>
                                        <p:cTn id="80" dur="1" fill="hold">
                                          <p:stCondLst>
                                            <p:cond delay="0"/>
                                          </p:stCondLst>
                                        </p:cTn>
                                        <p:tgtEl>
                                          <p:spTgt spid="35"/>
                                        </p:tgtEl>
                                        <p:attrNameLst>
                                          <p:attrName>style.visibility</p:attrName>
                                        </p:attrNameLst>
                                      </p:cBhvr>
                                      <p:to>
                                        <p:strVal val="visible"/>
                                      </p:to>
                                    </p:set>
                                    <p:anim calcmode="lin" valueType="num">
                                      <p:cBhvr>
                                        <p:cTn id="81" dur="500" fill="hold"/>
                                        <p:tgtEl>
                                          <p:spTgt spid="35"/>
                                        </p:tgtEl>
                                        <p:attrNameLst>
                                          <p:attrName>ppt_w</p:attrName>
                                        </p:attrNameLst>
                                      </p:cBhvr>
                                      <p:tavLst>
                                        <p:tav tm="0">
                                          <p:val>
                                            <p:fltVal val="0"/>
                                          </p:val>
                                        </p:tav>
                                        <p:tav tm="100000">
                                          <p:val>
                                            <p:strVal val="#ppt_w"/>
                                          </p:val>
                                        </p:tav>
                                      </p:tavLst>
                                    </p:anim>
                                    <p:anim calcmode="lin" valueType="num">
                                      <p:cBhvr>
                                        <p:cTn id="82" dur="500" fill="hold"/>
                                        <p:tgtEl>
                                          <p:spTgt spid="35"/>
                                        </p:tgtEl>
                                        <p:attrNameLst>
                                          <p:attrName>ppt_h</p:attrName>
                                        </p:attrNameLst>
                                      </p:cBhvr>
                                      <p:tavLst>
                                        <p:tav tm="0">
                                          <p:val>
                                            <p:fltVal val="0"/>
                                          </p:val>
                                        </p:tav>
                                        <p:tav tm="100000">
                                          <p:val>
                                            <p:strVal val="#ppt_h"/>
                                          </p:val>
                                        </p:tav>
                                      </p:tavLst>
                                    </p:anim>
                                  </p:childTnLst>
                                </p:cTn>
                              </p:par>
                            </p:childTnLst>
                          </p:cTn>
                        </p:par>
                        <p:par>
                          <p:cTn id="83" fill="hold">
                            <p:stCondLst>
                              <p:cond delay="1000"/>
                            </p:stCondLst>
                            <p:childTnLst>
                              <p:par>
                                <p:cTn id="84" presetID="53" presetClass="entr" presetSubtype="0" fill="hold" nodeType="afterEffect">
                                  <p:childTnLst>
                                    <p:set>
                                      <p:cBhvr>
                                        <p:cTn id="85" dur="1" fill="hold">
                                          <p:stCondLst>
                                            <p:cond delay="0"/>
                                          </p:stCondLst>
                                        </p:cTn>
                                        <p:tgtEl>
                                          <p:spTgt spid="54"/>
                                        </p:tgtEl>
                                        <p:attrNameLst>
                                          <p:attrName>style.visibility</p:attrName>
                                        </p:attrNameLst>
                                      </p:cBhvr>
                                      <p:to>
                                        <p:strVal val="visible"/>
                                      </p:to>
                                    </p:set>
                                    <p:anim calcmode="lin" valueType="num">
                                      <p:cBhvr>
                                        <p:cTn id="86" dur="500" fill="hold"/>
                                        <p:tgtEl>
                                          <p:spTgt spid="54"/>
                                        </p:tgtEl>
                                        <p:attrNameLst>
                                          <p:attrName>ppt_w</p:attrName>
                                        </p:attrNameLst>
                                      </p:cBhvr>
                                      <p:tavLst>
                                        <p:tav tm="0">
                                          <p:val>
                                            <p:fltVal val="0"/>
                                          </p:val>
                                        </p:tav>
                                        <p:tav tm="100000">
                                          <p:val>
                                            <p:strVal val="#ppt_w"/>
                                          </p:val>
                                        </p:tav>
                                      </p:tavLst>
                                    </p:anim>
                                    <p:anim calcmode="lin" valueType="num">
                                      <p:cBhvr>
                                        <p:cTn id="87" dur="500" fill="hold"/>
                                        <p:tgtEl>
                                          <p:spTgt spid="54"/>
                                        </p:tgtEl>
                                        <p:attrNameLst>
                                          <p:attrName>ppt_h</p:attrName>
                                        </p:attrNameLst>
                                      </p:cBhvr>
                                      <p:tavLst>
                                        <p:tav tm="0">
                                          <p:val>
                                            <p:fltVal val="0"/>
                                          </p:val>
                                        </p:tav>
                                        <p:tav tm="100000">
                                          <p:val>
                                            <p:strVal val="#ppt_h"/>
                                          </p:val>
                                        </p:tav>
                                      </p:tavLst>
                                    </p:anim>
                                    <p:animEffect transition="in" filter="fade">
                                      <p:cBhvr>
                                        <p:cTn id="88" dur="500"/>
                                        <p:tgtEl>
                                          <p:spTgt spid="54"/>
                                        </p:tgtEl>
                                      </p:cBhvr>
                                    </p:animEffect>
                                    <p:anim calcmode="lin" valueType="num">
                                      <p:cBhvr>
                                        <p:cTn id="89" dur="500" fill="hold"/>
                                        <p:tgtEl>
                                          <p:spTgt spid="54"/>
                                        </p:tgtEl>
                                        <p:attrNameLst>
                                          <p:attrName>ppt_x</p:attrName>
                                        </p:attrNameLst>
                                      </p:cBhvr>
                                      <p:tavLst>
                                        <p:tav tm="0">
                                          <p:val>
                                            <p:fltVal val="0.5"/>
                                          </p:val>
                                        </p:tav>
                                        <p:tav tm="100000">
                                          <p:val>
                                            <p:strVal val="#ppt_x"/>
                                          </p:val>
                                        </p:tav>
                                      </p:tavLst>
                                    </p:anim>
                                    <p:anim calcmode="lin" valueType="num">
                                      <p:cBhvr>
                                        <p:cTn id="90" dur="500" fill="hold"/>
                                        <p:tgtEl>
                                          <p:spTgt spid="54"/>
                                        </p:tgtEl>
                                        <p:attrNameLst>
                                          <p:attrName>ppt_y</p:attrName>
                                        </p:attrNameLst>
                                      </p:cBhvr>
                                      <p:tavLst>
                                        <p:tav tm="0">
                                          <p:val>
                                            <p:fltVal val="0.5"/>
                                          </p:val>
                                        </p:tav>
                                        <p:tav tm="100000">
                                          <p:val>
                                            <p:strVal val="#ppt_y"/>
                                          </p:val>
                                        </p:tav>
                                      </p:tavLst>
                                    </p:anim>
                                  </p:childTnLst>
                                </p:cTn>
                              </p:par>
                            </p:childTnLst>
                          </p:cTn>
                        </p:par>
                        <p:par>
                          <p:cTn id="91" fill="hold">
                            <p:stCondLst>
                              <p:cond delay="1500"/>
                            </p:stCondLst>
                            <p:childTnLst>
                              <p:par>
                                <p:cTn id="92" presetID="53" presetClass="entr" presetSubtype="0" fill="hold" nodeType="afterEffect">
                                  <p:childTnLst>
                                    <p:set>
                                      <p:cBhvr>
                                        <p:cTn id="93" dur="1" fill="hold">
                                          <p:stCondLst>
                                            <p:cond delay="0"/>
                                          </p:stCondLst>
                                        </p:cTn>
                                        <p:tgtEl>
                                          <p:spTgt spid="48"/>
                                        </p:tgtEl>
                                        <p:attrNameLst>
                                          <p:attrName>style.visibility</p:attrName>
                                        </p:attrNameLst>
                                      </p:cBhvr>
                                      <p:to>
                                        <p:strVal val="visible"/>
                                      </p:to>
                                    </p:set>
                                    <p:anim calcmode="lin" valueType="num">
                                      <p:cBhvr>
                                        <p:cTn id="94" dur="500" fill="hold"/>
                                        <p:tgtEl>
                                          <p:spTgt spid="48"/>
                                        </p:tgtEl>
                                        <p:attrNameLst>
                                          <p:attrName>ppt_w</p:attrName>
                                        </p:attrNameLst>
                                      </p:cBhvr>
                                      <p:tavLst>
                                        <p:tav tm="0">
                                          <p:val>
                                            <p:fltVal val="0"/>
                                          </p:val>
                                        </p:tav>
                                        <p:tav tm="100000">
                                          <p:val>
                                            <p:strVal val="#ppt_w"/>
                                          </p:val>
                                        </p:tav>
                                      </p:tavLst>
                                    </p:anim>
                                    <p:anim calcmode="lin" valueType="num">
                                      <p:cBhvr>
                                        <p:cTn id="95" dur="500" fill="hold"/>
                                        <p:tgtEl>
                                          <p:spTgt spid="48"/>
                                        </p:tgtEl>
                                        <p:attrNameLst>
                                          <p:attrName>ppt_h</p:attrName>
                                        </p:attrNameLst>
                                      </p:cBhvr>
                                      <p:tavLst>
                                        <p:tav tm="0">
                                          <p:val>
                                            <p:fltVal val="0"/>
                                          </p:val>
                                        </p:tav>
                                        <p:tav tm="100000">
                                          <p:val>
                                            <p:strVal val="#ppt_h"/>
                                          </p:val>
                                        </p:tav>
                                      </p:tavLst>
                                    </p:anim>
                                    <p:animEffect transition="in" filter="fade">
                                      <p:cBhvr>
                                        <p:cTn id="96" dur="500"/>
                                        <p:tgtEl>
                                          <p:spTgt spid="48"/>
                                        </p:tgtEl>
                                      </p:cBhvr>
                                    </p:animEffect>
                                    <p:anim calcmode="lin" valueType="num">
                                      <p:cBhvr>
                                        <p:cTn id="97" dur="500" fill="hold"/>
                                        <p:tgtEl>
                                          <p:spTgt spid="48"/>
                                        </p:tgtEl>
                                        <p:attrNameLst>
                                          <p:attrName>ppt_x</p:attrName>
                                        </p:attrNameLst>
                                      </p:cBhvr>
                                      <p:tavLst>
                                        <p:tav tm="0">
                                          <p:val>
                                            <p:fltVal val="0.5"/>
                                          </p:val>
                                        </p:tav>
                                        <p:tav tm="100000">
                                          <p:val>
                                            <p:strVal val="#ppt_x"/>
                                          </p:val>
                                        </p:tav>
                                      </p:tavLst>
                                    </p:anim>
                                    <p:anim calcmode="lin" valueType="num">
                                      <p:cBhvr>
                                        <p:cTn id="98" dur="500" fill="hold"/>
                                        <p:tgtEl>
                                          <p:spTgt spid="48"/>
                                        </p:tgtEl>
                                        <p:attrNameLst>
                                          <p:attrName>ppt_y</p:attrName>
                                        </p:attrNameLst>
                                      </p:cBhvr>
                                      <p:tavLst>
                                        <p:tav tm="0">
                                          <p:val>
                                            <p:fltVal val="0.5"/>
                                          </p:val>
                                        </p:tav>
                                        <p:tav tm="100000">
                                          <p:val>
                                            <p:strVal val="#ppt_y"/>
                                          </p:val>
                                        </p:tav>
                                      </p:tavLst>
                                    </p:anim>
                                  </p:childTnLst>
                                </p:cTn>
                              </p:par>
                            </p:childTnLst>
                          </p:cTn>
                        </p:par>
                        <p:par>
                          <p:cTn id="99" fill="hold">
                            <p:stCondLst>
                              <p:cond delay="2000"/>
                            </p:stCondLst>
                            <p:childTnLst>
                              <p:par>
                                <p:cTn id="100" presetID="53" presetClass="entr" presetSubtype="0" fill="hold" nodeType="afterEffect">
                                  <p:childTnLst>
                                    <p:set>
                                      <p:cBhvr>
                                        <p:cTn id="101" dur="1" fill="hold">
                                          <p:stCondLst>
                                            <p:cond delay="0"/>
                                          </p:stCondLst>
                                        </p:cTn>
                                        <p:tgtEl>
                                          <p:spTgt spid="36"/>
                                        </p:tgtEl>
                                        <p:attrNameLst>
                                          <p:attrName>style.visibility</p:attrName>
                                        </p:attrNameLst>
                                      </p:cBhvr>
                                      <p:to>
                                        <p:strVal val="visible"/>
                                      </p:to>
                                    </p:set>
                                    <p:anim calcmode="lin" valueType="num">
                                      <p:cBhvr>
                                        <p:cTn id="102" dur="500" fill="hold"/>
                                        <p:tgtEl>
                                          <p:spTgt spid="36"/>
                                        </p:tgtEl>
                                        <p:attrNameLst>
                                          <p:attrName>ppt_w</p:attrName>
                                        </p:attrNameLst>
                                      </p:cBhvr>
                                      <p:tavLst>
                                        <p:tav tm="0">
                                          <p:val>
                                            <p:fltVal val="0"/>
                                          </p:val>
                                        </p:tav>
                                        <p:tav tm="100000">
                                          <p:val>
                                            <p:strVal val="#ppt_w"/>
                                          </p:val>
                                        </p:tav>
                                      </p:tavLst>
                                    </p:anim>
                                    <p:anim calcmode="lin" valueType="num">
                                      <p:cBhvr>
                                        <p:cTn id="103" dur="500" fill="hold"/>
                                        <p:tgtEl>
                                          <p:spTgt spid="36"/>
                                        </p:tgtEl>
                                        <p:attrNameLst>
                                          <p:attrName>ppt_h</p:attrName>
                                        </p:attrNameLst>
                                      </p:cBhvr>
                                      <p:tavLst>
                                        <p:tav tm="0">
                                          <p:val>
                                            <p:fltVal val="0"/>
                                          </p:val>
                                        </p:tav>
                                        <p:tav tm="100000">
                                          <p:val>
                                            <p:strVal val="#ppt_h"/>
                                          </p:val>
                                        </p:tav>
                                      </p:tavLst>
                                    </p:anim>
                                    <p:animEffect transition="in" filter="fade">
                                      <p:cBhvr>
                                        <p:cTn id="104" dur="500"/>
                                        <p:tgtEl>
                                          <p:spTgt spid="36"/>
                                        </p:tgtEl>
                                      </p:cBhvr>
                                    </p:animEffect>
                                    <p:anim calcmode="lin" valueType="num">
                                      <p:cBhvr>
                                        <p:cTn id="105" dur="500" fill="hold"/>
                                        <p:tgtEl>
                                          <p:spTgt spid="36"/>
                                        </p:tgtEl>
                                        <p:attrNameLst>
                                          <p:attrName>ppt_x</p:attrName>
                                        </p:attrNameLst>
                                      </p:cBhvr>
                                      <p:tavLst>
                                        <p:tav tm="0">
                                          <p:val>
                                            <p:fltVal val="0.5"/>
                                          </p:val>
                                        </p:tav>
                                        <p:tav tm="100000">
                                          <p:val>
                                            <p:strVal val="#ppt_x"/>
                                          </p:val>
                                        </p:tav>
                                      </p:tavLst>
                                    </p:anim>
                                    <p:anim calcmode="lin" valueType="num">
                                      <p:cBhvr>
                                        <p:cTn id="106" dur="500" fill="hold"/>
                                        <p:tgtEl>
                                          <p:spTgt spid="36"/>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05D87B-C79E-484A-9AC8-9DC3B46DAA84}"/>
              </a:ext>
            </a:extLst>
          </p:cNvPr>
          <p:cNvSpPr>
            <a:spLocks noGrp="1"/>
          </p:cNvSpPr>
          <p:nvPr>
            <p:ph type="title"/>
          </p:nvPr>
        </p:nvSpPr>
        <p:spPr>
          <a:xfrm>
            <a:off x="5285523" y="51558"/>
            <a:ext cx="1620957" cy="523220"/>
          </a:xfrm>
        </p:spPr>
        <p:txBody>
          <a:bodyPr/>
          <a:lstStyle/>
          <a:p>
            <a:r>
              <a:rPr lang="zh-CN" altLang="en-US" dirty="0"/>
              <a:t>解决方法</a:t>
            </a:r>
          </a:p>
        </p:txBody>
      </p:sp>
      <p:sp>
        <p:nvSpPr>
          <p:cNvPr id="10" name="Rectangle 14">
            <a:extLst>
              <a:ext uri="{FF2B5EF4-FFF2-40B4-BE49-F238E27FC236}">
                <a16:creationId xmlns:a16="http://schemas.microsoft.com/office/drawing/2014/main" id="{A9C41D61-9C60-4DE7-9A9E-90C6AD9A8D77}"/>
              </a:ext>
            </a:extLst>
          </p:cNvPr>
          <p:cNvSpPr>
            <a:spLocks noChangeArrowheads="1"/>
          </p:cNvSpPr>
          <p:nvPr/>
        </p:nvSpPr>
        <p:spPr bwMode="auto">
          <a:xfrm>
            <a:off x="810479" y="1336754"/>
            <a:ext cx="174599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ROOT</a:t>
            </a:r>
            <a:r>
              <a:rPr kumimoji="0" lang="zh-CN" altLang="en-US"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充当主语：</a:t>
            </a:r>
            <a:endParaRPr kumimoji="0" lang="en-US" altLang="zh-CN"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1" name="Rectangle 15">
            <a:extLst>
              <a:ext uri="{FF2B5EF4-FFF2-40B4-BE49-F238E27FC236}">
                <a16:creationId xmlns:a16="http://schemas.microsoft.com/office/drawing/2014/main" id="{C413A5E4-8D94-4A42-AD4E-BF26AEEC80DA}"/>
              </a:ext>
            </a:extLst>
          </p:cNvPr>
          <p:cNvSpPr>
            <a:spLocks noChangeArrowheads="1"/>
          </p:cNvSpPr>
          <p:nvPr/>
        </p:nvSpPr>
        <p:spPr bwMode="auto">
          <a:xfrm>
            <a:off x="810477" y="2132790"/>
            <a:ext cx="174599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ROOT</a:t>
            </a:r>
            <a:r>
              <a:rPr kumimoji="0" lang="zh-CN" altLang="en-US"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充当宾语：</a:t>
            </a:r>
            <a:endParaRPr kumimoji="0" lang="zh-CN"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sp>
        <p:nvSpPr>
          <p:cNvPr id="12" name="Rectangle 16">
            <a:extLst>
              <a:ext uri="{FF2B5EF4-FFF2-40B4-BE49-F238E27FC236}">
                <a16:creationId xmlns:a16="http://schemas.microsoft.com/office/drawing/2014/main" id="{61918584-1C45-415E-8938-ABEC0C21F5D7}"/>
              </a:ext>
            </a:extLst>
          </p:cNvPr>
          <p:cNvSpPr>
            <a:spLocks noChangeArrowheads="1"/>
          </p:cNvSpPr>
          <p:nvPr/>
        </p:nvSpPr>
        <p:spPr bwMode="auto">
          <a:xfrm>
            <a:off x="810478" y="2928826"/>
            <a:ext cx="174599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ROOT</a:t>
            </a:r>
            <a:r>
              <a:rPr kumimoji="0" lang="zh-CN" altLang="en-US"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充当谓语：</a:t>
            </a:r>
            <a:endParaRPr kumimoji="0" lang="zh-CN"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sp>
        <p:nvSpPr>
          <p:cNvPr id="13" name="Rectangle 17">
            <a:extLst>
              <a:ext uri="{FF2B5EF4-FFF2-40B4-BE49-F238E27FC236}">
                <a16:creationId xmlns:a16="http://schemas.microsoft.com/office/drawing/2014/main" id="{F21A177E-8A02-48F6-BFE5-9E931A986F57}"/>
              </a:ext>
            </a:extLst>
          </p:cNvPr>
          <p:cNvSpPr>
            <a:spLocks noChangeArrowheads="1"/>
          </p:cNvSpPr>
          <p:nvPr/>
        </p:nvSpPr>
        <p:spPr bwMode="auto">
          <a:xfrm>
            <a:off x="810479" y="3879745"/>
            <a:ext cx="195117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ROOT</a:t>
            </a:r>
            <a:r>
              <a:rPr kumimoji="0" lang="zh-CN" altLang="en-US"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为无关成分：</a:t>
            </a:r>
            <a:endParaRPr kumimoji="0" lang="zh-CN"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sp>
        <p:nvSpPr>
          <p:cNvPr id="14" name="Rectangle 18">
            <a:extLst>
              <a:ext uri="{FF2B5EF4-FFF2-40B4-BE49-F238E27FC236}">
                <a16:creationId xmlns:a16="http://schemas.microsoft.com/office/drawing/2014/main" id="{5AB62429-2AC8-4B24-9997-55F3B4598DCD}"/>
              </a:ext>
            </a:extLst>
          </p:cNvPr>
          <p:cNvSpPr>
            <a:spLocks noChangeArrowheads="1"/>
          </p:cNvSpPr>
          <p:nvPr/>
        </p:nvSpPr>
        <p:spPr bwMode="auto">
          <a:xfrm>
            <a:off x="810477" y="4685794"/>
            <a:ext cx="8597225"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经过粗略统计，</a:t>
            </a:r>
            <a:r>
              <a:rPr kumimoji="0" lang="en-US" altLang="zh-CN"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ROOT</a:t>
            </a:r>
            <a:r>
              <a:rPr kumimoji="0" lang="zh-CN" altLang="en-US"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与关键成分的对应概率如下表：</a:t>
            </a:r>
            <a:endParaRPr kumimoji="0" lang="en-US" altLang="zh-CN"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sz="1600" dirty="0">
              <a:latin typeface="等线" panose="02010600030101010101" pitchFamily="2" charset="-122"/>
              <a:ea typeface="等线"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句法树一般以句子的谓语为根节点，左子树多为主语及其修饰词，右子树多为宾语及修饰词。</a:t>
            </a:r>
            <a:endParaRPr kumimoji="0" lang="en-US" altLang="zh-CN"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因此，在算法中一般首先将</a:t>
            </a:r>
            <a:r>
              <a:rPr kumimoji="0" lang="en-US" altLang="zh-CN"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ROOT</a:t>
            </a:r>
            <a:r>
              <a:rPr kumimoji="0" lang="zh-CN" altLang="en-US" sz="16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对应的词标记为谓语成分，再另作判断处理。</a:t>
            </a: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pic>
        <p:nvPicPr>
          <p:cNvPr id="23" name="图片 22">
            <a:extLst>
              <a:ext uri="{FF2B5EF4-FFF2-40B4-BE49-F238E27FC236}">
                <a16:creationId xmlns:a16="http://schemas.microsoft.com/office/drawing/2014/main" id="{C917ECBF-EC08-45EB-AA83-20BF03CB658A}"/>
              </a:ext>
            </a:extLst>
          </p:cNvPr>
          <p:cNvPicPr/>
          <p:nvPr/>
        </p:nvPicPr>
        <p:blipFill>
          <a:blip r:embed="rId2"/>
          <a:stretch>
            <a:fillRect/>
          </a:stretch>
        </p:blipFill>
        <p:spPr>
          <a:xfrm>
            <a:off x="810477" y="1736470"/>
            <a:ext cx="9602486" cy="245532"/>
          </a:xfrm>
          <a:prstGeom prst="rect">
            <a:avLst/>
          </a:prstGeom>
        </p:spPr>
      </p:pic>
      <p:pic>
        <p:nvPicPr>
          <p:cNvPr id="24" name="图片 23">
            <a:extLst>
              <a:ext uri="{FF2B5EF4-FFF2-40B4-BE49-F238E27FC236}">
                <a16:creationId xmlns:a16="http://schemas.microsoft.com/office/drawing/2014/main" id="{76810EAC-2C7F-430A-AB93-9174B40FD7A7}"/>
              </a:ext>
            </a:extLst>
          </p:cNvPr>
          <p:cNvPicPr/>
          <p:nvPr/>
        </p:nvPicPr>
        <p:blipFill>
          <a:blip r:embed="rId3"/>
          <a:stretch>
            <a:fillRect/>
          </a:stretch>
        </p:blipFill>
        <p:spPr>
          <a:xfrm>
            <a:off x="810477" y="2528410"/>
            <a:ext cx="9396660" cy="245532"/>
          </a:xfrm>
          <a:prstGeom prst="rect">
            <a:avLst/>
          </a:prstGeom>
        </p:spPr>
      </p:pic>
      <p:pic>
        <p:nvPicPr>
          <p:cNvPr id="25" name="图片 24">
            <a:extLst>
              <a:ext uri="{FF2B5EF4-FFF2-40B4-BE49-F238E27FC236}">
                <a16:creationId xmlns:a16="http://schemas.microsoft.com/office/drawing/2014/main" id="{782DAD4E-2173-46D4-964E-E092A0919B88}"/>
              </a:ext>
            </a:extLst>
          </p:cNvPr>
          <p:cNvPicPr/>
          <p:nvPr/>
        </p:nvPicPr>
        <p:blipFill>
          <a:blip r:embed="rId4"/>
          <a:stretch>
            <a:fillRect/>
          </a:stretch>
        </p:blipFill>
        <p:spPr>
          <a:xfrm>
            <a:off x="810477" y="3380822"/>
            <a:ext cx="5832919" cy="287663"/>
          </a:xfrm>
          <a:prstGeom prst="rect">
            <a:avLst/>
          </a:prstGeom>
        </p:spPr>
      </p:pic>
      <p:pic>
        <p:nvPicPr>
          <p:cNvPr id="26" name="图片 25">
            <a:extLst>
              <a:ext uri="{FF2B5EF4-FFF2-40B4-BE49-F238E27FC236}">
                <a16:creationId xmlns:a16="http://schemas.microsoft.com/office/drawing/2014/main" id="{AEF5B6BD-D298-4D73-ACB8-82F3C42673EB}"/>
              </a:ext>
            </a:extLst>
          </p:cNvPr>
          <p:cNvPicPr/>
          <p:nvPr/>
        </p:nvPicPr>
        <p:blipFill>
          <a:blip r:embed="rId5"/>
          <a:stretch>
            <a:fillRect/>
          </a:stretch>
        </p:blipFill>
        <p:spPr>
          <a:xfrm>
            <a:off x="901570" y="4368997"/>
            <a:ext cx="4864748" cy="287662"/>
          </a:xfrm>
          <a:prstGeom prst="rect">
            <a:avLst/>
          </a:prstGeom>
        </p:spPr>
      </p:pic>
      <p:graphicFrame>
        <p:nvGraphicFramePr>
          <p:cNvPr id="15" name="表格 14">
            <a:extLst>
              <a:ext uri="{FF2B5EF4-FFF2-40B4-BE49-F238E27FC236}">
                <a16:creationId xmlns:a16="http://schemas.microsoft.com/office/drawing/2014/main" id="{EFECF8E5-DE21-4B5F-96C4-C4C38204DA97}"/>
              </a:ext>
            </a:extLst>
          </p:cNvPr>
          <p:cNvGraphicFramePr>
            <a:graphicFrameLocks noGrp="1"/>
          </p:cNvGraphicFramePr>
          <p:nvPr>
            <p:extLst>
              <p:ext uri="{D42A27DB-BD31-4B8C-83A1-F6EECF244321}">
                <p14:modId xmlns:p14="http://schemas.microsoft.com/office/powerpoint/2010/main" val="3471430155"/>
              </p:ext>
            </p:extLst>
          </p:nvPr>
        </p:nvGraphicFramePr>
        <p:xfrm>
          <a:off x="901570" y="5172321"/>
          <a:ext cx="9511394" cy="478018"/>
        </p:xfrm>
        <a:graphic>
          <a:graphicData uri="http://schemas.openxmlformats.org/drawingml/2006/table">
            <a:tbl>
              <a:tblPr firstRow="1" firstCol="1" bandRow="1">
                <a:tableStyleId>{5C22544A-7EE6-4342-B048-85BDC9FD1C3A}</a:tableStyleId>
              </a:tblPr>
              <a:tblGrid>
                <a:gridCol w="2253235">
                  <a:extLst>
                    <a:ext uri="{9D8B030D-6E8A-4147-A177-3AD203B41FA5}">
                      <a16:colId xmlns:a16="http://schemas.microsoft.com/office/drawing/2014/main" val="3823231221"/>
                    </a:ext>
                  </a:extLst>
                </a:gridCol>
                <a:gridCol w="1590439">
                  <a:extLst>
                    <a:ext uri="{9D8B030D-6E8A-4147-A177-3AD203B41FA5}">
                      <a16:colId xmlns:a16="http://schemas.microsoft.com/office/drawing/2014/main" val="1263226424"/>
                    </a:ext>
                  </a:extLst>
                </a:gridCol>
                <a:gridCol w="1733048">
                  <a:extLst>
                    <a:ext uri="{9D8B030D-6E8A-4147-A177-3AD203B41FA5}">
                      <a16:colId xmlns:a16="http://schemas.microsoft.com/office/drawing/2014/main" val="4124913013"/>
                    </a:ext>
                  </a:extLst>
                </a:gridCol>
                <a:gridCol w="1238668">
                  <a:extLst>
                    <a:ext uri="{9D8B030D-6E8A-4147-A177-3AD203B41FA5}">
                      <a16:colId xmlns:a16="http://schemas.microsoft.com/office/drawing/2014/main" val="2034882519"/>
                    </a:ext>
                  </a:extLst>
                </a:gridCol>
                <a:gridCol w="2696004">
                  <a:extLst>
                    <a:ext uri="{9D8B030D-6E8A-4147-A177-3AD203B41FA5}">
                      <a16:colId xmlns:a16="http://schemas.microsoft.com/office/drawing/2014/main" val="1402534057"/>
                    </a:ext>
                  </a:extLst>
                </a:gridCol>
              </a:tblGrid>
              <a:tr h="239009">
                <a:tc>
                  <a:txBody>
                    <a:bodyPr/>
                    <a:lstStyle/>
                    <a:p>
                      <a:pPr algn="ctr">
                        <a:lnSpc>
                          <a:spcPct val="125000"/>
                        </a:lnSpc>
                        <a:spcAft>
                          <a:spcPts val="0"/>
                        </a:spcAft>
                      </a:pPr>
                      <a:r>
                        <a:rPr lang="zh-CN" sz="1050" kern="100">
                          <a:effectLst/>
                        </a:rPr>
                        <a:t>成分</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zh-CN" sz="1050" kern="100" dirty="0">
                          <a:effectLst/>
                        </a:rPr>
                        <a:t>主语</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zh-CN" sz="1050" kern="100">
                          <a:effectLst/>
                        </a:rPr>
                        <a:t>谓语</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zh-CN" sz="1050" kern="100">
                          <a:effectLst/>
                        </a:rPr>
                        <a:t>宾语</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zh-CN" sz="1050" kern="100" dirty="0">
                          <a:effectLst/>
                        </a:rPr>
                        <a:t>无关成分</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445936514"/>
                  </a:ext>
                </a:extLst>
              </a:tr>
              <a:tr h="239009">
                <a:tc>
                  <a:txBody>
                    <a:bodyPr/>
                    <a:lstStyle/>
                    <a:p>
                      <a:pPr algn="ctr">
                        <a:lnSpc>
                          <a:spcPct val="125000"/>
                        </a:lnSpc>
                        <a:spcAft>
                          <a:spcPts val="0"/>
                        </a:spcAft>
                      </a:pPr>
                      <a:r>
                        <a:rPr lang="zh-CN" sz="1050" kern="100" dirty="0">
                          <a:effectLst/>
                        </a:rPr>
                        <a:t>概率</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sz="1050" kern="100" dirty="0">
                          <a:effectLst/>
                        </a:rPr>
                        <a:t>3%</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sz="1050" kern="100" dirty="0">
                          <a:effectLst/>
                        </a:rPr>
                        <a:t>71%</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sz="1050" kern="100" dirty="0">
                          <a:effectLst/>
                        </a:rPr>
                        <a:t>12%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sz="1050" kern="100" dirty="0">
                          <a:effectLst/>
                        </a:rPr>
                        <a:t>14%</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952643659"/>
                  </a:ext>
                </a:extLst>
              </a:tr>
            </a:tbl>
          </a:graphicData>
        </a:graphic>
      </p:graphicFrame>
      <p:sp>
        <p:nvSpPr>
          <p:cNvPr id="16" name="矩形 15">
            <a:extLst>
              <a:ext uri="{FF2B5EF4-FFF2-40B4-BE49-F238E27FC236}">
                <a16:creationId xmlns:a16="http://schemas.microsoft.com/office/drawing/2014/main" id="{0AF7A289-880F-4E2A-ACAA-438A6B0B253E}"/>
              </a:ext>
            </a:extLst>
          </p:cNvPr>
          <p:cNvSpPr/>
          <p:nvPr/>
        </p:nvSpPr>
        <p:spPr>
          <a:xfrm>
            <a:off x="810477" y="461272"/>
            <a:ext cx="11013233" cy="759952"/>
          </a:xfrm>
          <a:prstGeom prst="rect">
            <a:avLst/>
          </a:prstGeom>
        </p:spPr>
        <p:txBody>
          <a:bodyPr wrap="square">
            <a:spAutoFit/>
          </a:bodyPr>
          <a:lstStyle/>
          <a:p>
            <a:pPr algn="just">
              <a:lnSpc>
                <a:spcPct val="125000"/>
              </a:lnSpc>
              <a:spcAft>
                <a:spcPts val="0"/>
              </a:spcAft>
            </a:pPr>
            <a:r>
              <a:rPr lang="en-US" altLang="zh-CN" b="1" kern="100" dirty="0">
                <a:latin typeface="等线" panose="02010600030101010101" pitchFamily="2" charset="-122"/>
                <a:ea typeface="等线" panose="02010600030101010101" pitchFamily="2" charset="-122"/>
                <a:cs typeface="Times New Roman" panose="02020603050405020304" pitchFamily="18" charset="0"/>
              </a:rPr>
              <a:t>1</a:t>
            </a:r>
            <a:r>
              <a:rPr lang="zh-CN" altLang="zh-CN" b="1" kern="100" dirty="0">
                <a:latin typeface="等线" panose="02010600030101010101" pitchFamily="2" charset="-122"/>
                <a:ea typeface="等线" panose="02010600030101010101" pitchFamily="2" charset="-122"/>
                <a:cs typeface="Times New Roman" panose="02020603050405020304" pitchFamily="18" charset="0"/>
              </a:rPr>
              <a:t>、</a:t>
            </a:r>
            <a:r>
              <a:rPr lang="zh-CN" altLang="zh-CN" kern="100" dirty="0">
                <a:latin typeface="等线" panose="02010600030101010101" pitchFamily="2" charset="-122"/>
                <a:ea typeface="等线" panose="02010600030101010101" pitchFamily="2" charset="-122"/>
                <a:cs typeface="Times New Roman" panose="02020603050405020304" pitchFamily="18" charset="0"/>
              </a:rPr>
              <a:t>在</a:t>
            </a:r>
            <a:r>
              <a:rPr lang="en-US" altLang="zh-CN" kern="100" dirty="0">
                <a:latin typeface="等线" panose="02010600030101010101" pitchFamily="2" charset="-122"/>
                <a:ea typeface="等线" panose="02010600030101010101" pitchFamily="2" charset="-122"/>
                <a:cs typeface="Times New Roman" panose="02020603050405020304" pitchFamily="18" charset="0"/>
              </a:rPr>
              <a:t>StanfordNLP</a:t>
            </a:r>
            <a:r>
              <a:rPr lang="zh-CN" altLang="zh-CN" kern="100" dirty="0">
                <a:latin typeface="等线" panose="02010600030101010101" pitchFamily="2" charset="-122"/>
                <a:ea typeface="等线" panose="02010600030101010101" pitchFamily="2" charset="-122"/>
                <a:cs typeface="Times New Roman" panose="02020603050405020304" pitchFamily="18" charset="0"/>
              </a:rPr>
              <a:t>分词结果中，会将生成句法树的根节点对应的词汇标注为“</a:t>
            </a:r>
            <a:r>
              <a:rPr lang="en-US" altLang="zh-CN" kern="100" dirty="0">
                <a:latin typeface="等线" panose="02010600030101010101" pitchFamily="2" charset="-122"/>
                <a:ea typeface="等线" panose="02010600030101010101" pitchFamily="2" charset="-122"/>
                <a:cs typeface="Times New Roman" panose="02020603050405020304" pitchFamily="18" charset="0"/>
              </a:rPr>
              <a:t>ROOT</a:t>
            </a:r>
            <a:r>
              <a:rPr lang="zh-CN" altLang="zh-CN" kern="100" dirty="0">
                <a:latin typeface="等线" panose="02010600030101010101" pitchFamily="2" charset="-122"/>
                <a:ea typeface="等线" panose="02010600030101010101" pitchFamily="2" charset="-122"/>
                <a:cs typeface="Times New Roman" panose="02020603050405020304" pitchFamily="18" charset="0"/>
              </a:rPr>
              <a:t>”，标注</a:t>
            </a:r>
            <a:r>
              <a:rPr lang="en-US" altLang="zh-CN" kern="100" dirty="0">
                <a:latin typeface="等线" panose="02010600030101010101" pitchFamily="2" charset="-122"/>
                <a:ea typeface="等线" panose="02010600030101010101" pitchFamily="2" charset="-122"/>
                <a:cs typeface="Times New Roman" panose="02020603050405020304" pitchFamily="18" charset="0"/>
              </a:rPr>
              <a:t>ROOT</a:t>
            </a:r>
            <a:r>
              <a:rPr lang="zh-CN" altLang="zh-CN" kern="100" dirty="0">
                <a:latin typeface="等线" panose="02010600030101010101" pitchFamily="2" charset="-122"/>
                <a:ea typeface="等线" panose="02010600030101010101" pitchFamily="2" charset="-122"/>
                <a:cs typeface="Times New Roman" panose="02020603050405020304" pitchFamily="18" charset="0"/>
              </a:rPr>
              <a:t>的词所对应的成分不确定，一定程度上影响了之后对句子成分的判断。</a:t>
            </a:r>
          </a:p>
        </p:txBody>
      </p:sp>
    </p:spTree>
    <p:extLst>
      <p:ext uri="{BB962C8B-B14F-4D97-AF65-F5344CB8AC3E}">
        <p14:creationId xmlns:p14="http://schemas.microsoft.com/office/powerpoint/2010/main" val="3341375447"/>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8B8F8D-0D6A-4551-8CF0-ADE22E7B765B}"/>
              </a:ext>
            </a:extLst>
          </p:cNvPr>
          <p:cNvSpPr>
            <a:spLocks noGrp="1"/>
          </p:cNvSpPr>
          <p:nvPr>
            <p:ph type="title"/>
          </p:nvPr>
        </p:nvSpPr>
        <p:spPr/>
        <p:txBody>
          <a:bodyPr/>
          <a:lstStyle/>
          <a:p>
            <a:r>
              <a:rPr lang="zh-CN" altLang="en-US" dirty="0"/>
              <a:t>解决方法</a:t>
            </a:r>
          </a:p>
        </p:txBody>
      </p:sp>
      <p:sp>
        <p:nvSpPr>
          <p:cNvPr id="3" name="矩形 2">
            <a:extLst>
              <a:ext uri="{FF2B5EF4-FFF2-40B4-BE49-F238E27FC236}">
                <a16:creationId xmlns:a16="http://schemas.microsoft.com/office/drawing/2014/main" id="{5C2F9D94-62D7-4D12-B936-0BAAD36F80FE}"/>
              </a:ext>
            </a:extLst>
          </p:cNvPr>
          <p:cNvSpPr/>
          <p:nvPr/>
        </p:nvSpPr>
        <p:spPr>
          <a:xfrm>
            <a:off x="718457" y="971532"/>
            <a:ext cx="5756988" cy="4914935"/>
          </a:xfrm>
          <a:prstGeom prst="rect">
            <a:avLst/>
          </a:prstGeom>
        </p:spPr>
        <p:txBody>
          <a:bodyPr wrap="square">
            <a:spAutoFit/>
          </a:bodyPr>
          <a:lstStyle/>
          <a:p>
            <a:pPr algn="just">
              <a:lnSpc>
                <a:spcPct val="125000"/>
              </a:lnSpc>
              <a:spcAft>
                <a:spcPts val="0"/>
              </a:spcAft>
            </a:pPr>
            <a:r>
              <a:rPr lang="en-US" altLang="zh-CN" b="1" kern="100" dirty="0">
                <a:latin typeface="等线" panose="02010600030101010101" pitchFamily="2" charset="-122"/>
                <a:ea typeface="等线" panose="02010600030101010101" pitchFamily="2" charset="-122"/>
                <a:cs typeface="Times New Roman" panose="02020603050405020304" pitchFamily="18" charset="0"/>
              </a:rPr>
              <a:t>2</a:t>
            </a:r>
            <a:r>
              <a:rPr lang="zh-CN" altLang="zh-CN" b="1" kern="100" dirty="0">
                <a:latin typeface="等线" panose="02010600030101010101" pitchFamily="2" charset="-122"/>
                <a:ea typeface="等线" panose="02010600030101010101" pitchFamily="2" charset="-122"/>
                <a:cs typeface="Times New Roman" panose="02020603050405020304" pitchFamily="18" charset="0"/>
              </a:rPr>
              <a:t>、</a:t>
            </a:r>
            <a:r>
              <a:rPr lang="zh-CN" altLang="zh-CN" kern="100" dirty="0">
                <a:latin typeface="等线" panose="02010600030101010101" pitchFamily="2" charset="-122"/>
                <a:ea typeface="等线" panose="02010600030101010101" pitchFamily="2" charset="-122"/>
                <a:cs typeface="Times New Roman" panose="02020603050405020304" pitchFamily="18" charset="0"/>
              </a:rPr>
              <a:t>一些经常出现且与主题无关的干扰词会一定程度上影响分词结果以及之后的关键成分提取。</a:t>
            </a:r>
          </a:p>
          <a:p>
            <a:pPr algn="just">
              <a:lnSpc>
                <a:spcPct val="125000"/>
              </a:lnSpc>
              <a:spcAft>
                <a:spcPts val="0"/>
              </a:spcAft>
            </a:pPr>
            <a:r>
              <a:rPr lang="zh-CN" altLang="zh-CN" kern="100" dirty="0">
                <a:latin typeface="等线" panose="02010600030101010101" pitchFamily="2" charset="-122"/>
                <a:ea typeface="等线" panose="02010600030101010101" pitchFamily="2" charset="-122"/>
                <a:cs typeface="Times New Roman" panose="02020603050405020304" pitchFamily="18" charset="0"/>
              </a:rPr>
              <a:t>因此，观察文本样本中出现较多的无关干扰词，在分词处理前将其从句中删除。</a:t>
            </a:r>
          </a:p>
          <a:p>
            <a:pPr algn="just">
              <a:lnSpc>
                <a:spcPct val="125000"/>
              </a:lnSpc>
              <a:spcAft>
                <a:spcPts val="0"/>
              </a:spcAft>
            </a:pPr>
            <a:r>
              <a:rPr lang="zh-CN" altLang="zh-CN" kern="100" dirty="0">
                <a:latin typeface="等线" panose="02010600030101010101" pitchFamily="2" charset="-122"/>
                <a:ea typeface="等线" panose="02010600030101010101" pitchFamily="2" charset="-122"/>
                <a:cs typeface="Times New Roman" panose="02020603050405020304" pitchFamily="18" charset="0"/>
              </a:rPr>
              <a:t>经统计，以“秒拍视频“出现概率最高（</a:t>
            </a:r>
            <a:r>
              <a:rPr lang="en-US" altLang="zh-CN" kern="100" dirty="0">
                <a:latin typeface="等线" panose="02010600030101010101" pitchFamily="2" charset="-122"/>
                <a:ea typeface="等线" panose="02010600030101010101" pitchFamily="2" charset="-122"/>
                <a:cs typeface="Times New Roman" panose="02020603050405020304" pitchFamily="18" charset="0"/>
              </a:rPr>
              <a:t>43.3%</a:t>
            </a:r>
            <a:r>
              <a:rPr lang="zh-CN" altLang="zh-CN" kern="100" dirty="0">
                <a:latin typeface="等线" panose="02010600030101010101" pitchFamily="2" charset="-122"/>
                <a:ea typeface="等线" panose="02010600030101010101" pitchFamily="2" charset="-122"/>
                <a:cs typeface="Times New Roman" panose="02020603050405020304" pitchFamily="18" charset="0"/>
              </a:rPr>
              <a:t>），未删除的超链接（</a:t>
            </a:r>
            <a:r>
              <a:rPr lang="en-US" altLang="zh-CN" kern="100" dirty="0">
                <a:latin typeface="等线" panose="02010600030101010101" pitchFamily="2" charset="-122"/>
                <a:ea typeface="等线" panose="02010600030101010101" pitchFamily="2" charset="-122"/>
                <a:cs typeface="Times New Roman" panose="02020603050405020304" pitchFamily="18" charset="0"/>
              </a:rPr>
              <a:t>http://......</a:t>
            </a:r>
            <a:r>
              <a:rPr lang="zh-CN" altLang="zh-CN" kern="100" dirty="0">
                <a:latin typeface="等线" panose="02010600030101010101" pitchFamily="2" charset="-122"/>
                <a:ea typeface="等线" panose="02010600030101010101" pitchFamily="2" charset="-122"/>
                <a:cs typeface="Times New Roman" panose="02020603050405020304" pitchFamily="18" charset="0"/>
              </a:rPr>
              <a:t>）也经常出现（</a:t>
            </a:r>
            <a:r>
              <a:rPr lang="en-US" altLang="zh-CN" kern="100" dirty="0">
                <a:latin typeface="等线" panose="02010600030101010101" pitchFamily="2" charset="-122"/>
                <a:ea typeface="等线" panose="02010600030101010101" pitchFamily="2" charset="-122"/>
                <a:cs typeface="Times New Roman" panose="02020603050405020304" pitchFamily="18" charset="0"/>
              </a:rPr>
              <a:t>7.5%</a:t>
            </a:r>
            <a:r>
              <a:rPr lang="zh-CN" altLang="zh-CN" kern="100" dirty="0">
                <a:latin typeface="等线" panose="02010600030101010101" pitchFamily="2" charset="-122"/>
                <a:ea typeface="等线" panose="02010600030101010101" pitchFamily="2" charset="-122"/>
                <a:cs typeface="Times New Roman" panose="02020603050405020304" pitchFamily="18" charset="0"/>
              </a:rPr>
              <a:t>），此外，还会出现的干扰词有”戳图“、”详戳“、”戳视频“等，在分句之前一并从句中删除。</a:t>
            </a:r>
          </a:p>
          <a:p>
            <a:pPr algn="just">
              <a:lnSpc>
                <a:spcPct val="125000"/>
              </a:lnSpc>
              <a:spcAft>
                <a:spcPts val="0"/>
              </a:spcAft>
            </a:pPr>
            <a:r>
              <a:rPr lang="zh-CN" altLang="zh-CN" kern="100" dirty="0">
                <a:latin typeface="等线" panose="02010600030101010101" pitchFamily="2" charset="-122"/>
                <a:ea typeface="等线" panose="02010600030101010101" pitchFamily="2" charset="-122"/>
                <a:cs typeface="Times New Roman" panose="02020603050405020304" pitchFamily="18" charset="0"/>
              </a:rPr>
              <a:t>从结果而言，删除以上干扰词之后，文本缩句中的无关信息逐步得到了比较明显的减少。</a:t>
            </a:r>
          </a:p>
          <a:p>
            <a:pPr algn="just">
              <a:lnSpc>
                <a:spcPct val="125000"/>
              </a:lnSpc>
              <a:spcAft>
                <a:spcPts val="0"/>
              </a:spcAft>
            </a:pPr>
            <a:r>
              <a:rPr lang="zh-CN" altLang="zh-CN" kern="100" dirty="0">
                <a:latin typeface="等线" panose="02010600030101010101" pitchFamily="2" charset="-122"/>
                <a:ea typeface="等线" panose="02010600030101010101" pitchFamily="2" charset="-122"/>
                <a:cs typeface="Times New Roman" panose="02020603050405020304" pitchFamily="18" charset="0"/>
              </a:rPr>
              <a:t>在文本处理中，由于需要得到尽可能对训练有用、与主题关联较紧密的缩句结果，因此删除了部分长度过短的结果。经过上述干扰词的删除后，发现结果的保留率基本相近，对于训练样本的数量影响不大。</a:t>
            </a:r>
          </a:p>
        </p:txBody>
      </p:sp>
      <p:graphicFrame>
        <p:nvGraphicFramePr>
          <p:cNvPr id="4" name="表格 3">
            <a:extLst>
              <a:ext uri="{FF2B5EF4-FFF2-40B4-BE49-F238E27FC236}">
                <a16:creationId xmlns:a16="http://schemas.microsoft.com/office/drawing/2014/main" id="{BD510382-3F77-43DE-AC33-B997D24C37E3}"/>
              </a:ext>
            </a:extLst>
          </p:cNvPr>
          <p:cNvGraphicFramePr>
            <a:graphicFrameLocks noGrp="1"/>
          </p:cNvGraphicFramePr>
          <p:nvPr>
            <p:extLst>
              <p:ext uri="{D42A27DB-BD31-4B8C-83A1-F6EECF244321}">
                <p14:modId xmlns:p14="http://schemas.microsoft.com/office/powerpoint/2010/main" val="1207231530"/>
              </p:ext>
            </p:extLst>
          </p:nvPr>
        </p:nvGraphicFramePr>
        <p:xfrm>
          <a:off x="7242383" y="1190069"/>
          <a:ext cx="4448873" cy="2523515"/>
        </p:xfrm>
        <a:graphic>
          <a:graphicData uri="http://schemas.openxmlformats.org/drawingml/2006/table">
            <a:tbl>
              <a:tblPr firstRow="1" firstCol="1" bandRow="1">
                <a:tableStyleId>{5C22544A-7EE6-4342-B048-85BDC9FD1C3A}</a:tableStyleId>
              </a:tblPr>
              <a:tblGrid>
                <a:gridCol w="1636709">
                  <a:extLst>
                    <a:ext uri="{9D8B030D-6E8A-4147-A177-3AD203B41FA5}">
                      <a16:colId xmlns:a16="http://schemas.microsoft.com/office/drawing/2014/main" val="97904744"/>
                    </a:ext>
                  </a:extLst>
                </a:gridCol>
                <a:gridCol w="1523462">
                  <a:extLst>
                    <a:ext uri="{9D8B030D-6E8A-4147-A177-3AD203B41FA5}">
                      <a16:colId xmlns:a16="http://schemas.microsoft.com/office/drawing/2014/main" val="180826262"/>
                    </a:ext>
                  </a:extLst>
                </a:gridCol>
                <a:gridCol w="1288702">
                  <a:extLst>
                    <a:ext uri="{9D8B030D-6E8A-4147-A177-3AD203B41FA5}">
                      <a16:colId xmlns:a16="http://schemas.microsoft.com/office/drawing/2014/main" val="2322924325"/>
                    </a:ext>
                  </a:extLst>
                </a:gridCol>
              </a:tblGrid>
              <a:tr h="794481">
                <a:tc>
                  <a:txBody>
                    <a:bodyPr/>
                    <a:lstStyle/>
                    <a:p>
                      <a:pPr algn="ctr">
                        <a:lnSpc>
                          <a:spcPct val="125000"/>
                        </a:lnSpc>
                        <a:spcAft>
                          <a:spcPts val="0"/>
                        </a:spcAft>
                      </a:pPr>
                      <a:r>
                        <a:rPr lang="en-US" sz="1050" kern="100" dirty="0">
                          <a:effectLst/>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zh-CN" sz="1050" kern="100" dirty="0">
                          <a:effectLst/>
                        </a:rPr>
                        <a:t>删除前</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zh-CN" sz="1050" kern="100" dirty="0">
                          <a:effectLst/>
                        </a:rPr>
                        <a:t>删除后</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529498895"/>
                  </a:ext>
                </a:extLst>
              </a:tr>
              <a:tr h="864517">
                <a:tc>
                  <a:txBody>
                    <a:bodyPr/>
                    <a:lstStyle/>
                    <a:p>
                      <a:pPr algn="ctr">
                        <a:lnSpc>
                          <a:spcPct val="125000"/>
                        </a:lnSpc>
                        <a:spcAft>
                          <a:spcPts val="0"/>
                        </a:spcAft>
                      </a:pPr>
                      <a:r>
                        <a:rPr lang="zh-CN" sz="1050" kern="100">
                          <a:effectLst/>
                        </a:rPr>
                        <a:t>结果中无关信息</a:t>
                      </a:r>
                    </a:p>
                    <a:p>
                      <a:pPr algn="ctr">
                        <a:lnSpc>
                          <a:spcPct val="125000"/>
                        </a:lnSpc>
                        <a:spcAft>
                          <a:spcPts val="0"/>
                        </a:spcAft>
                      </a:pPr>
                      <a:r>
                        <a:rPr lang="zh-CN" sz="1050" kern="100">
                          <a:effectLst/>
                        </a:rPr>
                        <a:t>出现的概率</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sz="1050" kern="100" dirty="0">
                          <a:effectLst/>
                        </a:rPr>
                        <a:t>33.5%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sz="1050" kern="100" dirty="0">
                          <a:effectLst/>
                        </a:rPr>
                        <a:t>4.5%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48102350"/>
                  </a:ext>
                </a:extLst>
              </a:tr>
              <a:tr h="864517">
                <a:tc>
                  <a:txBody>
                    <a:bodyPr/>
                    <a:lstStyle/>
                    <a:p>
                      <a:pPr algn="ctr">
                        <a:lnSpc>
                          <a:spcPct val="125000"/>
                        </a:lnSpc>
                        <a:spcAft>
                          <a:spcPts val="0"/>
                        </a:spcAft>
                      </a:pPr>
                      <a:r>
                        <a:rPr lang="zh-CN" sz="1050" kern="100">
                          <a:effectLst/>
                        </a:rPr>
                        <a:t>文本结果保留</a:t>
                      </a:r>
                    </a:p>
                    <a:p>
                      <a:pPr algn="ctr">
                        <a:lnSpc>
                          <a:spcPct val="125000"/>
                        </a:lnSpc>
                        <a:spcAft>
                          <a:spcPts val="0"/>
                        </a:spcAft>
                      </a:pPr>
                      <a:r>
                        <a:rPr lang="zh-CN" sz="1050" kern="100">
                          <a:effectLst/>
                        </a:rPr>
                        <a:t>的概率</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sz="1050" kern="100" dirty="0">
                          <a:effectLst/>
                        </a:rPr>
                        <a:t>96.7%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sz="1050" kern="100" dirty="0">
                          <a:effectLst/>
                        </a:rPr>
                        <a:t>95.5%</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623086867"/>
                  </a:ext>
                </a:extLst>
              </a:tr>
            </a:tbl>
          </a:graphicData>
        </a:graphic>
      </p:graphicFrame>
    </p:spTree>
    <p:extLst>
      <p:ext uri="{BB962C8B-B14F-4D97-AF65-F5344CB8AC3E}">
        <p14:creationId xmlns:p14="http://schemas.microsoft.com/office/powerpoint/2010/main" val="81837396"/>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934F01-922E-4A4A-9D59-BF6D7F24C026}"/>
              </a:ext>
            </a:extLst>
          </p:cNvPr>
          <p:cNvSpPr>
            <a:spLocks noGrp="1"/>
          </p:cNvSpPr>
          <p:nvPr>
            <p:ph type="title"/>
          </p:nvPr>
        </p:nvSpPr>
        <p:spPr/>
        <p:txBody>
          <a:bodyPr/>
          <a:lstStyle/>
          <a:p>
            <a:r>
              <a:rPr lang="zh-CN" altLang="en-US" dirty="0"/>
              <a:t>解决方法</a:t>
            </a:r>
          </a:p>
        </p:txBody>
      </p:sp>
      <p:sp>
        <p:nvSpPr>
          <p:cNvPr id="3" name="矩形 2">
            <a:extLst>
              <a:ext uri="{FF2B5EF4-FFF2-40B4-BE49-F238E27FC236}">
                <a16:creationId xmlns:a16="http://schemas.microsoft.com/office/drawing/2014/main" id="{B637260F-27A3-4CD7-9CE9-F23EE8163E69}"/>
              </a:ext>
            </a:extLst>
          </p:cNvPr>
          <p:cNvSpPr/>
          <p:nvPr/>
        </p:nvSpPr>
        <p:spPr>
          <a:xfrm>
            <a:off x="538065" y="671804"/>
            <a:ext cx="5676123" cy="5953681"/>
          </a:xfrm>
          <a:prstGeom prst="rect">
            <a:avLst/>
          </a:prstGeom>
        </p:spPr>
        <p:txBody>
          <a:bodyPr wrap="square">
            <a:spAutoFit/>
          </a:bodyPr>
          <a:lstStyle/>
          <a:p>
            <a:pPr algn="just">
              <a:lnSpc>
                <a:spcPct val="125000"/>
              </a:lnSpc>
              <a:spcAft>
                <a:spcPts val="0"/>
              </a:spcAft>
            </a:pPr>
            <a:r>
              <a:rPr lang="en-US" altLang="zh-CN" b="1" kern="100" dirty="0">
                <a:latin typeface="等线" panose="02010600030101010101" pitchFamily="2" charset="-122"/>
                <a:ea typeface="等线" panose="02010600030101010101" pitchFamily="2" charset="-122"/>
                <a:cs typeface="Times New Roman" panose="02020603050405020304" pitchFamily="18" charset="0"/>
              </a:rPr>
              <a:t>3</a:t>
            </a:r>
            <a:r>
              <a:rPr lang="zh-CN" altLang="zh-CN" b="1" kern="100" dirty="0">
                <a:latin typeface="等线" panose="02010600030101010101" pitchFamily="2" charset="-122"/>
                <a:ea typeface="等线" panose="02010600030101010101" pitchFamily="2" charset="-122"/>
                <a:cs typeface="Times New Roman" panose="02020603050405020304" pitchFamily="18" charset="0"/>
              </a:rPr>
              <a:t>、</a:t>
            </a:r>
            <a:r>
              <a:rPr lang="zh-CN" altLang="zh-CN" kern="100" dirty="0">
                <a:latin typeface="等线" panose="02010600030101010101" pitchFamily="2" charset="-122"/>
                <a:ea typeface="等线" panose="02010600030101010101" pitchFamily="2" charset="-122"/>
                <a:cs typeface="Times New Roman" panose="02020603050405020304" pitchFamily="18" charset="0"/>
              </a:rPr>
              <a:t>由于新闻文本的句式非常多样化，同样的算法无法对文本中所有的句子都起到很好的提取效果。</a:t>
            </a:r>
          </a:p>
          <a:p>
            <a:pPr algn="just">
              <a:lnSpc>
                <a:spcPct val="125000"/>
              </a:lnSpc>
              <a:spcAft>
                <a:spcPts val="0"/>
              </a:spcAft>
            </a:pPr>
            <a:r>
              <a:rPr lang="zh-CN" altLang="zh-CN" kern="100" dirty="0">
                <a:latin typeface="等线" panose="02010600030101010101" pitchFamily="2" charset="-122"/>
                <a:ea typeface="等线" panose="02010600030101010101" pitchFamily="2" charset="-122"/>
                <a:cs typeface="Times New Roman" panose="02020603050405020304" pitchFamily="18" charset="0"/>
              </a:rPr>
              <a:t>算法直接输出了句中所有可作主谓宾语的成分并连接在一起，但通常会导致句式不顺畅、不切合主题的句子和无关信息过多等问题。因此在原有的基础上改进算法，通过词语出现的顺序判断主谓宾并输出一句有完整主谓宾结构的句子。</a:t>
            </a:r>
          </a:p>
          <a:p>
            <a:pPr algn="just">
              <a:lnSpc>
                <a:spcPct val="125000"/>
              </a:lnSpc>
              <a:spcAft>
                <a:spcPts val="0"/>
              </a:spcAft>
            </a:pPr>
            <a:r>
              <a:rPr lang="zh-CN" altLang="zh-CN" kern="100" dirty="0">
                <a:latin typeface="等线" panose="02010600030101010101" pitchFamily="2" charset="-122"/>
                <a:ea typeface="等线" panose="02010600030101010101" pitchFamily="2" charset="-122"/>
                <a:cs typeface="Times New Roman" panose="02020603050405020304" pitchFamily="18" charset="0"/>
              </a:rPr>
              <a:t>之后，对算法再次进行优化：由于文本字数多，分句多，在第一句中出现主语后，之后的几个分句都会以该词为主语，省略自身的主语，先前的算法遇到这种情况便会导致文本信息量不足。因此放宽对句式的要求，有完整谓宾结构即可组句。</a:t>
            </a:r>
          </a:p>
          <a:p>
            <a:pPr algn="just">
              <a:lnSpc>
                <a:spcPct val="125000"/>
              </a:lnSpc>
              <a:spcAft>
                <a:spcPts val="0"/>
              </a:spcAft>
            </a:pPr>
            <a:r>
              <a:rPr lang="zh-CN" altLang="zh-CN" kern="100" dirty="0">
                <a:latin typeface="等线" panose="02010600030101010101" pitchFamily="2" charset="-122"/>
                <a:ea typeface="等线" panose="02010600030101010101" pitchFamily="2" charset="-122"/>
                <a:cs typeface="Times New Roman" panose="02020603050405020304" pitchFamily="18" charset="0"/>
              </a:rPr>
              <a:t>通过以上算法处理后发现，结果句过于简单，文本往往划分成了一到两句，信息涵盖量太少，同时保留率也比较低。因此继续调整算法，同一句中可以检测出多个含有谓宾结构的句子，使得文本的主要信息尽可能完整地保留。回避无关信息的同时保持高保留率和高流畅度。</a:t>
            </a:r>
          </a:p>
        </p:txBody>
      </p:sp>
      <p:graphicFrame>
        <p:nvGraphicFramePr>
          <p:cNvPr id="4" name="表格 3">
            <a:extLst>
              <a:ext uri="{FF2B5EF4-FFF2-40B4-BE49-F238E27FC236}">
                <a16:creationId xmlns:a16="http://schemas.microsoft.com/office/drawing/2014/main" id="{1B0A0A8A-39EB-49A6-89D5-0BCE7B4F74A1}"/>
              </a:ext>
            </a:extLst>
          </p:cNvPr>
          <p:cNvGraphicFramePr>
            <a:graphicFrameLocks noGrp="1"/>
          </p:cNvGraphicFramePr>
          <p:nvPr>
            <p:extLst>
              <p:ext uri="{D42A27DB-BD31-4B8C-83A1-F6EECF244321}">
                <p14:modId xmlns:p14="http://schemas.microsoft.com/office/powerpoint/2010/main" val="483842894"/>
              </p:ext>
            </p:extLst>
          </p:nvPr>
        </p:nvGraphicFramePr>
        <p:xfrm>
          <a:off x="6515877" y="1352287"/>
          <a:ext cx="5487670" cy="3984824"/>
        </p:xfrm>
        <a:graphic>
          <a:graphicData uri="http://schemas.openxmlformats.org/drawingml/2006/table">
            <a:tbl>
              <a:tblPr firstRow="1" firstCol="1" bandRow="1">
                <a:tableStyleId>{5C22544A-7EE6-4342-B048-85BDC9FD1C3A}</a:tableStyleId>
              </a:tblPr>
              <a:tblGrid>
                <a:gridCol w="1167130">
                  <a:extLst>
                    <a:ext uri="{9D8B030D-6E8A-4147-A177-3AD203B41FA5}">
                      <a16:colId xmlns:a16="http://schemas.microsoft.com/office/drawing/2014/main" val="4101229968"/>
                    </a:ext>
                  </a:extLst>
                </a:gridCol>
                <a:gridCol w="1260475">
                  <a:extLst>
                    <a:ext uri="{9D8B030D-6E8A-4147-A177-3AD203B41FA5}">
                      <a16:colId xmlns:a16="http://schemas.microsoft.com/office/drawing/2014/main" val="1439655442"/>
                    </a:ext>
                  </a:extLst>
                </a:gridCol>
                <a:gridCol w="1523365">
                  <a:extLst>
                    <a:ext uri="{9D8B030D-6E8A-4147-A177-3AD203B41FA5}">
                      <a16:colId xmlns:a16="http://schemas.microsoft.com/office/drawing/2014/main" val="975883059"/>
                    </a:ext>
                  </a:extLst>
                </a:gridCol>
                <a:gridCol w="1536700">
                  <a:extLst>
                    <a:ext uri="{9D8B030D-6E8A-4147-A177-3AD203B41FA5}">
                      <a16:colId xmlns:a16="http://schemas.microsoft.com/office/drawing/2014/main" val="3126712452"/>
                    </a:ext>
                  </a:extLst>
                </a:gridCol>
              </a:tblGrid>
              <a:tr h="483226">
                <a:tc>
                  <a:txBody>
                    <a:bodyPr/>
                    <a:lstStyle/>
                    <a:p>
                      <a:pPr algn="ctr">
                        <a:lnSpc>
                          <a:spcPct val="125000"/>
                        </a:lnSpc>
                        <a:spcAft>
                          <a:spcPts val="0"/>
                        </a:spcAft>
                      </a:pPr>
                      <a:r>
                        <a:rPr lang="zh-CN" sz="1050" kern="100">
                          <a:effectLst/>
                        </a:rPr>
                        <a:t>处理算法</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zh-CN" sz="1050" kern="100" dirty="0">
                          <a:effectLst/>
                        </a:rPr>
                        <a:t>流畅度</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zh-CN" sz="1050" kern="100">
                          <a:effectLst/>
                        </a:rPr>
                        <a:t>无关信息出现概率</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zh-CN" sz="1050" kern="100">
                          <a:effectLst/>
                        </a:rPr>
                        <a:t>文本结果保留率</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826836633"/>
                  </a:ext>
                </a:extLst>
              </a:tr>
              <a:tr h="483226">
                <a:tc>
                  <a:txBody>
                    <a:bodyPr/>
                    <a:lstStyle/>
                    <a:p>
                      <a:pPr algn="ctr">
                        <a:lnSpc>
                          <a:spcPct val="125000"/>
                        </a:lnSpc>
                        <a:spcAft>
                          <a:spcPts val="0"/>
                        </a:spcAft>
                      </a:pPr>
                      <a:r>
                        <a:rPr lang="zh-CN" sz="1050" kern="100">
                          <a:effectLst/>
                        </a:rPr>
                        <a:t>主谓宾全提取</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zh-CN" sz="1050" kern="100">
                          <a:effectLst/>
                        </a:rPr>
                        <a:t>低</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sz="1050" kern="100" dirty="0">
                          <a:effectLst/>
                        </a:rPr>
                        <a:t>35.3%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sz="1050" kern="100" dirty="0">
                          <a:effectLst/>
                        </a:rPr>
                        <a:t>98.6%</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93935667"/>
                  </a:ext>
                </a:extLst>
              </a:tr>
              <a:tr h="1006124">
                <a:tc>
                  <a:txBody>
                    <a:bodyPr/>
                    <a:lstStyle/>
                    <a:p>
                      <a:pPr algn="ctr">
                        <a:lnSpc>
                          <a:spcPct val="125000"/>
                        </a:lnSpc>
                        <a:spcAft>
                          <a:spcPts val="0"/>
                        </a:spcAft>
                      </a:pPr>
                      <a:r>
                        <a:rPr lang="zh-CN" sz="1050" kern="100">
                          <a:effectLst/>
                        </a:rPr>
                        <a:t>单一的主谓宾整句</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zh-CN" sz="1050" kern="100">
                          <a:effectLst/>
                        </a:rPr>
                        <a:t>高</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sz="1050" kern="100" dirty="0">
                          <a:effectLst/>
                        </a:rPr>
                        <a:t>2.0%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sz="1050" kern="100" dirty="0">
                          <a:effectLst/>
                        </a:rPr>
                        <a:t>55.3%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508323425"/>
                  </a:ext>
                </a:extLst>
              </a:tr>
              <a:tr h="1006124">
                <a:tc>
                  <a:txBody>
                    <a:bodyPr/>
                    <a:lstStyle/>
                    <a:p>
                      <a:pPr algn="ctr">
                        <a:lnSpc>
                          <a:spcPct val="125000"/>
                        </a:lnSpc>
                        <a:spcAft>
                          <a:spcPts val="0"/>
                        </a:spcAft>
                      </a:pPr>
                      <a:r>
                        <a:rPr lang="zh-CN" sz="1050" kern="100">
                          <a:effectLst/>
                        </a:rPr>
                        <a:t>含有谓宾结构的单一句子</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zh-CN" sz="1050" kern="100">
                          <a:effectLst/>
                        </a:rPr>
                        <a:t>较高</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sz="1050" kern="100" dirty="0">
                          <a:effectLst/>
                        </a:rPr>
                        <a:t>6.7%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sz="1050" kern="100" dirty="0">
                          <a:effectLst/>
                        </a:rPr>
                        <a:t>87.3%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181552107"/>
                  </a:ext>
                </a:extLst>
              </a:tr>
              <a:tr h="1006124">
                <a:tc>
                  <a:txBody>
                    <a:bodyPr/>
                    <a:lstStyle/>
                    <a:p>
                      <a:pPr algn="ctr">
                        <a:lnSpc>
                          <a:spcPct val="125000"/>
                        </a:lnSpc>
                        <a:spcAft>
                          <a:spcPts val="0"/>
                        </a:spcAft>
                      </a:pPr>
                      <a:r>
                        <a:rPr lang="zh-CN" sz="1050" kern="100">
                          <a:effectLst/>
                        </a:rPr>
                        <a:t>含有谓宾结构的多个句子</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zh-CN" sz="1050" kern="100" dirty="0">
                          <a:effectLst/>
                        </a:rPr>
                        <a:t>高</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sz="1050" kern="100" dirty="0">
                          <a:effectLst/>
                        </a:rPr>
                        <a:t>8.0%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en-US" sz="1050" kern="100" dirty="0">
                          <a:effectLst/>
                        </a:rPr>
                        <a:t>86.7%</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297489033"/>
                  </a:ext>
                </a:extLst>
              </a:tr>
            </a:tbl>
          </a:graphicData>
        </a:graphic>
      </p:graphicFrame>
    </p:spTree>
    <p:extLst>
      <p:ext uri="{BB962C8B-B14F-4D97-AF65-F5344CB8AC3E}">
        <p14:creationId xmlns:p14="http://schemas.microsoft.com/office/powerpoint/2010/main" val="3089729981"/>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B1EBE7-D9BC-4AB1-A6AF-CC48670F3638}"/>
              </a:ext>
            </a:extLst>
          </p:cNvPr>
          <p:cNvSpPr>
            <a:spLocks noGrp="1"/>
          </p:cNvSpPr>
          <p:nvPr>
            <p:ph type="title"/>
          </p:nvPr>
        </p:nvSpPr>
        <p:spPr/>
        <p:txBody>
          <a:bodyPr/>
          <a:lstStyle/>
          <a:p>
            <a:r>
              <a:rPr lang="zh-CN" altLang="en-US" dirty="0"/>
              <a:t>解决方法</a:t>
            </a:r>
          </a:p>
        </p:txBody>
      </p:sp>
      <p:sp>
        <p:nvSpPr>
          <p:cNvPr id="3" name="矩形 2">
            <a:extLst>
              <a:ext uri="{FF2B5EF4-FFF2-40B4-BE49-F238E27FC236}">
                <a16:creationId xmlns:a16="http://schemas.microsoft.com/office/drawing/2014/main" id="{D9A3ACAC-1282-4048-8FA7-0C6A25FAF2FE}"/>
              </a:ext>
            </a:extLst>
          </p:cNvPr>
          <p:cNvSpPr/>
          <p:nvPr/>
        </p:nvSpPr>
        <p:spPr>
          <a:xfrm>
            <a:off x="276808" y="711291"/>
            <a:ext cx="6096000" cy="4222438"/>
          </a:xfrm>
          <a:prstGeom prst="rect">
            <a:avLst/>
          </a:prstGeom>
        </p:spPr>
        <p:txBody>
          <a:bodyPr>
            <a:spAutoFit/>
          </a:bodyPr>
          <a:lstStyle/>
          <a:p>
            <a:pPr algn="just">
              <a:lnSpc>
                <a:spcPct val="125000"/>
              </a:lnSpc>
              <a:spcAft>
                <a:spcPts val="0"/>
              </a:spcAft>
            </a:pPr>
            <a:r>
              <a:rPr lang="en-US" altLang="zh-CN" b="1" kern="100" dirty="0">
                <a:latin typeface="等线" panose="02010600030101010101" pitchFamily="2" charset="-122"/>
                <a:ea typeface="等线" panose="02010600030101010101" pitchFamily="2" charset="-122"/>
                <a:cs typeface="Times New Roman" panose="02020603050405020304" pitchFamily="18" charset="0"/>
              </a:rPr>
              <a:t>4</a:t>
            </a:r>
            <a:r>
              <a:rPr lang="zh-CN" altLang="zh-CN" b="1" kern="100" dirty="0">
                <a:latin typeface="等线" panose="02010600030101010101" pitchFamily="2" charset="-122"/>
                <a:ea typeface="等线" panose="02010600030101010101" pitchFamily="2" charset="-122"/>
                <a:cs typeface="Times New Roman" panose="02020603050405020304" pitchFamily="18" charset="0"/>
              </a:rPr>
              <a:t>、</a:t>
            </a:r>
            <a:r>
              <a:rPr lang="zh-CN" altLang="zh-CN" kern="100" dirty="0">
                <a:latin typeface="等线" panose="02010600030101010101" pitchFamily="2" charset="-122"/>
                <a:ea typeface="等线" panose="02010600030101010101" pitchFamily="2" charset="-122"/>
                <a:cs typeface="Times New Roman" panose="02020603050405020304" pitchFamily="18" charset="0"/>
              </a:rPr>
              <a:t>对标题和文本使用同样的算法后，发现效果存在比较大的差异</a:t>
            </a:r>
          </a:p>
          <a:p>
            <a:pPr algn="just">
              <a:lnSpc>
                <a:spcPct val="125000"/>
              </a:lnSpc>
              <a:spcAft>
                <a:spcPts val="0"/>
              </a:spcAft>
            </a:pPr>
            <a:r>
              <a:rPr lang="zh-CN" altLang="zh-CN" kern="100" dirty="0">
                <a:latin typeface="等线" panose="02010600030101010101" pitchFamily="2" charset="-122"/>
                <a:ea typeface="等线" panose="02010600030101010101" pitchFamily="2" charset="-122"/>
                <a:cs typeface="Times New Roman" panose="02020603050405020304" pitchFamily="18" charset="0"/>
              </a:rPr>
              <a:t>新闻的标题和文本使用的句式往往不同，成分的标注结果也有比较明显的差别。例如，标题往往使用单一的主谓宾结构，修饰词修饰主语和宾语的情况较多；文本结构更加复杂，短句较为紧凑。例如，标题中的宾语与修饰宾语的词在标注中均可判断为宾语，大多数情况下标题以靠前的词修饰，以靠后的词为宾语，文本在这方面则多为相反的结果，需要改变算法，找到靠前的宾语，才能得到更有效的结果。</a:t>
            </a:r>
          </a:p>
          <a:p>
            <a:pPr algn="just">
              <a:lnSpc>
                <a:spcPct val="125000"/>
              </a:lnSpc>
              <a:spcAft>
                <a:spcPts val="0"/>
              </a:spcAft>
            </a:pPr>
            <a:r>
              <a:rPr lang="zh-CN" altLang="zh-CN" kern="100" dirty="0">
                <a:latin typeface="等线" panose="02010600030101010101" pitchFamily="2" charset="-122"/>
                <a:ea typeface="等线" panose="02010600030101010101" pitchFamily="2" charset="-122"/>
                <a:cs typeface="Times New Roman" panose="02020603050405020304" pitchFamily="18" charset="0"/>
              </a:rPr>
              <a:t>因此，修改了原本的统一算法，针对标题和文本的差异调整了部分判断条件，对两者都取得了更好的成果。</a:t>
            </a:r>
          </a:p>
        </p:txBody>
      </p:sp>
      <p:graphicFrame>
        <p:nvGraphicFramePr>
          <p:cNvPr id="4" name="表格 3">
            <a:extLst>
              <a:ext uri="{FF2B5EF4-FFF2-40B4-BE49-F238E27FC236}">
                <a16:creationId xmlns:a16="http://schemas.microsoft.com/office/drawing/2014/main" id="{4E8A2E1C-D8C6-4528-AA87-CA0BB85A7C8A}"/>
              </a:ext>
            </a:extLst>
          </p:cNvPr>
          <p:cNvGraphicFramePr>
            <a:graphicFrameLocks noGrp="1"/>
          </p:cNvGraphicFramePr>
          <p:nvPr>
            <p:extLst>
              <p:ext uri="{D42A27DB-BD31-4B8C-83A1-F6EECF244321}">
                <p14:modId xmlns:p14="http://schemas.microsoft.com/office/powerpoint/2010/main" val="1614128564"/>
              </p:ext>
            </p:extLst>
          </p:nvPr>
        </p:nvGraphicFramePr>
        <p:xfrm>
          <a:off x="6578444" y="1194840"/>
          <a:ext cx="5267960" cy="2509415"/>
        </p:xfrm>
        <a:graphic>
          <a:graphicData uri="http://schemas.openxmlformats.org/drawingml/2006/table">
            <a:tbl>
              <a:tblPr firstRow="1" firstCol="1" bandRow="1">
                <a:tableStyleId>{5C22544A-7EE6-4342-B048-85BDC9FD1C3A}</a:tableStyleId>
              </a:tblPr>
              <a:tblGrid>
                <a:gridCol w="1316990">
                  <a:extLst>
                    <a:ext uri="{9D8B030D-6E8A-4147-A177-3AD203B41FA5}">
                      <a16:colId xmlns:a16="http://schemas.microsoft.com/office/drawing/2014/main" val="309756797"/>
                    </a:ext>
                  </a:extLst>
                </a:gridCol>
                <a:gridCol w="1316990">
                  <a:extLst>
                    <a:ext uri="{9D8B030D-6E8A-4147-A177-3AD203B41FA5}">
                      <a16:colId xmlns:a16="http://schemas.microsoft.com/office/drawing/2014/main" val="4017655696"/>
                    </a:ext>
                  </a:extLst>
                </a:gridCol>
                <a:gridCol w="1316990">
                  <a:extLst>
                    <a:ext uri="{9D8B030D-6E8A-4147-A177-3AD203B41FA5}">
                      <a16:colId xmlns:a16="http://schemas.microsoft.com/office/drawing/2014/main" val="966510834"/>
                    </a:ext>
                  </a:extLst>
                </a:gridCol>
                <a:gridCol w="1316990">
                  <a:extLst>
                    <a:ext uri="{9D8B030D-6E8A-4147-A177-3AD203B41FA5}">
                      <a16:colId xmlns:a16="http://schemas.microsoft.com/office/drawing/2014/main" val="2917186046"/>
                    </a:ext>
                  </a:extLst>
                </a:gridCol>
              </a:tblGrid>
              <a:tr h="501883">
                <a:tc>
                  <a:txBody>
                    <a:bodyPr/>
                    <a:lstStyle/>
                    <a:p>
                      <a:pPr algn="ctr">
                        <a:lnSpc>
                          <a:spcPct val="150000"/>
                        </a:lnSpc>
                        <a:spcAft>
                          <a:spcPts val="0"/>
                        </a:spcAft>
                      </a:pPr>
                      <a:r>
                        <a:rPr lang="en-US" sz="1050" kern="100" dirty="0">
                          <a:effectLst/>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zh-CN" sz="1050" kern="100">
                          <a:effectLst/>
                        </a:rPr>
                        <a:t>流畅度</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zh-CN" sz="1050" kern="100">
                          <a:effectLst/>
                        </a:rPr>
                        <a:t>有效率</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zh-CN" sz="1050" kern="100">
                          <a:effectLst/>
                        </a:rPr>
                        <a:t>结果保留率</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08589425"/>
                  </a:ext>
                </a:extLst>
              </a:tr>
              <a:tr h="501883">
                <a:tc>
                  <a:txBody>
                    <a:bodyPr/>
                    <a:lstStyle/>
                    <a:p>
                      <a:pPr algn="ctr">
                        <a:lnSpc>
                          <a:spcPct val="150000"/>
                        </a:lnSpc>
                        <a:spcAft>
                          <a:spcPts val="0"/>
                        </a:spcAft>
                      </a:pPr>
                      <a:r>
                        <a:rPr lang="zh-CN" sz="1050" kern="100">
                          <a:effectLst/>
                        </a:rPr>
                        <a:t>统一算法（标题）</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zh-CN" sz="1050" kern="100">
                          <a:effectLst/>
                        </a:rPr>
                        <a:t>低</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1050" kern="100" dirty="0">
                          <a:effectLst/>
                        </a:rPr>
                        <a:t>47.3%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1050" kern="100" dirty="0">
                          <a:effectLst/>
                        </a:rPr>
                        <a:t>58.6%</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516487791"/>
                  </a:ext>
                </a:extLst>
              </a:tr>
              <a:tr h="501883">
                <a:tc>
                  <a:txBody>
                    <a:bodyPr/>
                    <a:lstStyle/>
                    <a:p>
                      <a:pPr algn="ctr">
                        <a:lnSpc>
                          <a:spcPct val="150000"/>
                        </a:lnSpc>
                        <a:spcAft>
                          <a:spcPts val="0"/>
                        </a:spcAft>
                      </a:pPr>
                      <a:r>
                        <a:rPr lang="zh-CN" sz="1050" kern="100">
                          <a:effectLst/>
                        </a:rPr>
                        <a:t>统一算法（文本）</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zh-CN" sz="1050" kern="100">
                          <a:effectLst/>
                        </a:rPr>
                        <a:t>较高</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1050" kern="100" dirty="0">
                          <a:effectLst/>
                        </a:rPr>
                        <a:t>76.0%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1050" kern="100" dirty="0">
                          <a:effectLst/>
                        </a:rPr>
                        <a:t>86.7%</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653324751"/>
                  </a:ext>
                </a:extLst>
              </a:tr>
              <a:tr h="501883">
                <a:tc>
                  <a:txBody>
                    <a:bodyPr/>
                    <a:lstStyle/>
                    <a:p>
                      <a:pPr algn="ctr">
                        <a:lnSpc>
                          <a:spcPct val="150000"/>
                        </a:lnSpc>
                        <a:spcAft>
                          <a:spcPts val="0"/>
                        </a:spcAft>
                      </a:pPr>
                      <a:r>
                        <a:rPr lang="zh-CN" sz="1050" kern="100">
                          <a:effectLst/>
                        </a:rPr>
                        <a:t>针对算法（标题）</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zh-CN" sz="1050" kern="100">
                          <a:effectLst/>
                        </a:rPr>
                        <a:t>较高</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1050" kern="100" dirty="0">
                          <a:effectLst/>
                        </a:rPr>
                        <a:t>83.1%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1050" kern="100" dirty="0">
                          <a:effectLst/>
                        </a:rPr>
                        <a:t>63.3%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479700356"/>
                  </a:ext>
                </a:extLst>
              </a:tr>
              <a:tr h="501883">
                <a:tc>
                  <a:txBody>
                    <a:bodyPr/>
                    <a:lstStyle/>
                    <a:p>
                      <a:pPr algn="ctr">
                        <a:lnSpc>
                          <a:spcPct val="150000"/>
                        </a:lnSpc>
                        <a:spcAft>
                          <a:spcPts val="0"/>
                        </a:spcAft>
                      </a:pPr>
                      <a:r>
                        <a:rPr lang="zh-CN" sz="1050" kern="100">
                          <a:effectLst/>
                        </a:rPr>
                        <a:t>针对算法（文本）</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zh-CN" sz="1050" kern="100">
                          <a:effectLst/>
                        </a:rPr>
                        <a:t>高</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1050" kern="100" dirty="0">
                          <a:effectLst/>
                        </a:rPr>
                        <a:t>81.1%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50000"/>
                        </a:lnSpc>
                        <a:spcAft>
                          <a:spcPts val="0"/>
                        </a:spcAft>
                      </a:pPr>
                      <a:r>
                        <a:rPr lang="en-US" sz="1050" kern="100" dirty="0">
                          <a:effectLst/>
                        </a:rPr>
                        <a:t>92.0%</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958028570"/>
                  </a:ext>
                </a:extLst>
              </a:tr>
            </a:tbl>
          </a:graphicData>
        </a:graphic>
      </p:graphicFrame>
    </p:spTree>
    <p:extLst>
      <p:ext uri="{BB962C8B-B14F-4D97-AF65-F5344CB8AC3E}">
        <p14:creationId xmlns:p14="http://schemas.microsoft.com/office/powerpoint/2010/main" val="1027149914"/>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BF3C90-FDF0-4888-8F9F-0B1F91DB54E5}"/>
              </a:ext>
            </a:extLst>
          </p:cNvPr>
          <p:cNvSpPr>
            <a:spLocks noGrp="1"/>
          </p:cNvSpPr>
          <p:nvPr>
            <p:ph type="title"/>
          </p:nvPr>
        </p:nvSpPr>
        <p:spPr>
          <a:xfrm>
            <a:off x="5285525" y="51558"/>
            <a:ext cx="1620957" cy="523220"/>
          </a:xfrm>
        </p:spPr>
        <p:txBody>
          <a:bodyPr/>
          <a:lstStyle/>
          <a:p>
            <a:r>
              <a:rPr lang="zh-CN" altLang="en-US" dirty="0"/>
              <a:t>模型搭建</a:t>
            </a:r>
          </a:p>
        </p:txBody>
      </p:sp>
      <p:sp>
        <p:nvSpPr>
          <p:cNvPr id="3" name="AutoShape 2">
            <a:extLst>
              <a:ext uri="{FF2B5EF4-FFF2-40B4-BE49-F238E27FC236}">
                <a16:creationId xmlns:a16="http://schemas.microsoft.com/office/drawing/2014/main" id="{0A4909D1-456A-411D-AEBB-5F63DA975A62}"/>
              </a:ext>
            </a:extLst>
          </p:cNvPr>
          <p:cNvSpPr>
            <a:spLocks noChangeAspect="1" noChangeArrowheads="1"/>
          </p:cNvSpPr>
          <p:nvPr/>
        </p:nvSpPr>
        <p:spPr bwMode="auto">
          <a:xfrm>
            <a:off x="1707502" y="3276600"/>
            <a:ext cx="4540898" cy="454089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4" descr="preview">
            <a:extLst>
              <a:ext uri="{FF2B5EF4-FFF2-40B4-BE49-F238E27FC236}">
                <a16:creationId xmlns:a16="http://schemas.microsoft.com/office/drawing/2014/main" id="{8B72C072-09F8-4419-B03B-B7BDDC8C9D6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5" name="图片 4">
            <a:extLst>
              <a:ext uri="{FF2B5EF4-FFF2-40B4-BE49-F238E27FC236}">
                <a16:creationId xmlns:a16="http://schemas.microsoft.com/office/drawing/2014/main" id="{F7F5832A-B019-4784-AECE-E98D77CDB8A5}"/>
              </a:ext>
            </a:extLst>
          </p:cNvPr>
          <p:cNvPicPr>
            <a:picLocks noChangeAspect="1"/>
          </p:cNvPicPr>
          <p:nvPr/>
        </p:nvPicPr>
        <p:blipFill>
          <a:blip r:embed="rId2"/>
          <a:stretch>
            <a:fillRect/>
          </a:stretch>
        </p:blipFill>
        <p:spPr>
          <a:xfrm>
            <a:off x="1824135" y="2195510"/>
            <a:ext cx="8543730" cy="4009348"/>
          </a:xfrm>
          <a:prstGeom prst="rect">
            <a:avLst/>
          </a:prstGeom>
        </p:spPr>
      </p:pic>
      <p:sp>
        <p:nvSpPr>
          <p:cNvPr id="6" name="矩形: 圆角 5">
            <a:extLst>
              <a:ext uri="{FF2B5EF4-FFF2-40B4-BE49-F238E27FC236}">
                <a16:creationId xmlns:a16="http://schemas.microsoft.com/office/drawing/2014/main" id="{FC00E6FD-3261-4A19-8CC6-08DA824D252A}"/>
              </a:ext>
            </a:extLst>
          </p:cNvPr>
          <p:cNvSpPr/>
          <p:nvPr/>
        </p:nvSpPr>
        <p:spPr>
          <a:xfrm>
            <a:off x="3760236" y="2195510"/>
            <a:ext cx="1620957" cy="108109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304E8747-D426-4C57-B4AD-4019A8129ED4}"/>
              </a:ext>
            </a:extLst>
          </p:cNvPr>
          <p:cNvSpPr/>
          <p:nvPr/>
        </p:nvSpPr>
        <p:spPr>
          <a:xfrm>
            <a:off x="8322906" y="5458408"/>
            <a:ext cx="2044959" cy="8584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BC156314-C4A9-4AC7-85FF-D574A2C5250B}"/>
                  </a:ext>
                </a:extLst>
              </p:cNvPr>
              <p:cNvSpPr txBox="1"/>
              <p:nvPr/>
            </p:nvSpPr>
            <p:spPr>
              <a:xfrm>
                <a:off x="5640355" y="3447661"/>
                <a:ext cx="1915588" cy="27796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a:fld id="{825F15A7-03F4-43D7-82C5-3E23DA2F108C}" type="mathplaceholder">
                        <a:rPr lang="zh-CN" altLang="en-US" i="1" smtClean="0">
                          <a:latin typeface="Cambria Math" panose="02040503050406030204" pitchFamily="18" charset="0"/>
                        </a:rPr>
                        <a:t>在此处键入公式。</a:t>
                      </a:fld>
                    </m:oMath>
                  </m:oMathPara>
                </a14:m>
                <a:endParaRPr lang="zh-CN" altLang="en-US" dirty="0"/>
              </a:p>
            </p:txBody>
          </p:sp>
        </mc:Choice>
        <mc:Fallback>
          <p:sp>
            <p:nvSpPr>
              <p:cNvPr id="8" name="文本框 7">
                <a:extLst>
                  <a:ext uri="{FF2B5EF4-FFF2-40B4-BE49-F238E27FC236}">
                    <a16:creationId xmlns:a16="http://schemas.microsoft.com/office/drawing/2014/main" id="{BC156314-C4A9-4AC7-85FF-D574A2C5250B}"/>
                  </a:ext>
                </a:extLst>
              </p:cNvPr>
              <p:cNvSpPr txBox="1">
                <a:spLocks noRot="1" noChangeAspect="1" noMove="1" noResize="1" noEditPoints="1" noAdjustHandles="1" noChangeArrowheads="1" noChangeShapeType="1" noTextEdit="1"/>
              </p:cNvSpPr>
              <p:nvPr/>
            </p:nvSpPr>
            <p:spPr>
              <a:xfrm>
                <a:off x="5640355" y="3447661"/>
                <a:ext cx="1915588" cy="277961"/>
              </a:xfrm>
              <a:prstGeom prst="rect">
                <a:avLst/>
              </a:prstGeom>
              <a:blipFill>
                <a:blip r:embed="rId3"/>
                <a:stretch>
                  <a:fillRect l="-4140" t="-17778" r="-4459" b="-37778"/>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34BA7435-20EB-423D-8D2B-B6ACFF10737E}"/>
              </a:ext>
            </a:extLst>
          </p:cNvPr>
          <p:cNvSpPr txBox="1"/>
          <p:nvPr/>
        </p:nvSpPr>
        <p:spPr>
          <a:xfrm>
            <a:off x="727788" y="886408"/>
            <a:ext cx="6828155" cy="923330"/>
          </a:xfrm>
          <a:prstGeom prst="rect">
            <a:avLst/>
          </a:prstGeom>
          <a:noFill/>
        </p:spPr>
        <p:txBody>
          <a:bodyPr wrap="square" rtlCol="0">
            <a:spAutoFit/>
          </a:bodyPr>
          <a:lstStyle/>
          <a:p>
            <a:r>
              <a:rPr lang="en-US" altLang="zh-CN" dirty="0"/>
              <a:t>1.</a:t>
            </a:r>
            <a:r>
              <a:rPr lang="zh-CN" altLang="en-US" dirty="0"/>
              <a:t>初始</a:t>
            </a:r>
            <a:r>
              <a:rPr lang="en-US" altLang="zh-CN" dirty="0"/>
              <a:t>seq2seq</a:t>
            </a:r>
            <a:r>
              <a:rPr lang="zh-CN" altLang="en-US" dirty="0"/>
              <a:t>网络模型：</a:t>
            </a:r>
            <a:br>
              <a:rPr lang="en-US" altLang="zh-CN" dirty="0"/>
            </a:br>
            <a:r>
              <a:rPr lang="en-US" altLang="zh-CN" dirty="0"/>
              <a:t>	encoder</a:t>
            </a:r>
            <a:r>
              <a:rPr lang="zh-CN" altLang="en-US" dirty="0"/>
              <a:t>：</a:t>
            </a:r>
            <a:r>
              <a:rPr lang="en-US" altLang="zh-CN" dirty="0"/>
              <a:t>embedding</a:t>
            </a:r>
            <a:r>
              <a:rPr lang="zh-CN" altLang="en-US" dirty="0"/>
              <a:t>，</a:t>
            </a:r>
            <a:r>
              <a:rPr lang="en-US" altLang="zh-CN" dirty="0"/>
              <a:t>gru</a:t>
            </a:r>
          </a:p>
          <a:p>
            <a:r>
              <a:rPr lang="en-US" altLang="zh-CN" dirty="0"/>
              <a:t>	decoder</a:t>
            </a:r>
            <a:r>
              <a:rPr lang="zh-CN" altLang="en-US" dirty="0"/>
              <a:t>：</a:t>
            </a:r>
            <a:r>
              <a:rPr lang="en-US" altLang="zh-CN" dirty="0"/>
              <a:t>embedding</a:t>
            </a:r>
            <a:r>
              <a:rPr lang="zh-CN" altLang="en-US" dirty="0"/>
              <a:t>，</a:t>
            </a:r>
            <a:r>
              <a:rPr lang="en-US" altLang="zh-CN" dirty="0"/>
              <a:t>gru</a:t>
            </a:r>
            <a:r>
              <a:rPr lang="zh-CN" altLang="en-US" dirty="0"/>
              <a:t>，</a:t>
            </a:r>
            <a:r>
              <a:rPr lang="en-US" altLang="zh-CN" dirty="0"/>
              <a:t>linear</a:t>
            </a:r>
            <a:r>
              <a:rPr lang="zh-CN" altLang="en-US" dirty="0"/>
              <a:t>，</a:t>
            </a:r>
            <a:r>
              <a:rPr lang="en-US" altLang="zh-CN" dirty="0"/>
              <a:t>softmax</a:t>
            </a:r>
          </a:p>
        </p:txBody>
      </p:sp>
      <p:pic>
        <p:nvPicPr>
          <p:cNvPr id="10" name="图片 9">
            <a:extLst>
              <a:ext uri="{FF2B5EF4-FFF2-40B4-BE49-F238E27FC236}">
                <a16:creationId xmlns:a16="http://schemas.microsoft.com/office/drawing/2014/main" id="{92D596C2-50CA-4E49-BC41-6793CCF682BD}"/>
              </a:ext>
            </a:extLst>
          </p:cNvPr>
          <p:cNvPicPr>
            <a:picLocks noChangeAspect="1"/>
          </p:cNvPicPr>
          <p:nvPr/>
        </p:nvPicPr>
        <p:blipFill>
          <a:blip r:embed="rId4"/>
          <a:stretch>
            <a:fillRect/>
          </a:stretch>
        </p:blipFill>
        <p:spPr>
          <a:xfrm>
            <a:off x="7306110" y="498762"/>
            <a:ext cx="2581372" cy="2218798"/>
          </a:xfrm>
          <a:prstGeom prst="rect">
            <a:avLst/>
          </a:prstGeom>
        </p:spPr>
      </p:pic>
    </p:spTree>
    <p:extLst>
      <p:ext uri="{BB962C8B-B14F-4D97-AF65-F5344CB8AC3E}">
        <p14:creationId xmlns:p14="http://schemas.microsoft.com/office/powerpoint/2010/main" val="2730244260"/>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BF3C90-FDF0-4888-8F9F-0B1F91DB54E5}"/>
              </a:ext>
            </a:extLst>
          </p:cNvPr>
          <p:cNvSpPr>
            <a:spLocks noGrp="1"/>
          </p:cNvSpPr>
          <p:nvPr>
            <p:ph type="title"/>
          </p:nvPr>
        </p:nvSpPr>
        <p:spPr>
          <a:xfrm>
            <a:off x="5285525" y="51558"/>
            <a:ext cx="1620957" cy="523220"/>
          </a:xfrm>
        </p:spPr>
        <p:txBody>
          <a:bodyPr/>
          <a:lstStyle/>
          <a:p>
            <a:r>
              <a:rPr lang="zh-CN" altLang="en-US" dirty="0"/>
              <a:t>模型搭建</a:t>
            </a:r>
          </a:p>
        </p:txBody>
      </p:sp>
      <p:sp>
        <p:nvSpPr>
          <p:cNvPr id="3" name="AutoShape 2">
            <a:extLst>
              <a:ext uri="{FF2B5EF4-FFF2-40B4-BE49-F238E27FC236}">
                <a16:creationId xmlns:a16="http://schemas.microsoft.com/office/drawing/2014/main" id="{0A4909D1-456A-411D-AEBB-5F63DA975A62}"/>
              </a:ext>
            </a:extLst>
          </p:cNvPr>
          <p:cNvSpPr>
            <a:spLocks noChangeAspect="1" noChangeArrowheads="1"/>
          </p:cNvSpPr>
          <p:nvPr/>
        </p:nvSpPr>
        <p:spPr bwMode="auto">
          <a:xfrm>
            <a:off x="1707502" y="3276600"/>
            <a:ext cx="4540898" cy="454089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4" descr="preview">
            <a:extLst>
              <a:ext uri="{FF2B5EF4-FFF2-40B4-BE49-F238E27FC236}">
                <a16:creationId xmlns:a16="http://schemas.microsoft.com/office/drawing/2014/main" id="{8B72C072-09F8-4419-B03B-B7BDDC8C9D6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矩形: 圆角 5">
            <a:extLst>
              <a:ext uri="{FF2B5EF4-FFF2-40B4-BE49-F238E27FC236}">
                <a16:creationId xmlns:a16="http://schemas.microsoft.com/office/drawing/2014/main" id="{FC00E6FD-3261-4A19-8CC6-08DA824D252A}"/>
              </a:ext>
            </a:extLst>
          </p:cNvPr>
          <p:cNvSpPr/>
          <p:nvPr/>
        </p:nvSpPr>
        <p:spPr>
          <a:xfrm>
            <a:off x="3760236" y="2195510"/>
            <a:ext cx="1620957" cy="1081090"/>
          </a:xfrm>
          <a:prstGeom prst="round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304E8747-D426-4C57-B4AD-4019A8129ED4}"/>
              </a:ext>
            </a:extLst>
          </p:cNvPr>
          <p:cNvSpPr/>
          <p:nvPr/>
        </p:nvSpPr>
        <p:spPr>
          <a:xfrm>
            <a:off x="8322906" y="5458408"/>
            <a:ext cx="2044959" cy="8584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34BA7435-20EB-423D-8D2B-B6ACFF10737E}"/>
              </a:ext>
            </a:extLst>
          </p:cNvPr>
          <p:cNvSpPr txBox="1"/>
          <p:nvPr/>
        </p:nvSpPr>
        <p:spPr>
          <a:xfrm>
            <a:off x="727788" y="886408"/>
            <a:ext cx="6828155" cy="923330"/>
          </a:xfrm>
          <a:prstGeom prst="rect">
            <a:avLst/>
          </a:prstGeom>
          <a:noFill/>
        </p:spPr>
        <p:txBody>
          <a:bodyPr wrap="square" rtlCol="0">
            <a:spAutoFit/>
          </a:bodyPr>
          <a:lstStyle/>
          <a:p>
            <a:r>
              <a:rPr lang="en-US" altLang="zh-CN" dirty="0"/>
              <a:t>2.</a:t>
            </a:r>
            <a:r>
              <a:rPr lang="zh-CN" altLang="en-US" dirty="0"/>
              <a:t>改进</a:t>
            </a:r>
            <a:r>
              <a:rPr lang="en-US" altLang="zh-CN" dirty="0"/>
              <a:t>seq2seq</a:t>
            </a:r>
            <a:r>
              <a:rPr lang="zh-CN" altLang="en-US" dirty="0"/>
              <a:t>网络模型：</a:t>
            </a:r>
            <a:br>
              <a:rPr lang="en-US" altLang="zh-CN" dirty="0"/>
            </a:br>
            <a:r>
              <a:rPr lang="en-US" altLang="zh-CN" dirty="0"/>
              <a:t>	embedding</a:t>
            </a:r>
            <a:r>
              <a:rPr lang="zh-CN" altLang="en-US" dirty="0"/>
              <a:t>层载入</a:t>
            </a:r>
            <a:r>
              <a:rPr lang="en-US" altLang="zh-CN" dirty="0"/>
              <a:t>word2vector</a:t>
            </a:r>
            <a:r>
              <a:rPr lang="zh-CN" altLang="en-US" dirty="0"/>
              <a:t>模型</a:t>
            </a:r>
            <a:endParaRPr lang="en-US" altLang="zh-CN" dirty="0"/>
          </a:p>
          <a:p>
            <a:r>
              <a:rPr lang="en-US" altLang="zh-CN" dirty="0"/>
              <a:t>	decoder</a:t>
            </a:r>
            <a:r>
              <a:rPr lang="zh-CN" altLang="en-US" dirty="0"/>
              <a:t>网络加入</a:t>
            </a:r>
            <a:r>
              <a:rPr lang="en-US" altLang="zh-CN" dirty="0"/>
              <a:t>attention</a:t>
            </a:r>
            <a:r>
              <a:rPr lang="zh-CN" altLang="en-US" dirty="0"/>
              <a:t>机制</a:t>
            </a:r>
            <a:endParaRPr lang="en-US" altLang="zh-CN" dirty="0"/>
          </a:p>
        </p:txBody>
      </p:sp>
      <p:pic>
        <p:nvPicPr>
          <p:cNvPr id="11" name="图片 10">
            <a:extLst>
              <a:ext uri="{FF2B5EF4-FFF2-40B4-BE49-F238E27FC236}">
                <a16:creationId xmlns:a16="http://schemas.microsoft.com/office/drawing/2014/main" id="{81B2F9F8-DFD0-4B81-A284-DACB7B72E7B0}"/>
              </a:ext>
            </a:extLst>
          </p:cNvPr>
          <p:cNvPicPr>
            <a:picLocks noChangeAspect="1"/>
          </p:cNvPicPr>
          <p:nvPr/>
        </p:nvPicPr>
        <p:blipFill>
          <a:blip r:embed="rId2"/>
          <a:stretch>
            <a:fillRect/>
          </a:stretch>
        </p:blipFill>
        <p:spPr>
          <a:xfrm>
            <a:off x="1824135" y="1809738"/>
            <a:ext cx="7993224" cy="4481836"/>
          </a:xfrm>
          <a:prstGeom prst="rect">
            <a:avLst/>
          </a:prstGeom>
        </p:spPr>
      </p:pic>
      <p:sp>
        <p:nvSpPr>
          <p:cNvPr id="12" name="矩形 11">
            <a:extLst>
              <a:ext uri="{FF2B5EF4-FFF2-40B4-BE49-F238E27FC236}">
                <a16:creationId xmlns:a16="http://schemas.microsoft.com/office/drawing/2014/main" id="{7748C7DE-1A94-463B-86EF-47EB5C3CC8C1}"/>
              </a:ext>
            </a:extLst>
          </p:cNvPr>
          <p:cNvSpPr/>
          <p:nvPr/>
        </p:nvSpPr>
        <p:spPr>
          <a:xfrm>
            <a:off x="2929812" y="2195510"/>
            <a:ext cx="1026368" cy="5010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BD579DA0-F500-42EA-BE8F-F99ECBFBCFA3}"/>
              </a:ext>
            </a:extLst>
          </p:cNvPr>
          <p:cNvSpPr/>
          <p:nvPr/>
        </p:nvSpPr>
        <p:spPr>
          <a:xfrm>
            <a:off x="1968759" y="4721290"/>
            <a:ext cx="625151" cy="41054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41ECC31C-4FDE-40DF-AACE-01B19DB2B2A5}"/>
              </a:ext>
            </a:extLst>
          </p:cNvPr>
          <p:cNvSpPr/>
          <p:nvPr/>
        </p:nvSpPr>
        <p:spPr>
          <a:xfrm>
            <a:off x="8733453" y="4696040"/>
            <a:ext cx="643812" cy="4357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2B068B1C-5036-4716-A229-C5E1631FAB01}"/>
              </a:ext>
            </a:extLst>
          </p:cNvPr>
          <p:cNvSpPr txBox="1"/>
          <p:nvPr/>
        </p:nvSpPr>
        <p:spPr>
          <a:xfrm>
            <a:off x="1968759" y="4696040"/>
            <a:ext cx="625151" cy="276999"/>
          </a:xfrm>
          <a:prstGeom prst="rect">
            <a:avLst/>
          </a:prstGeom>
          <a:noFill/>
        </p:spPr>
        <p:txBody>
          <a:bodyPr wrap="square" rtlCol="0">
            <a:spAutoFit/>
          </a:bodyPr>
          <a:lstStyle/>
          <a:p>
            <a:r>
              <a:rPr lang="en-US" altLang="zh-CN" sz="1200" b="1" dirty="0">
                <a:solidFill>
                  <a:srgbClr val="94B8ED"/>
                </a:solidFill>
                <a:latin typeface="+mj-ea"/>
                <a:ea typeface="+mj-ea"/>
                <a:cs typeface="Angsana New" panose="02020603050405020304" pitchFamily="18" charset="-34"/>
              </a:rPr>
              <a:t>gru</a:t>
            </a:r>
            <a:endParaRPr lang="zh-CN" altLang="en-US" sz="1200" b="1" dirty="0">
              <a:solidFill>
                <a:srgbClr val="94B8ED"/>
              </a:solidFill>
              <a:latin typeface="+mj-ea"/>
              <a:ea typeface="+mj-ea"/>
              <a:cs typeface="Angsana New" panose="02020603050405020304" pitchFamily="18" charset="-34"/>
            </a:endParaRPr>
          </a:p>
        </p:txBody>
      </p:sp>
      <p:sp>
        <p:nvSpPr>
          <p:cNvPr id="17" name="文本框 16">
            <a:extLst>
              <a:ext uri="{FF2B5EF4-FFF2-40B4-BE49-F238E27FC236}">
                <a16:creationId xmlns:a16="http://schemas.microsoft.com/office/drawing/2014/main" id="{A0514AF3-BE69-4305-8238-17F8EA4D18EC}"/>
              </a:ext>
            </a:extLst>
          </p:cNvPr>
          <p:cNvSpPr txBox="1"/>
          <p:nvPr/>
        </p:nvSpPr>
        <p:spPr>
          <a:xfrm>
            <a:off x="8714792" y="4649564"/>
            <a:ext cx="625151" cy="276999"/>
          </a:xfrm>
          <a:prstGeom prst="rect">
            <a:avLst/>
          </a:prstGeom>
          <a:noFill/>
        </p:spPr>
        <p:txBody>
          <a:bodyPr wrap="square" rtlCol="0">
            <a:spAutoFit/>
          </a:bodyPr>
          <a:lstStyle/>
          <a:p>
            <a:r>
              <a:rPr lang="en-US" altLang="zh-CN" sz="1200" b="1" dirty="0">
                <a:solidFill>
                  <a:srgbClr val="94B8ED"/>
                </a:solidFill>
                <a:latin typeface="+mj-ea"/>
                <a:ea typeface="+mj-ea"/>
                <a:cs typeface="Angsana New" panose="02020603050405020304" pitchFamily="18" charset="-34"/>
              </a:rPr>
              <a:t>gru</a:t>
            </a:r>
            <a:endParaRPr lang="zh-CN" altLang="en-US" sz="1200" b="1" dirty="0">
              <a:solidFill>
                <a:srgbClr val="94B8ED"/>
              </a:solidFill>
              <a:latin typeface="+mj-ea"/>
              <a:ea typeface="+mj-ea"/>
              <a:cs typeface="Angsana New" panose="02020603050405020304" pitchFamily="18" charset="-34"/>
            </a:endParaRPr>
          </a:p>
        </p:txBody>
      </p:sp>
    </p:spTree>
    <p:extLst>
      <p:ext uri="{BB962C8B-B14F-4D97-AF65-F5344CB8AC3E}">
        <p14:creationId xmlns:p14="http://schemas.microsoft.com/office/powerpoint/2010/main" val="1086221638"/>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A007EE-5747-4838-8A17-FBDD9B227374}"/>
              </a:ext>
            </a:extLst>
          </p:cNvPr>
          <p:cNvSpPr>
            <a:spLocks noGrp="1"/>
          </p:cNvSpPr>
          <p:nvPr>
            <p:ph type="title"/>
          </p:nvPr>
        </p:nvSpPr>
        <p:spPr>
          <a:xfrm>
            <a:off x="5285525" y="51558"/>
            <a:ext cx="1620957" cy="523220"/>
          </a:xfrm>
        </p:spPr>
        <p:txBody>
          <a:bodyPr/>
          <a:lstStyle/>
          <a:p>
            <a:r>
              <a:rPr lang="zh-CN" altLang="en-US" dirty="0"/>
              <a:t>模型训练</a:t>
            </a:r>
          </a:p>
        </p:txBody>
      </p:sp>
      <p:graphicFrame>
        <p:nvGraphicFramePr>
          <p:cNvPr id="3" name="表格 2">
            <a:extLst>
              <a:ext uri="{FF2B5EF4-FFF2-40B4-BE49-F238E27FC236}">
                <a16:creationId xmlns:a16="http://schemas.microsoft.com/office/drawing/2014/main" id="{F10FAA4F-C4C9-4457-8B4A-1EF607CE2F19}"/>
              </a:ext>
            </a:extLst>
          </p:cNvPr>
          <p:cNvGraphicFramePr>
            <a:graphicFrameLocks noGrp="1"/>
          </p:cNvGraphicFramePr>
          <p:nvPr>
            <p:extLst>
              <p:ext uri="{D42A27DB-BD31-4B8C-83A1-F6EECF244321}">
                <p14:modId xmlns:p14="http://schemas.microsoft.com/office/powerpoint/2010/main" val="2656826174"/>
              </p:ext>
            </p:extLst>
          </p:nvPr>
        </p:nvGraphicFramePr>
        <p:xfrm>
          <a:off x="2069140" y="1171764"/>
          <a:ext cx="8053719" cy="2495645"/>
        </p:xfrm>
        <a:graphic>
          <a:graphicData uri="http://schemas.openxmlformats.org/drawingml/2006/table">
            <a:tbl>
              <a:tblPr/>
              <a:tblGrid>
                <a:gridCol w="2684573">
                  <a:extLst>
                    <a:ext uri="{9D8B030D-6E8A-4147-A177-3AD203B41FA5}">
                      <a16:colId xmlns:a16="http://schemas.microsoft.com/office/drawing/2014/main" val="495097177"/>
                    </a:ext>
                  </a:extLst>
                </a:gridCol>
                <a:gridCol w="2684573">
                  <a:extLst>
                    <a:ext uri="{9D8B030D-6E8A-4147-A177-3AD203B41FA5}">
                      <a16:colId xmlns:a16="http://schemas.microsoft.com/office/drawing/2014/main" val="3395073614"/>
                    </a:ext>
                  </a:extLst>
                </a:gridCol>
                <a:gridCol w="2684573">
                  <a:extLst>
                    <a:ext uri="{9D8B030D-6E8A-4147-A177-3AD203B41FA5}">
                      <a16:colId xmlns:a16="http://schemas.microsoft.com/office/drawing/2014/main" val="622158432"/>
                    </a:ext>
                  </a:extLst>
                </a:gridCol>
              </a:tblGrid>
              <a:tr h="531859">
                <a:tc>
                  <a:txBody>
                    <a:bodyPr/>
                    <a:lstStyle/>
                    <a:p>
                      <a:pPr algn="ctr" fontAlgn="ctr" latinLnBrk="0"/>
                      <a:endParaRPr lang="zh-CN" altLang="en-US" b="1">
                        <a:solidFill>
                          <a:srgbClr val="4F4F4F"/>
                        </a:solidFill>
                        <a:effectLst/>
                      </a:endParaRP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FF3F5"/>
                    </a:solidFill>
                  </a:tcPr>
                </a:tc>
                <a:tc>
                  <a:txBody>
                    <a:bodyPr/>
                    <a:lstStyle/>
                    <a:p>
                      <a:pPr algn="ctr" fontAlgn="ctr" latinLnBrk="0"/>
                      <a:r>
                        <a:rPr lang="zh-CN" altLang="en-US" b="1" dirty="0">
                          <a:solidFill>
                            <a:srgbClr val="4F4F4F"/>
                          </a:solidFill>
                          <a:effectLst/>
                        </a:rPr>
                        <a:t>学习率 大</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FF3F5"/>
                    </a:solidFill>
                  </a:tcPr>
                </a:tc>
                <a:tc>
                  <a:txBody>
                    <a:bodyPr/>
                    <a:lstStyle/>
                    <a:p>
                      <a:pPr algn="ctr" fontAlgn="ctr" latinLnBrk="0"/>
                      <a:r>
                        <a:rPr lang="zh-CN" altLang="en-US" b="1">
                          <a:solidFill>
                            <a:srgbClr val="4F4F4F"/>
                          </a:solidFill>
                          <a:effectLst/>
                        </a:rPr>
                        <a:t>学习率 小</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FF3F5"/>
                    </a:solidFill>
                  </a:tcPr>
                </a:tc>
                <a:extLst>
                  <a:ext uri="{0D108BD9-81ED-4DB2-BD59-A6C34878D82A}">
                    <a16:rowId xmlns:a16="http://schemas.microsoft.com/office/drawing/2014/main" val="955451814"/>
                  </a:ext>
                </a:extLst>
              </a:tr>
              <a:tr h="531859">
                <a:tc>
                  <a:txBody>
                    <a:bodyPr/>
                    <a:lstStyle/>
                    <a:p>
                      <a:pPr algn="ctr" fontAlgn="ctr" latinLnBrk="0"/>
                      <a:r>
                        <a:rPr lang="zh-CN" altLang="en-US" b="0">
                          <a:solidFill>
                            <a:srgbClr val="4F4F4F"/>
                          </a:solidFill>
                          <a:effectLst/>
                        </a:rPr>
                        <a:t>学习速度</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latinLnBrk="0"/>
                      <a:r>
                        <a:rPr lang="zh-CN" altLang="en-US" b="0">
                          <a:solidFill>
                            <a:srgbClr val="4F4F4F"/>
                          </a:solidFill>
                          <a:effectLst/>
                        </a:rPr>
                        <a:t>快</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latinLnBrk="0"/>
                      <a:r>
                        <a:rPr lang="zh-CN" altLang="en-US" b="0">
                          <a:solidFill>
                            <a:srgbClr val="4F4F4F"/>
                          </a:solidFill>
                          <a:effectLst/>
                        </a:rPr>
                        <a:t>慢</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03519561"/>
                  </a:ext>
                </a:extLst>
              </a:tr>
              <a:tr h="531859">
                <a:tc>
                  <a:txBody>
                    <a:bodyPr/>
                    <a:lstStyle/>
                    <a:p>
                      <a:pPr algn="ctr" fontAlgn="ctr" latinLnBrk="0"/>
                      <a:r>
                        <a:rPr lang="zh-CN" altLang="en-US" b="0">
                          <a:solidFill>
                            <a:srgbClr val="4F4F4F"/>
                          </a:solidFill>
                          <a:effectLst/>
                        </a:rPr>
                        <a:t>使用时间点</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ctr" fontAlgn="ctr" latinLnBrk="0"/>
                      <a:r>
                        <a:rPr lang="zh-CN" altLang="en-US" b="0">
                          <a:solidFill>
                            <a:srgbClr val="4F4F4F"/>
                          </a:solidFill>
                          <a:effectLst/>
                        </a:rPr>
                        <a:t>刚开始训练时</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ctr" fontAlgn="ctr" latinLnBrk="0"/>
                      <a:r>
                        <a:rPr lang="zh-CN" altLang="en-US" b="0">
                          <a:solidFill>
                            <a:srgbClr val="4F4F4F"/>
                          </a:solidFill>
                          <a:effectLst/>
                        </a:rPr>
                        <a:t>一定轮数过后</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4090306424"/>
                  </a:ext>
                </a:extLst>
              </a:tr>
              <a:tr h="900068">
                <a:tc>
                  <a:txBody>
                    <a:bodyPr/>
                    <a:lstStyle/>
                    <a:p>
                      <a:pPr algn="ctr" fontAlgn="ctr" latinLnBrk="0"/>
                      <a:r>
                        <a:rPr lang="zh-CN" altLang="en-US" b="0">
                          <a:solidFill>
                            <a:srgbClr val="4F4F4F"/>
                          </a:solidFill>
                          <a:effectLst/>
                        </a:rPr>
                        <a:t>副作用</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latinLnBrk="0"/>
                      <a:r>
                        <a:rPr lang="en-US" altLang="zh-CN" b="0">
                          <a:solidFill>
                            <a:srgbClr val="4F4F4F"/>
                          </a:solidFill>
                          <a:effectLst/>
                        </a:rPr>
                        <a:t>1.</a:t>
                      </a:r>
                      <a:r>
                        <a:rPr lang="zh-CN" altLang="en-US" b="0">
                          <a:solidFill>
                            <a:srgbClr val="4F4F4F"/>
                          </a:solidFill>
                          <a:effectLst/>
                        </a:rPr>
                        <a:t>易损失值爆炸；</a:t>
                      </a:r>
                      <a:r>
                        <a:rPr lang="en-US" altLang="zh-CN" b="0">
                          <a:solidFill>
                            <a:srgbClr val="4F4F4F"/>
                          </a:solidFill>
                          <a:effectLst/>
                        </a:rPr>
                        <a:t>2.</a:t>
                      </a:r>
                      <a:r>
                        <a:rPr lang="zh-CN" altLang="en-US" b="0">
                          <a:solidFill>
                            <a:srgbClr val="4F4F4F"/>
                          </a:solidFill>
                          <a:effectLst/>
                        </a:rPr>
                        <a:t>易振荡。</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latinLnBrk="0"/>
                      <a:r>
                        <a:rPr lang="en-US" altLang="zh-CN" b="0" dirty="0">
                          <a:solidFill>
                            <a:srgbClr val="4F4F4F"/>
                          </a:solidFill>
                          <a:effectLst/>
                        </a:rPr>
                        <a:t>1.</a:t>
                      </a:r>
                      <a:r>
                        <a:rPr lang="zh-CN" altLang="en-US" b="0" dirty="0">
                          <a:solidFill>
                            <a:srgbClr val="4F4F4F"/>
                          </a:solidFill>
                          <a:effectLst/>
                        </a:rPr>
                        <a:t>易过拟合；</a:t>
                      </a:r>
                      <a:r>
                        <a:rPr lang="en-US" altLang="zh-CN" b="0" dirty="0">
                          <a:solidFill>
                            <a:srgbClr val="4F4F4F"/>
                          </a:solidFill>
                          <a:effectLst/>
                        </a:rPr>
                        <a:t>2.</a:t>
                      </a:r>
                      <a:r>
                        <a:rPr lang="zh-CN" altLang="en-US" b="0" dirty="0">
                          <a:solidFill>
                            <a:srgbClr val="4F4F4F"/>
                          </a:solidFill>
                          <a:effectLst/>
                        </a:rPr>
                        <a:t>收敛速度慢。</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683994191"/>
                  </a:ext>
                </a:extLst>
              </a:tr>
            </a:tbl>
          </a:graphicData>
        </a:graphic>
      </p:graphicFrame>
      <p:sp>
        <p:nvSpPr>
          <p:cNvPr id="5" name="文本框 4">
            <a:extLst>
              <a:ext uri="{FF2B5EF4-FFF2-40B4-BE49-F238E27FC236}">
                <a16:creationId xmlns:a16="http://schemas.microsoft.com/office/drawing/2014/main" id="{EA5B8483-39CF-4BED-A8E5-B7ED136C2665}"/>
              </a:ext>
            </a:extLst>
          </p:cNvPr>
          <p:cNvSpPr txBox="1"/>
          <p:nvPr/>
        </p:nvSpPr>
        <p:spPr>
          <a:xfrm>
            <a:off x="541176" y="774441"/>
            <a:ext cx="4096138" cy="369332"/>
          </a:xfrm>
          <a:prstGeom prst="rect">
            <a:avLst/>
          </a:prstGeom>
          <a:noFill/>
        </p:spPr>
        <p:txBody>
          <a:bodyPr wrap="square" rtlCol="0">
            <a:spAutoFit/>
          </a:bodyPr>
          <a:lstStyle/>
          <a:p>
            <a:r>
              <a:rPr lang="en-US" altLang="zh-CN" dirty="0"/>
              <a:t>Learning rate</a:t>
            </a:r>
            <a:r>
              <a:rPr lang="zh-CN" altLang="en-US" dirty="0"/>
              <a:t>的设置</a:t>
            </a:r>
          </a:p>
        </p:txBody>
      </p:sp>
      <p:pic>
        <p:nvPicPr>
          <p:cNvPr id="7" name="图片 6">
            <a:extLst>
              <a:ext uri="{FF2B5EF4-FFF2-40B4-BE49-F238E27FC236}">
                <a16:creationId xmlns:a16="http://schemas.microsoft.com/office/drawing/2014/main" id="{71A6C78E-C8DD-4343-865F-EC413CCE44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0037" y="3915228"/>
            <a:ext cx="3931923" cy="2621282"/>
          </a:xfrm>
          <a:prstGeom prst="rect">
            <a:avLst/>
          </a:prstGeom>
        </p:spPr>
      </p:pic>
      <p:sp>
        <p:nvSpPr>
          <p:cNvPr id="8" name="文本框 7">
            <a:extLst>
              <a:ext uri="{FF2B5EF4-FFF2-40B4-BE49-F238E27FC236}">
                <a16:creationId xmlns:a16="http://schemas.microsoft.com/office/drawing/2014/main" id="{54F46753-A0EE-4A9F-891F-499A94E2395A}"/>
              </a:ext>
            </a:extLst>
          </p:cNvPr>
          <p:cNvSpPr txBox="1"/>
          <p:nvPr/>
        </p:nvSpPr>
        <p:spPr>
          <a:xfrm>
            <a:off x="8304245" y="4264395"/>
            <a:ext cx="2295331" cy="338554"/>
          </a:xfrm>
          <a:prstGeom prst="rect">
            <a:avLst/>
          </a:prstGeom>
          <a:noFill/>
        </p:spPr>
        <p:txBody>
          <a:bodyPr wrap="square" rtlCol="0">
            <a:spAutoFit/>
          </a:bodyPr>
          <a:lstStyle/>
          <a:p>
            <a:r>
              <a:rPr lang="en-US" altLang="zh-CN" sz="1600" dirty="0" err="1"/>
              <a:t>learning_rate</a:t>
            </a:r>
            <a:r>
              <a:rPr lang="en-US" altLang="zh-CN" sz="1600" dirty="0"/>
              <a:t>=0.1</a:t>
            </a:r>
            <a:endParaRPr lang="zh-CN" altLang="en-US" sz="1600" dirty="0"/>
          </a:p>
        </p:txBody>
      </p:sp>
    </p:spTree>
    <p:extLst>
      <p:ext uri="{BB962C8B-B14F-4D97-AF65-F5344CB8AC3E}">
        <p14:creationId xmlns:p14="http://schemas.microsoft.com/office/powerpoint/2010/main" val="1111890180"/>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8612FA-34AB-4402-B369-8D71566CFD63}"/>
              </a:ext>
            </a:extLst>
          </p:cNvPr>
          <p:cNvSpPr>
            <a:spLocks noGrp="1"/>
          </p:cNvSpPr>
          <p:nvPr>
            <p:ph type="title"/>
          </p:nvPr>
        </p:nvSpPr>
        <p:spPr>
          <a:xfrm>
            <a:off x="5285525" y="51558"/>
            <a:ext cx="1620957" cy="523220"/>
          </a:xfrm>
        </p:spPr>
        <p:txBody>
          <a:bodyPr/>
          <a:lstStyle/>
          <a:p>
            <a:r>
              <a:rPr lang="zh-CN" altLang="en-US" dirty="0"/>
              <a:t>模型训练</a:t>
            </a:r>
          </a:p>
        </p:txBody>
      </p:sp>
      <p:sp>
        <p:nvSpPr>
          <p:cNvPr id="3" name="文本框 2">
            <a:extLst>
              <a:ext uri="{FF2B5EF4-FFF2-40B4-BE49-F238E27FC236}">
                <a16:creationId xmlns:a16="http://schemas.microsoft.com/office/drawing/2014/main" id="{2FA46425-19A6-4FA4-9391-9094946E90B7}"/>
              </a:ext>
            </a:extLst>
          </p:cNvPr>
          <p:cNvSpPr txBox="1"/>
          <p:nvPr/>
        </p:nvSpPr>
        <p:spPr>
          <a:xfrm>
            <a:off x="326571" y="737118"/>
            <a:ext cx="3340360" cy="369332"/>
          </a:xfrm>
          <a:prstGeom prst="rect">
            <a:avLst/>
          </a:prstGeom>
          <a:noFill/>
        </p:spPr>
        <p:txBody>
          <a:bodyPr wrap="square" rtlCol="0">
            <a:spAutoFit/>
          </a:bodyPr>
          <a:lstStyle/>
          <a:p>
            <a:r>
              <a:rPr lang="zh-CN" altLang="en-US" dirty="0"/>
              <a:t>选择轮数减缓（</a:t>
            </a:r>
            <a:r>
              <a:rPr lang="en-US" altLang="zh-CN" dirty="0" err="1"/>
              <a:t>step_decay</a:t>
            </a:r>
            <a:r>
              <a:rPr lang="en-US" altLang="zh-CN" dirty="0"/>
              <a:t>)</a:t>
            </a:r>
            <a:endParaRPr lang="zh-CN" altLang="en-US" dirty="0"/>
          </a:p>
        </p:txBody>
      </p:sp>
      <p:pic>
        <p:nvPicPr>
          <p:cNvPr id="5" name="图片 4">
            <a:extLst>
              <a:ext uri="{FF2B5EF4-FFF2-40B4-BE49-F238E27FC236}">
                <a16:creationId xmlns:a16="http://schemas.microsoft.com/office/drawing/2014/main" id="{8A2EEEF7-FEA9-42B3-8627-B647E9AF4686}"/>
              </a:ext>
            </a:extLst>
          </p:cNvPr>
          <p:cNvPicPr>
            <a:picLocks noChangeAspect="1"/>
          </p:cNvPicPr>
          <p:nvPr/>
        </p:nvPicPr>
        <p:blipFill>
          <a:blip r:embed="rId2"/>
          <a:stretch>
            <a:fillRect/>
          </a:stretch>
        </p:blipFill>
        <p:spPr>
          <a:xfrm>
            <a:off x="74644" y="1955356"/>
            <a:ext cx="4586287" cy="3656110"/>
          </a:xfrm>
          <a:prstGeom prst="rect">
            <a:avLst/>
          </a:prstGeom>
        </p:spPr>
      </p:pic>
      <p:sp>
        <p:nvSpPr>
          <p:cNvPr id="6" name="矩形 5">
            <a:extLst>
              <a:ext uri="{FF2B5EF4-FFF2-40B4-BE49-F238E27FC236}">
                <a16:creationId xmlns:a16="http://schemas.microsoft.com/office/drawing/2014/main" id="{61987CB0-F880-4A6E-A2EE-D5375D0169AE}"/>
              </a:ext>
            </a:extLst>
          </p:cNvPr>
          <p:cNvSpPr/>
          <p:nvPr/>
        </p:nvSpPr>
        <p:spPr>
          <a:xfrm>
            <a:off x="489856" y="5212887"/>
            <a:ext cx="4586287" cy="6158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405BEC9A-E580-4A65-91D9-20A881271FAB}"/>
              </a:ext>
            </a:extLst>
          </p:cNvPr>
          <p:cNvSpPr/>
          <p:nvPr/>
        </p:nvSpPr>
        <p:spPr>
          <a:xfrm>
            <a:off x="5491356" y="4222788"/>
            <a:ext cx="6096000" cy="1815882"/>
          </a:xfrm>
          <a:prstGeom prst="rect">
            <a:avLst/>
          </a:prstGeom>
        </p:spPr>
        <p:txBody>
          <a:bodyPr>
            <a:spAutoFit/>
          </a:bodyPr>
          <a:lstStyle/>
          <a:p>
            <a:r>
              <a:rPr lang="zh-CN" altLang="en-US" sz="1400" dirty="0"/>
              <a:t>曲线 初始时 上扬 </a:t>
            </a:r>
            <a:r>
              <a:rPr lang="en-US" altLang="zh-CN" sz="1400" dirty="0"/>
              <a:t>[</a:t>
            </a:r>
            <a:r>
              <a:rPr lang="zh-CN" altLang="en-US" sz="1400" dirty="0"/>
              <a:t>红线</a:t>
            </a:r>
            <a:r>
              <a:rPr lang="en-US" altLang="zh-CN" sz="1400" dirty="0"/>
              <a:t>]</a:t>
            </a:r>
            <a:r>
              <a:rPr lang="zh-CN" altLang="en-US" sz="1400" dirty="0"/>
              <a:t>：</a:t>
            </a:r>
            <a:endParaRPr lang="en-US" altLang="zh-CN" sz="1400" dirty="0"/>
          </a:p>
          <a:p>
            <a:r>
              <a:rPr lang="en-US" altLang="zh-CN" sz="1400" dirty="0"/>
              <a:t>Solution</a:t>
            </a:r>
            <a:r>
              <a:rPr lang="zh-CN" altLang="en-US" sz="1400" dirty="0"/>
              <a:t>：初始 学习率过大 导致 振荡，应减小学习率，并 从头 开始训练 。曲线 初始时 强势下降 没多久 归于水平 </a:t>
            </a:r>
            <a:r>
              <a:rPr lang="en-US" altLang="zh-CN" sz="1400" dirty="0"/>
              <a:t>[</a:t>
            </a:r>
            <a:r>
              <a:rPr lang="zh-CN" altLang="en-US" sz="1400" dirty="0"/>
              <a:t>紫线</a:t>
            </a:r>
            <a:r>
              <a:rPr lang="en-US" altLang="zh-CN" sz="1400" dirty="0"/>
              <a:t>]</a:t>
            </a:r>
            <a:r>
              <a:rPr lang="zh-CN" altLang="en-US" sz="1400" dirty="0"/>
              <a:t>：</a:t>
            </a:r>
            <a:endParaRPr lang="en-US" altLang="zh-CN" sz="1400" dirty="0"/>
          </a:p>
          <a:p>
            <a:r>
              <a:rPr lang="en-US" altLang="zh-CN" sz="1400" dirty="0"/>
              <a:t>Solution</a:t>
            </a:r>
            <a:r>
              <a:rPr lang="zh-CN" altLang="en-US" sz="1400" dirty="0"/>
              <a:t>：后期 学习率过大 导致 无法拟合，应减小学习率，并 重新训练 后几轮 。</a:t>
            </a:r>
            <a:endParaRPr lang="en-US" altLang="zh-CN" sz="1400" dirty="0"/>
          </a:p>
          <a:p>
            <a:r>
              <a:rPr lang="zh-CN" altLang="en-US" sz="1400" dirty="0"/>
              <a:t>曲线 全程缓慢 </a:t>
            </a:r>
            <a:r>
              <a:rPr lang="en-US" altLang="zh-CN" sz="1400" dirty="0"/>
              <a:t>[</a:t>
            </a:r>
            <a:r>
              <a:rPr lang="zh-CN" altLang="en-US" sz="1400" dirty="0"/>
              <a:t>黄线</a:t>
            </a:r>
            <a:r>
              <a:rPr lang="en-US" altLang="zh-CN" sz="1400" dirty="0"/>
              <a:t>]</a:t>
            </a:r>
            <a:r>
              <a:rPr lang="zh-CN" altLang="en-US" sz="1400" dirty="0"/>
              <a:t>：</a:t>
            </a:r>
            <a:endParaRPr lang="en-US" altLang="zh-CN" sz="1400" dirty="0"/>
          </a:p>
          <a:p>
            <a:r>
              <a:rPr lang="en-US" altLang="zh-CN" sz="1400" dirty="0"/>
              <a:t>Solution</a:t>
            </a:r>
            <a:r>
              <a:rPr lang="zh-CN" altLang="en-US" sz="1400" dirty="0"/>
              <a:t>：初始 学习率过小 导致 收敛慢，应增大学习率，并 从头 开始训练</a:t>
            </a:r>
            <a:r>
              <a:rPr lang="en-US" altLang="zh-CN" sz="1400" dirty="0"/>
              <a:t>.</a:t>
            </a:r>
            <a:endParaRPr lang="zh-CN" altLang="en-US" sz="1400" dirty="0"/>
          </a:p>
        </p:txBody>
      </p:sp>
      <p:pic>
        <p:nvPicPr>
          <p:cNvPr id="12" name="图片 11">
            <a:extLst>
              <a:ext uri="{FF2B5EF4-FFF2-40B4-BE49-F238E27FC236}">
                <a16:creationId xmlns:a16="http://schemas.microsoft.com/office/drawing/2014/main" id="{09C233B6-4B28-4092-8A6C-EEF47F264D56}"/>
              </a:ext>
            </a:extLst>
          </p:cNvPr>
          <p:cNvPicPr>
            <a:picLocks noChangeAspect="1"/>
          </p:cNvPicPr>
          <p:nvPr/>
        </p:nvPicPr>
        <p:blipFill>
          <a:blip r:embed="rId3"/>
          <a:stretch>
            <a:fillRect/>
          </a:stretch>
        </p:blipFill>
        <p:spPr>
          <a:xfrm>
            <a:off x="5491356" y="1418855"/>
            <a:ext cx="5718401" cy="2740578"/>
          </a:xfrm>
          <a:prstGeom prst="rect">
            <a:avLst/>
          </a:prstGeom>
        </p:spPr>
      </p:pic>
      <p:sp>
        <p:nvSpPr>
          <p:cNvPr id="13" name="文本框 12">
            <a:extLst>
              <a:ext uri="{FF2B5EF4-FFF2-40B4-BE49-F238E27FC236}">
                <a16:creationId xmlns:a16="http://schemas.microsoft.com/office/drawing/2014/main" id="{812E99DA-EFAD-4CEA-A64C-1702134DFA7D}"/>
              </a:ext>
            </a:extLst>
          </p:cNvPr>
          <p:cNvSpPr txBox="1"/>
          <p:nvPr/>
        </p:nvSpPr>
        <p:spPr>
          <a:xfrm>
            <a:off x="5491356" y="737118"/>
            <a:ext cx="4762987" cy="369332"/>
          </a:xfrm>
          <a:prstGeom prst="rect">
            <a:avLst/>
          </a:prstGeom>
          <a:noFill/>
        </p:spPr>
        <p:txBody>
          <a:bodyPr wrap="square" rtlCol="0">
            <a:spAutoFit/>
          </a:bodyPr>
          <a:lstStyle/>
          <a:p>
            <a:r>
              <a:rPr lang="zh-CN" altLang="en-US" dirty="0"/>
              <a:t>基本原则</a:t>
            </a:r>
          </a:p>
        </p:txBody>
      </p:sp>
      <p:sp>
        <p:nvSpPr>
          <p:cNvPr id="14" name="文本框 13">
            <a:extLst>
              <a:ext uri="{FF2B5EF4-FFF2-40B4-BE49-F238E27FC236}">
                <a16:creationId xmlns:a16="http://schemas.microsoft.com/office/drawing/2014/main" id="{50136283-762B-4336-A0F7-DE48B47FA7F1}"/>
              </a:ext>
            </a:extLst>
          </p:cNvPr>
          <p:cNvSpPr txBox="1"/>
          <p:nvPr/>
        </p:nvSpPr>
        <p:spPr>
          <a:xfrm>
            <a:off x="261257" y="5318449"/>
            <a:ext cx="4152123" cy="307777"/>
          </a:xfrm>
          <a:prstGeom prst="rect">
            <a:avLst/>
          </a:prstGeom>
          <a:noFill/>
        </p:spPr>
        <p:txBody>
          <a:bodyPr wrap="square" rtlCol="0">
            <a:spAutoFit/>
          </a:bodyPr>
          <a:lstStyle/>
          <a:p>
            <a:r>
              <a:rPr lang="en-US" altLang="zh-CN" sz="1400" dirty="0" err="1"/>
              <a:t>learning_rate</a:t>
            </a:r>
            <a:r>
              <a:rPr lang="en-US" altLang="zh-CN" sz="1400" dirty="0"/>
              <a:t> </a:t>
            </a:r>
            <a:r>
              <a:rPr lang="zh-CN" altLang="en-US" sz="1400" dirty="0"/>
              <a:t>变化曲线</a:t>
            </a:r>
          </a:p>
        </p:txBody>
      </p:sp>
    </p:spTree>
    <p:extLst>
      <p:ext uri="{BB962C8B-B14F-4D97-AF65-F5344CB8AC3E}">
        <p14:creationId xmlns:p14="http://schemas.microsoft.com/office/powerpoint/2010/main" val="738385796"/>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85522" y="51558"/>
            <a:ext cx="1620957" cy="523220"/>
          </a:xfrm>
        </p:spPr>
        <p:txBody>
          <a:bodyPr/>
          <a:lstStyle/>
          <a:p>
            <a:r>
              <a:rPr lang="zh-CN" altLang="en-US" dirty="0"/>
              <a:t>前端开发</a:t>
            </a:r>
          </a:p>
        </p:txBody>
      </p:sp>
      <p:sp>
        <p:nvSpPr>
          <p:cNvPr id="17" name="千图PPT彼岸天：ID 8661124库_任意多边形 36">
            <a:extLst>
              <a:ext uri="{FF2B5EF4-FFF2-40B4-BE49-F238E27FC236}">
                <a16:creationId xmlns:a16="http://schemas.microsoft.com/office/drawing/2014/main" id="{51E8CCC7-65D1-435B-BB6B-84D33705FCA9}"/>
              </a:ext>
            </a:extLst>
          </p:cNvPr>
          <p:cNvSpPr/>
          <p:nvPr>
            <p:custDataLst>
              <p:tags r:id="rId1"/>
            </p:custDataLst>
          </p:nvPr>
        </p:nvSpPr>
        <p:spPr bwMode="auto">
          <a:xfrm>
            <a:off x="4913640" y="3096986"/>
            <a:ext cx="2455980" cy="2576455"/>
          </a:xfrm>
          <a:custGeom>
            <a:avLst/>
            <a:gdLst>
              <a:gd name="T0" fmla="*/ 1111 w 1136"/>
              <a:gd name="T1" fmla="*/ 196 h 1193"/>
              <a:gd name="T2" fmla="*/ 1006 w 1136"/>
              <a:gd name="T3" fmla="*/ 399 h 1193"/>
              <a:gd name="T4" fmla="*/ 843 w 1136"/>
              <a:gd name="T5" fmla="*/ 688 h 1193"/>
              <a:gd name="T6" fmla="*/ 837 w 1136"/>
              <a:gd name="T7" fmla="*/ 760 h 1193"/>
              <a:gd name="T8" fmla="*/ 299 w 1136"/>
              <a:gd name="T9" fmla="*/ 760 h 1193"/>
              <a:gd name="T10" fmla="*/ 293 w 1136"/>
              <a:gd name="T11" fmla="*/ 688 h 1193"/>
              <a:gd name="T12" fmla="*/ 130 w 1136"/>
              <a:gd name="T13" fmla="*/ 399 h 1193"/>
              <a:gd name="T14" fmla="*/ 24 w 1136"/>
              <a:gd name="T15" fmla="*/ 196 h 1193"/>
              <a:gd name="T16" fmla="*/ 0 w 1136"/>
              <a:gd name="T17" fmla="*/ 21 h 1193"/>
              <a:gd name="T18" fmla="*/ 3 w 1136"/>
              <a:gd name="T19" fmla="*/ 55 h 1193"/>
              <a:gd name="T20" fmla="*/ 101 w 1136"/>
              <a:gd name="T21" fmla="*/ 323 h 1193"/>
              <a:gd name="T22" fmla="*/ 314 w 1136"/>
              <a:gd name="T23" fmla="*/ 632 h 1193"/>
              <a:gd name="T24" fmla="*/ 335 w 1136"/>
              <a:gd name="T25" fmla="*/ 710 h 1193"/>
              <a:gd name="T26" fmla="*/ 452 w 1136"/>
              <a:gd name="T27" fmla="*/ 790 h 1193"/>
              <a:gd name="T28" fmla="*/ 445 w 1136"/>
              <a:gd name="T29" fmla="*/ 724 h 1193"/>
              <a:gd name="T30" fmla="*/ 279 w 1136"/>
              <a:gd name="T31" fmla="*/ 456 h 1193"/>
              <a:gd name="T32" fmla="*/ 202 w 1136"/>
              <a:gd name="T33" fmla="*/ 311 h 1193"/>
              <a:gd name="T34" fmla="*/ 179 w 1136"/>
              <a:gd name="T35" fmla="*/ 166 h 1193"/>
              <a:gd name="T36" fmla="*/ 181 w 1136"/>
              <a:gd name="T37" fmla="*/ 166 h 1193"/>
              <a:gd name="T38" fmla="*/ 211 w 1136"/>
              <a:gd name="T39" fmla="*/ 308 h 1193"/>
              <a:gd name="T40" fmla="*/ 294 w 1136"/>
              <a:gd name="T41" fmla="*/ 445 h 1193"/>
              <a:gd name="T42" fmla="*/ 481 w 1136"/>
              <a:gd name="T43" fmla="*/ 715 h 1193"/>
              <a:gd name="T44" fmla="*/ 493 w 1136"/>
              <a:gd name="T45" fmla="*/ 789 h 1193"/>
              <a:gd name="T46" fmla="*/ 486 w 1136"/>
              <a:gd name="T47" fmla="*/ 589 h 1193"/>
              <a:gd name="T48" fmla="*/ 394 w 1136"/>
              <a:gd name="T49" fmla="*/ 410 h 1193"/>
              <a:gd name="T50" fmla="*/ 336 w 1136"/>
              <a:gd name="T51" fmla="*/ 230 h 1193"/>
              <a:gd name="T52" fmla="*/ 328 w 1136"/>
              <a:gd name="T53" fmla="*/ 111 h 1193"/>
              <a:gd name="T54" fmla="*/ 361 w 1136"/>
              <a:gd name="T55" fmla="*/ 290 h 1193"/>
              <a:gd name="T56" fmla="*/ 415 w 1136"/>
              <a:gd name="T57" fmla="*/ 412 h 1193"/>
              <a:gd name="T58" fmla="*/ 573 w 1136"/>
              <a:gd name="T59" fmla="*/ 721 h 1193"/>
              <a:gd name="T60" fmla="*/ 585 w 1136"/>
              <a:gd name="T61" fmla="*/ 692 h 1193"/>
              <a:gd name="T62" fmla="*/ 645 w 1136"/>
              <a:gd name="T63" fmla="*/ 335 h 1193"/>
              <a:gd name="T64" fmla="*/ 671 w 1136"/>
              <a:gd name="T65" fmla="*/ 78 h 1193"/>
              <a:gd name="T66" fmla="*/ 675 w 1136"/>
              <a:gd name="T67" fmla="*/ 117 h 1193"/>
              <a:gd name="T68" fmla="*/ 653 w 1136"/>
              <a:gd name="T69" fmla="*/ 414 h 1193"/>
              <a:gd name="T70" fmla="*/ 619 w 1136"/>
              <a:gd name="T71" fmla="*/ 722 h 1193"/>
              <a:gd name="T72" fmla="*/ 680 w 1136"/>
              <a:gd name="T73" fmla="*/ 770 h 1193"/>
              <a:gd name="T74" fmla="*/ 838 w 1136"/>
              <a:gd name="T75" fmla="*/ 426 h 1193"/>
              <a:gd name="T76" fmla="*/ 886 w 1136"/>
              <a:gd name="T77" fmla="*/ 344 h 1193"/>
              <a:gd name="T78" fmla="*/ 929 w 1136"/>
              <a:gd name="T79" fmla="*/ 238 h 1193"/>
              <a:gd name="T80" fmla="*/ 950 w 1136"/>
              <a:gd name="T81" fmla="*/ 143 h 1193"/>
              <a:gd name="T82" fmla="*/ 958 w 1136"/>
              <a:gd name="T83" fmla="*/ 96 h 1193"/>
              <a:gd name="T84" fmla="*/ 947 w 1136"/>
              <a:gd name="T85" fmla="*/ 200 h 1193"/>
              <a:gd name="T86" fmla="*/ 921 w 1136"/>
              <a:gd name="T87" fmla="*/ 299 h 1193"/>
              <a:gd name="T88" fmla="*/ 879 w 1136"/>
              <a:gd name="T89" fmla="*/ 394 h 1193"/>
              <a:gd name="T90" fmla="*/ 719 w 1136"/>
              <a:gd name="T91" fmla="*/ 784 h 1193"/>
              <a:gd name="T92" fmla="*/ 805 w 1136"/>
              <a:gd name="T93" fmla="*/ 687 h 1193"/>
              <a:gd name="T94" fmla="*/ 894 w 1136"/>
              <a:gd name="T95" fmla="*/ 511 h 1193"/>
              <a:gd name="T96" fmla="*/ 1074 w 1136"/>
              <a:gd name="T97" fmla="*/ 258 h 1193"/>
              <a:gd name="T98" fmla="*/ 1134 w 1136"/>
              <a:gd name="T99" fmla="*/ 36 h 1193"/>
              <a:gd name="T100" fmla="*/ 1135 w 1136"/>
              <a:gd name="T101" fmla="*/ 36 h 1193"/>
              <a:gd name="T102" fmla="*/ 833 w 1136"/>
              <a:gd name="T103" fmla="*/ 887 h 1193"/>
              <a:gd name="T104" fmla="*/ 302 w 1136"/>
              <a:gd name="T105" fmla="*/ 987 h 1193"/>
              <a:gd name="T106" fmla="*/ 568 w 1136"/>
              <a:gd name="T107" fmla="*/ 1101 h 1193"/>
              <a:gd name="T108" fmla="*/ 725 w 1136"/>
              <a:gd name="T109" fmla="*/ 1135 h 1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36" h="1193">
                <a:moveTo>
                  <a:pt x="1135" y="36"/>
                </a:moveTo>
                <a:cubicBezTo>
                  <a:pt x="1135" y="42"/>
                  <a:pt x="1135" y="49"/>
                  <a:pt x="1135" y="56"/>
                </a:cubicBezTo>
                <a:cubicBezTo>
                  <a:pt x="1134" y="63"/>
                  <a:pt x="1134" y="70"/>
                  <a:pt x="1133" y="78"/>
                </a:cubicBezTo>
                <a:cubicBezTo>
                  <a:pt x="1133" y="86"/>
                  <a:pt x="1131" y="95"/>
                  <a:pt x="1130" y="104"/>
                </a:cubicBezTo>
                <a:cubicBezTo>
                  <a:pt x="1129" y="113"/>
                  <a:pt x="1128" y="123"/>
                  <a:pt x="1126" y="133"/>
                </a:cubicBezTo>
                <a:cubicBezTo>
                  <a:pt x="1122" y="152"/>
                  <a:pt x="1118" y="174"/>
                  <a:pt x="1111" y="196"/>
                </a:cubicBezTo>
                <a:cubicBezTo>
                  <a:pt x="1104" y="218"/>
                  <a:pt x="1096" y="241"/>
                  <a:pt x="1086" y="264"/>
                </a:cubicBezTo>
                <a:cubicBezTo>
                  <a:pt x="1075" y="287"/>
                  <a:pt x="1063" y="310"/>
                  <a:pt x="1049" y="332"/>
                </a:cubicBezTo>
                <a:cubicBezTo>
                  <a:pt x="1046" y="338"/>
                  <a:pt x="1042" y="344"/>
                  <a:pt x="1039" y="349"/>
                </a:cubicBezTo>
                <a:cubicBezTo>
                  <a:pt x="1037" y="352"/>
                  <a:pt x="1035" y="355"/>
                  <a:pt x="1033" y="358"/>
                </a:cubicBezTo>
                <a:cubicBezTo>
                  <a:pt x="1028" y="366"/>
                  <a:pt x="1028" y="366"/>
                  <a:pt x="1028" y="366"/>
                </a:cubicBezTo>
                <a:cubicBezTo>
                  <a:pt x="1020" y="377"/>
                  <a:pt x="1013" y="388"/>
                  <a:pt x="1006" y="399"/>
                </a:cubicBezTo>
                <a:cubicBezTo>
                  <a:pt x="976" y="444"/>
                  <a:pt x="944" y="487"/>
                  <a:pt x="917" y="528"/>
                </a:cubicBezTo>
                <a:cubicBezTo>
                  <a:pt x="889" y="569"/>
                  <a:pt x="867" y="608"/>
                  <a:pt x="855" y="644"/>
                </a:cubicBezTo>
                <a:cubicBezTo>
                  <a:pt x="853" y="649"/>
                  <a:pt x="852" y="653"/>
                  <a:pt x="851" y="658"/>
                </a:cubicBezTo>
                <a:cubicBezTo>
                  <a:pt x="849" y="662"/>
                  <a:pt x="848" y="666"/>
                  <a:pt x="847" y="670"/>
                </a:cubicBezTo>
                <a:cubicBezTo>
                  <a:pt x="846" y="674"/>
                  <a:pt x="845" y="678"/>
                  <a:pt x="844" y="682"/>
                </a:cubicBezTo>
                <a:cubicBezTo>
                  <a:pt x="844" y="684"/>
                  <a:pt x="843" y="686"/>
                  <a:pt x="843" y="688"/>
                </a:cubicBezTo>
                <a:cubicBezTo>
                  <a:pt x="842" y="690"/>
                  <a:pt x="842" y="692"/>
                  <a:pt x="842" y="694"/>
                </a:cubicBezTo>
                <a:cubicBezTo>
                  <a:pt x="841" y="702"/>
                  <a:pt x="839" y="709"/>
                  <a:pt x="839" y="715"/>
                </a:cubicBezTo>
                <a:cubicBezTo>
                  <a:pt x="838" y="722"/>
                  <a:pt x="838" y="728"/>
                  <a:pt x="837" y="733"/>
                </a:cubicBezTo>
                <a:cubicBezTo>
                  <a:pt x="837" y="736"/>
                  <a:pt x="837" y="738"/>
                  <a:pt x="837" y="741"/>
                </a:cubicBezTo>
                <a:cubicBezTo>
                  <a:pt x="837" y="743"/>
                  <a:pt x="837" y="746"/>
                  <a:pt x="837" y="748"/>
                </a:cubicBezTo>
                <a:cubicBezTo>
                  <a:pt x="837" y="753"/>
                  <a:pt x="837" y="756"/>
                  <a:pt x="837" y="760"/>
                </a:cubicBezTo>
                <a:cubicBezTo>
                  <a:pt x="837" y="766"/>
                  <a:pt x="837" y="769"/>
                  <a:pt x="837" y="769"/>
                </a:cubicBezTo>
                <a:cubicBezTo>
                  <a:pt x="833" y="787"/>
                  <a:pt x="833" y="787"/>
                  <a:pt x="833" y="787"/>
                </a:cubicBezTo>
                <a:cubicBezTo>
                  <a:pt x="830" y="790"/>
                  <a:pt x="761" y="853"/>
                  <a:pt x="568" y="853"/>
                </a:cubicBezTo>
                <a:cubicBezTo>
                  <a:pt x="374" y="853"/>
                  <a:pt x="305" y="790"/>
                  <a:pt x="302" y="787"/>
                </a:cubicBezTo>
                <a:cubicBezTo>
                  <a:pt x="299" y="769"/>
                  <a:pt x="299" y="769"/>
                  <a:pt x="299" y="769"/>
                </a:cubicBezTo>
                <a:cubicBezTo>
                  <a:pt x="299" y="769"/>
                  <a:pt x="299" y="766"/>
                  <a:pt x="299" y="760"/>
                </a:cubicBezTo>
                <a:cubicBezTo>
                  <a:pt x="299" y="756"/>
                  <a:pt x="299" y="753"/>
                  <a:pt x="299" y="748"/>
                </a:cubicBezTo>
                <a:cubicBezTo>
                  <a:pt x="298" y="746"/>
                  <a:pt x="298" y="743"/>
                  <a:pt x="298" y="741"/>
                </a:cubicBezTo>
                <a:cubicBezTo>
                  <a:pt x="298" y="738"/>
                  <a:pt x="298" y="736"/>
                  <a:pt x="298" y="733"/>
                </a:cubicBezTo>
                <a:cubicBezTo>
                  <a:pt x="298" y="728"/>
                  <a:pt x="297" y="722"/>
                  <a:pt x="297" y="715"/>
                </a:cubicBezTo>
                <a:cubicBezTo>
                  <a:pt x="296" y="709"/>
                  <a:pt x="295" y="702"/>
                  <a:pt x="294" y="694"/>
                </a:cubicBezTo>
                <a:cubicBezTo>
                  <a:pt x="293" y="692"/>
                  <a:pt x="293" y="690"/>
                  <a:pt x="293" y="688"/>
                </a:cubicBezTo>
                <a:cubicBezTo>
                  <a:pt x="292" y="686"/>
                  <a:pt x="292" y="684"/>
                  <a:pt x="291" y="682"/>
                </a:cubicBezTo>
                <a:cubicBezTo>
                  <a:pt x="290" y="678"/>
                  <a:pt x="289" y="674"/>
                  <a:pt x="288" y="670"/>
                </a:cubicBezTo>
                <a:cubicBezTo>
                  <a:pt x="288" y="666"/>
                  <a:pt x="286" y="662"/>
                  <a:pt x="285" y="658"/>
                </a:cubicBezTo>
                <a:cubicBezTo>
                  <a:pt x="283" y="653"/>
                  <a:pt x="282" y="649"/>
                  <a:pt x="281" y="644"/>
                </a:cubicBezTo>
                <a:cubicBezTo>
                  <a:pt x="268" y="608"/>
                  <a:pt x="246" y="569"/>
                  <a:pt x="218" y="528"/>
                </a:cubicBezTo>
                <a:cubicBezTo>
                  <a:pt x="191" y="487"/>
                  <a:pt x="160" y="444"/>
                  <a:pt x="130" y="399"/>
                </a:cubicBezTo>
                <a:cubicBezTo>
                  <a:pt x="122" y="388"/>
                  <a:pt x="115" y="377"/>
                  <a:pt x="108" y="366"/>
                </a:cubicBezTo>
                <a:cubicBezTo>
                  <a:pt x="102" y="358"/>
                  <a:pt x="102" y="358"/>
                  <a:pt x="102" y="358"/>
                </a:cubicBezTo>
                <a:cubicBezTo>
                  <a:pt x="100" y="355"/>
                  <a:pt x="99" y="352"/>
                  <a:pt x="97" y="349"/>
                </a:cubicBezTo>
                <a:cubicBezTo>
                  <a:pt x="93" y="344"/>
                  <a:pt x="90" y="338"/>
                  <a:pt x="86" y="332"/>
                </a:cubicBezTo>
                <a:cubicBezTo>
                  <a:pt x="73" y="310"/>
                  <a:pt x="60" y="287"/>
                  <a:pt x="50" y="264"/>
                </a:cubicBezTo>
                <a:cubicBezTo>
                  <a:pt x="39" y="241"/>
                  <a:pt x="31" y="218"/>
                  <a:pt x="24" y="196"/>
                </a:cubicBezTo>
                <a:cubicBezTo>
                  <a:pt x="17" y="174"/>
                  <a:pt x="13" y="152"/>
                  <a:pt x="9" y="133"/>
                </a:cubicBezTo>
                <a:cubicBezTo>
                  <a:pt x="8" y="123"/>
                  <a:pt x="6" y="113"/>
                  <a:pt x="5" y="104"/>
                </a:cubicBezTo>
                <a:cubicBezTo>
                  <a:pt x="4" y="95"/>
                  <a:pt x="3" y="86"/>
                  <a:pt x="2" y="78"/>
                </a:cubicBezTo>
                <a:cubicBezTo>
                  <a:pt x="2" y="70"/>
                  <a:pt x="1" y="63"/>
                  <a:pt x="1" y="56"/>
                </a:cubicBezTo>
                <a:cubicBezTo>
                  <a:pt x="0" y="49"/>
                  <a:pt x="0" y="42"/>
                  <a:pt x="0" y="36"/>
                </a:cubicBezTo>
                <a:cubicBezTo>
                  <a:pt x="0" y="30"/>
                  <a:pt x="0" y="25"/>
                  <a:pt x="0" y="21"/>
                </a:cubicBezTo>
                <a:cubicBezTo>
                  <a:pt x="0" y="16"/>
                  <a:pt x="0" y="12"/>
                  <a:pt x="0" y="9"/>
                </a:cubicBezTo>
                <a:cubicBezTo>
                  <a:pt x="0" y="3"/>
                  <a:pt x="0" y="0"/>
                  <a:pt x="0" y="0"/>
                </a:cubicBezTo>
                <a:cubicBezTo>
                  <a:pt x="0" y="0"/>
                  <a:pt x="0" y="3"/>
                  <a:pt x="0" y="9"/>
                </a:cubicBezTo>
                <a:cubicBezTo>
                  <a:pt x="1" y="12"/>
                  <a:pt x="1" y="16"/>
                  <a:pt x="1" y="21"/>
                </a:cubicBezTo>
                <a:cubicBezTo>
                  <a:pt x="1" y="25"/>
                  <a:pt x="1" y="30"/>
                  <a:pt x="2" y="36"/>
                </a:cubicBezTo>
                <a:cubicBezTo>
                  <a:pt x="2" y="42"/>
                  <a:pt x="3" y="48"/>
                  <a:pt x="3" y="55"/>
                </a:cubicBezTo>
                <a:cubicBezTo>
                  <a:pt x="4" y="62"/>
                  <a:pt x="5" y="70"/>
                  <a:pt x="6" y="78"/>
                </a:cubicBezTo>
                <a:cubicBezTo>
                  <a:pt x="7" y="86"/>
                  <a:pt x="9" y="94"/>
                  <a:pt x="10" y="103"/>
                </a:cubicBezTo>
                <a:cubicBezTo>
                  <a:pt x="11" y="112"/>
                  <a:pt x="14" y="121"/>
                  <a:pt x="16" y="131"/>
                </a:cubicBezTo>
                <a:cubicBezTo>
                  <a:pt x="20" y="150"/>
                  <a:pt x="26" y="171"/>
                  <a:pt x="33" y="193"/>
                </a:cubicBezTo>
                <a:cubicBezTo>
                  <a:pt x="41" y="214"/>
                  <a:pt x="50" y="236"/>
                  <a:pt x="62" y="258"/>
                </a:cubicBezTo>
                <a:cubicBezTo>
                  <a:pt x="73" y="280"/>
                  <a:pt x="86" y="302"/>
                  <a:pt x="101" y="323"/>
                </a:cubicBezTo>
                <a:cubicBezTo>
                  <a:pt x="104" y="328"/>
                  <a:pt x="108" y="334"/>
                  <a:pt x="112" y="339"/>
                </a:cubicBezTo>
                <a:cubicBezTo>
                  <a:pt x="114" y="342"/>
                  <a:pt x="116" y="345"/>
                  <a:pt x="117" y="347"/>
                </a:cubicBezTo>
                <a:cubicBezTo>
                  <a:pt x="123" y="355"/>
                  <a:pt x="123" y="355"/>
                  <a:pt x="123" y="355"/>
                </a:cubicBezTo>
                <a:cubicBezTo>
                  <a:pt x="131" y="366"/>
                  <a:pt x="139" y="377"/>
                  <a:pt x="147" y="387"/>
                </a:cubicBezTo>
                <a:cubicBezTo>
                  <a:pt x="178" y="430"/>
                  <a:pt x="212" y="471"/>
                  <a:pt x="242" y="511"/>
                </a:cubicBezTo>
                <a:cubicBezTo>
                  <a:pt x="272" y="552"/>
                  <a:pt x="298" y="593"/>
                  <a:pt x="314" y="632"/>
                </a:cubicBezTo>
                <a:cubicBezTo>
                  <a:pt x="315" y="637"/>
                  <a:pt x="317" y="642"/>
                  <a:pt x="319" y="646"/>
                </a:cubicBezTo>
                <a:cubicBezTo>
                  <a:pt x="321" y="651"/>
                  <a:pt x="322" y="656"/>
                  <a:pt x="324" y="660"/>
                </a:cubicBezTo>
                <a:cubicBezTo>
                  <a:pt x="325" y="665"/>
                  <a:pt x="326" y="669"/>
                  <a:pt x="327" y="674"/>
                </a:cubicBezTo>
                <a:cubicBezTo>
                  <a:pt x="328" y="676"/>
                  <a:pt x="329" y="678"/>
                  <a:pt x="329" y="680"/>
                </a:cubicBezTo>
                <a:cubicBezTo>
                  <a:pt x="330" y="682"/>
                  <a:pt x="330" y="684"/>
                  <a:pt x="331" y="687"/>
                </a:cubicBezTo>
                <a:cubicBezTo>
                  <a:pt x="332" y="695"/>
                  <a:pt x="334" y="703"/>
                  <a:pt x="335" y="710"/>
                </a:cubicBezTo>
                <a:cubicBezTo>
                  <a:pt x="336" y="718"/>
                  <a:pt x="337" y="724"/>
                  <a:pt x="338" y="731"/>
                </a:cubicBezTo>
                <a:cubicBezTo>
                  <a:pt x="338" y="734"/>
                  <a:pt x="339" y="737"/>
                  <a:pt x="339" y="739"/>
                </a:cubicBezTo>
                <a:cubicBezTo>
                  <a:pt x="339" y="742"/>
                  <a:pt x="339" y="744"/>
                  <a:pt x="339" y="747"/>
                </a:cubicBezTo>
                <a:cubicBezTo>
                  <a:pt x="339" y="748"/>
                  <a:pt x="339" y="750"/>
                  <a:pt x="339" y="751"/>
                </a:cubicBezTo>
                <a:cubicBezTo>
                  <a:pt x="349" y="758"/>
                  <a:pt x="382" y="779"/>
                  <a:pt x="452" y="792"/>
                </a:cubicBezTo>
                <a:cubicBezTo>
                  <a:pt x="452" y="791"/>
                  <a:pt x="452" y="791"/>
                  <a:pt x="452" y="790"/>
                </a:cubicBezTo>
                <a:cubicBezTo>
                  <a:pt x="452" y="787"/>
                  <a:pt x="452" y="784"/>
                  <a:pt x="452" y="780"/>
                </a:cubicBezTo>
                <a:cubicBezTo>
                  <a:pt x="452" y="778"/>
                  <a:pt x="452" y="776"/>
                  <a:pt x="452" y="774"/>
                </a:cubicBezTo>
                <a:cubicBezTo>
                  <a:pt x="452" y="772"/>
                  <a:pt x="452" y="770"/>
                  <a:pt x="451" y="767"/>
                </a:cubicBezTo>
                <a:cubicBezTo>
                  <a:pt x="451" y="763"/>
                  <a:pt x="451" y="758"/>
                  <a:pt x="450" y="752"/>
                </a:cubicBezTo>
                <a:cubicBezTo>
                  <a:pt x="449" y="747"/>
                  <a:pt x="448" y="741"/>
                  <a:pt x="447" y="734"/>
                </a:cubicBezTo>
                <a:cubicBezTo>
                  <a:pt x="447" y="731"/>
                  <a:pt x="446" y="728"/>
                  <a:pt x="445" y="724"/>
                </a:cubicBezTo>
                <a:cubicBezTo>
                  <a:pt x="444" y="721"/>
                  <a:pt x="444" y="717"/>
                  <a:pt x="443" y="714"/>
                </a:cubicBezTo>
                <a:cubicBezTo>
                  <a:pt x="442" y="710"/>
                  <a:pt x="441" y="707"/>
                  <a:pt x="439" y="703"/>
                </a:cubicBezTo>
                <a:cubicBezTo>
                  <a:pt x="438" y="699"/>
                  <a:pt x="437" y="696"/>
                  <a:pt x="436" y="692"/>
                </a:cubicBezTo>
                <a:cubicBezTo>
                  <a:pt x="424" y="662"/>
                  <a:pt x="404" y="628"/>
                  <a:pt x="379" y="593"/>
                </a:cubicBezTo>
                <a:cubicBezTo>
                  <a:pt x="354" y="559"/>
                  <a:pt x="326" y="522"/>
                  <a:pt x="299" y="485"/>
                </a:cubicBezTo>
                <a:cubicBezTo>
                  <a:pt x="292" y="475"/>
                  <a:pt x="285" y="466"/>
                  <a:pt x="279" y="456"/>
                </a:cubicBezTo>
                <a:cubicBezTo>
                  <a:pt x="274" y="449"/>
                  <a:pt x="274" y="449"/>
                  <a:pt x="274" y="449"/>
                </a:cubicBezTo>
                <a:cubicBezTo>
                  <a:pt x="271" y="446"/>
                  <a:pt x="271" y="446"/>
                  <a:pt x="271" y="446"/>
                </a:cubicBezTo>
                <a:cubicBezTo>
                  <a:pt x="269" y="442"/>
                  <a:pt x="269" y="442"/>
                  <a:pt x="269" y="442"/>
                </a:cubicBezTo>
                <a:cubicBezTo>
                  <a:pt x="266" y="437"/>
                  <a:pt x="263" y="433"/>
                  <a:pt x="259" y="428"/>
                </a:cubicBezTo>
                <a:cubicBezTo>
                  <a:pt x="247" y="408"/>
                  <a:pt x="235" y="389"/>
                  <a:pt x="226" y="369"/>
                </a:cubicBezTo>
                <a:cubicBezTo>
                  <a:pt x="216" y="349"/>
                  <a:pt x="208" y="330"/>
                  <a:pt x="202" y="311"/>
                </a:cubicBezTo>
                <a:cubicBezTo>
                  <a:pt x="196" y="292"/>
                  <a:pt x="191" y="273"/>
                  <a:pt x="188" y="256"/>
                </a:cubicBezTo>
                <a:cubicBezTo>
                  <a:pt x="187" y="248"/>
                  <a:pt x="185" y="240"/>
                  <a:pt x="184" y="232"/>
                </a:cubicBezTo>
                <a:cubicBezTo>
                  <a:pt x="183" y="224"/>
                  <a:pt x="182" y="216"/>
                  <a:pt x="182" y="209"/>
                </a:cubicBezTo>
                <a:cubicBezTo>
                  <a:pt x="181" y="202"/>
                  <a:pt x="181" y="196"/>
                  <a:pt x="180" y="190"/>
                </a:cubicBezTo>
                <a:cubicBezTo>
                  <a:pt x="180" y="184"/>
                  <a:pt x="180" y="178"/>
                  <a:pt x="180" y="173"/>
                </a:cubicBezTo>
                <a:cubicBezTo>
                  <a:pt x="180" y="170"/>
                  <a:pt x="179" y="168"/>
                  <a:pt x="179" y="166"/>
                </a:cubicBezTo>
                <a:cubicBezTo>
                  <a:pt x="179" y="164"/>
                  <a:pt x="179" y="161"/>
                  <a:pt x="179" y="160"/>
                </a:cubicBezTo>
                <a:cubicBezTo>
                  <a:pt x="179" y="156"/>
                  <a:pt x="179" y="152"/>
                  <a:pt x="180" y="150"/>
                </a:cubicBezTo>
                <a:cubicBezTo>
                  <a:pt x="180" y="144"/>
                  <a:pt x="180" y="141"/>
                  <a:pt x="180" y="141"/>
                </a:cubicBezTo>
                <a:cubicBezTo>
                  <a:pt x="180" y="141"/>
                  <a:pt x="180" y="144"/>
                  <a:pt x="180" y="150"/>
                </a:cubicBezTo>
                <a:cubicBezTo>
                  <a:pt x="180" y="152"/>
                  <a:pt x="180" y="156"/>
                  <a:pt x="180" y="159"/>
                </a:cubicBezTo>
                <a:cubicBezTo>
                  <a:pt x="181" y="161"/>
                  <a:pt x="181" y="164"/>
                  <a:pt x="181" y="166"/>
                </a:cubicBezTo>
                <a:cubicBezTo>
                  <a:pt x="181" y="168"/>
                  <a:pt x="181" y="170"/>
                  <a:pt x="181" y="173"/>
                </a:cubicBezTo>
                <a:cubicBezTo>
                  <a:pt x="182" y="178"/>
                  <a:pt x="182" y="183"/>
                  <a:pt x="183" y="189"/>
                </a:cubicBezTo>
                <a:cubicBezTo>
                  <a:pt x="184" y="195"/>
                  <a:pt x="184" y="202"/>
                  <a:pt x="185" y="209"/>
                </a:cubicBezTo>
                <a:cubicBezTo>
                  <a:pt x="186" y="216"/>
                  <a:pt x="188" y="223"/>
                  <a:pt x="189" y="231"/>
                </a:cubicBezTo>
                <a:cubicBezTo>
                  <a:pt x="191" y="239"/>
                  <a:pt x="192" y="247"/>
                  <a:pt x="194" y="255"/>
                </a:cubicBezTo>
                <a:cubicBezTo>
                  <a:pt x="199" y="272"/>
                  <a:pt x="204" y="289"/>
                  <a:pt x="211" y="308"/>
                </a:cubicBezTo>
                <a:cubicBezTo>
                  <a:pt x="218" y="326"/>
                  <a:pt x="227" y="344"/>
                  <a:pt x="238" y="363"/>
                </a:cubicBezTo>
                <a:cubicBezTo>
                  <a:pt x="248" y="382"/>
                  <a:pt x="260" y="400"/>
                  <a:pt x="273" y="418"/>
                </a:cubicBezTo>
                <a:cubicBezTo>
                  <a:pt x="276" y="422"/>
                  <a:pt x="280" y="427"/>
                  <a:pt x="283" y="432"/>
                </a:cubicBezTo>
                <a:cubicBezTo>
                  <a:pt x="286" y="435"/>
                  <a:pt x="286" y="435"/>
                  <a:pt x="286" y="435"/>
                </a:cubicBezTo>
                <a:cubicBezTo>
                  <a:pt x="289" y="438"/>
                  <a:pt x="289" y="438"/>
                  <a:pt x="289" y="438"/>
                </a:cubicBezTo>
                <a:cubicBezTo>
                  <a:pt x="294" y="445"/>
                  <a:pt x="294" y="445"/>
                  <a:pt x="294" y="445"/>
                </a:cubicBezTo>
                <a:cubicBezTo>
                  <a:pt x="301" y="454"/>
                  <a:pt x="308" y="463"/>
                  <a:pt x="315" y="472"/>
                </a:cubicBezTo>
                <a:cubicBezTo>
                  <a:pt x="344" y="508"/>
                  <a:pt x="374" y="542"/>
                  <a:pt x="402" y="576"/>
                </a:cubicBezTo>
                <a:cubicBezTo>
                  <a:pt x="429" y="610"/>
                  <a:pt x="453" y="645"/>
                  <a:pt x="468" y="678"/>
                </a:cubicBezTo>
                <a:cubicBezTo>
                  <a:pt x="470" y="683"/>
                  <a:pt x="472" y="687"/>
                  <a:pt x="473" y="691"/>
                </a:cubicBezTo>
                <a:cubicBezTo>
                  <a:pt x="475" y="695"/>
                  <a:pt x="477" y="699"/>
                  <a:pt x="478" y="703"/>
                </a:cubicBezTo>
                <a:cubicBezTo>
                  <a:pt x="479" y="707"/>
                  <a:pt x="480" y="711"/>
                  <a:pt x="481" y="715"/>
                </a:cubicBezTo>
                <a:cubicBezTo>
                  <a:pt x="482" y="719"/>
                  <a:pt x="484" y="722"/>
                  <a:pt x="484" y="726"/>
                </a:cubicBezTo>
                <a:cubicBezTo>
                  <a:pt x="486" y="733"/>
                  <a:pt x="488" y="740"/>
                  <a:pt x="489" y="747"/>
                </a:cubicBezTo>
                <a:cubicBezTo>
                  <a:pt x="490" y="753"/>
                  <a:pt x="490" y="759"/>
                  <a:pt x="491" y="765"/>
                </a:cubicBezTo>
                <a:cubicBezTo>
                  <a:pt x="492" y="767"/>
                  <a:pt x="492" y="770"/>
                  <a:pt x="492" y="772"/>
                </a:cubicBezTo>
                <a:cubicBezTo>
                  <a:pt x="492" y="775"/>
                  <a:pt x="492" y="777"/>
                  <a:pt x="493" y="779"/>
                </a:cubicBezTo>
                <a:cubicBezTo>
                  <a:pt x="493" y="783"/>
                  <a:pt x="493" y="786"/>
                  <a:pt x="493" y="789"/>
                </a:cubicBezTo>
                <a:cubicBezTo>
                  <a:pt x="494" y="794"/>
                  <a:pt x="494" y="797"/>
                  <a:pt x="494" y="797"/>
                </a:cubicBezTo>
                <a:cubicBezTo>
                  <a:pt x="489" y="797"/>
                  <a:pt x="489" y="797"/>
                  <a:pt x="489" y="797"/>
                </a:cubicBezTo>
                <a:cubicBezTo>
                  <a:pt x="506" y="799"/>
                  <a:pt x="524" y="800"/>
                  <a:pt x="544" y="801"/>
                </a:cubicBezTo>
                <a:cubicBezTo>
                  <a:pt x="544" y="797"/>
                  <a:pt x="544" y="793"/>
                  <a:pt x="544" y="789"/>
                </a:cubicBezTo>
                <a:cubicBezTo>
                  <a:pt x="543" y="768"/>
                  <a:pt x="540" y="738"/>
                  <a:pt x="532" y="704"/>
                </a:cubicBezTo>
                <a:cubicBezTo>
                  <a:pt x="524" y="669"/>
                  <a:pt x="507" y="631"/>
                  <a:pt x="486" y="589"/>
                </a:cubicBezTo>
                <a:cubicBezTo>
                  <a:pt x="465" y="548"/>
                  <a:pt x="441" y="505"/>
                  <a:pt x="419" y="460"/>
                </a:cubicBezTo>
                <a:cubicBezTo>
                  <a:pt x="413" y="449"/>
                  <a:pt x="407" y="438"/>
                  <a:pt x="402" y="427"/>
                </a:cubicBezTo>
                <a:cubicBezTo>
                  <a:pt x="400" y="423"/>
                  <a:pt x="400" y="423"/>
                  <a:pt x="400" y="423"/>
                </a:cubicBezTo>
                <a:cubicBezTo>
                  <a:pt x="399" y="421"/>
                  <a:pt x="399" y="421"/>
                  <a:pt x="399" y="421"/>
                </a:cubicBezTo>
                <a:cubicBezTo>
                  <a:pt x="398" y="419"/>
                  <a:pt x="398" y="419"/>
                  <a:pt x="398" y="419"/>
                </a:cubicBezTo>
                <a:cubicBezTo>
                  <a:pt x="394" y="410"/>
                  <a:pt x="394" y="410"/>
                  <a:pt x="394" y="410"/>
                </a:cubicBezTo>
                <a:cubicBezTo>
                  <a:pt x="391" y="405"/>
                  <a:pt x="389" y="399"/>
                  <a:pt x="386" y="394"/>
                </a:cubicBezTo>
                <a:cubicBezTo>
                  <a:pt x="376" y="371"/>
                  <a:pt x="367" y="348"/>
                  <a:pt x="360" y="326"/>
                </a:cubicBezTo>
                <a:cubicBezTo>
                  <a:pt x="358" y="320"/>
                  <a:pt x="356" y="315"/>
                  <a:pt x="354" y="309"/>
                </a:cubicBezTo>
                <a:cubicBezTo>
                  <a:pt x="353" y="304"/>
                  <a:pt x="351" y="298"/>
                  <a:pt x="350" y="293"/>
                </a:cubicBezTo>
                <a:cubicBezTo>
                  <a:pt x="347" y="282"/>
                  <a:pt x="343" y="271"/>
                  <a:pt x="342" y="261"/>
                </a:cubicBezTo>
                <a:cubicBezTo>
                  <a:pt x="340" y="250"/>
                  <a:pt x="338" y="240"/>
                  <a:pt x="336" y="230"/>
                </a:cubicBezTo>
                <a:cubicBezTo>
                  <a:pt x="334" y="220"/>
                  <a:pt x="333" y="210"/>
                  <a:pt x="332" y="201"/>
                </a:cubicBezTo>
                <a:cubicBezTo>
                  <a:pt x="329" y="183"/>
                  <a:pt x="328" y="166"/>
                  <a:pt x="327" y="150"/>
                </a:cubicBezTo>
                <a:cubicBezTo>
                  <a:pt x="327" y="143"/>
                  <a:pt x="326" y="136"/>
                  <a:pt x="326" y="129"/>
                </a:cubicBezTo>
                <a:cubicBezTo>
                  <a:pt x="326" y="123"/>
                  <a:pt x="326" y="117"/>
                  <a:pt x="326" y="111"/>
                </a:cubicBezTo>
                <a:cubicBezTo>
                  <a:pt x="326" y="90"/>
                  <a:pt x="326" y="77"/>
                  <a:pt x="326" y="77"/>
                </a:cubicBezTo>
                <a:cubicBezTo>
                  <a:pt x="326" y="77"/>
                  <a:pt x="327" y="89"/>
                  <a:pt x="328" y="111"/>
                </a:cubicBezTo>
                <a:cubicBezTo>
                  <a:pt x="328" y="117"/>
                  <a:pt x="329" y="123"/>
                  <a:pt x="329" y="129"/>
                </a:cubicBezTo>
                <a:cubicBezTo>
                  <a:pt x="329" y="136"/>
                  <a:pt x="331" y="143"/>
                  <a:pt x="331" y="150"/>
                </a:cubicBezTo>
                <a:cubicBezTo>
                  <a:pt x="333" y="165"/>
                  <a:pt x="335" y="182"/>
                  <a:pt x="338" y="200"/>
                </a:cubicBezTo>
                <a:cubicBezTo>
                  <a:pt x="340" y="209"/>
                  <a:pt x="342" y="219"/>
                  <a:pt x="344" y="229"/>
                </a:cubicBezTo>
                <a:cubicBezTo>
                  <a:pt x="346" y="238"/>
                  <a:pt x="349" y="248"/>
                  <a:pt x="351" y="258"/>
                </a:cubicBezTo>
                <a:cubicBezTo>
                  <a:pt x="353" y="269"/>
                  <a:pt x="357" y="279"/>
                  <a:pt x="361" y="290"/>
                </a:cubicBezTo>
                <a:cubicBezTo>
                  <a:pt x="362" y="295"/>
                  <a:pt x="364" y="300"/>
                  <a:pt x="366" y="306"/>
                </a:cubicBezTo>
                <a:cubicBezTo>
                  <a:pt x="368" y="311"/>
                  <a:pt x="370" y="316"/>
                  <a:pt x="372" y="322"/>
                </a:cubicBezTo>
                <a:cubicBezTo>
                  <a:pt x="380" y="343"/>
                  <a:pt x="390" y="364"/>
                  <a:pt x="401" y="386"/>
                </a:cubicBezTo>
                <a:cubicBezTo>
                  <a:pt x="404" y="391"/>
                  <a:pt x="407" y="397"/>
                  <a:pt x="410" y="402"/>
                </a:cubicBezTo>
                <a:cubicBezTo>
                  <a:pt x="414" y="410"/>
                  <a:pt x="414" y="410"/>
                  <a:pt x="414" y="410"/>
                </a:cubicBezTo>
                <a:cubicBezTo>
                  <a:pt x="415" y="412"/>
                  <a:pt x="415" y="412"/>
                  <a:pt x="415" y="412"/>
                </a:cubicBezTo>
                <a:cubicBezTo>
                  <a:pt x="416" y="414"/>
                  <a:pt x="416" y="414"/>
                  <a:pt x="416" y="414"/>
                </a:cubicBezTo>
                <a:cubicBezTo>
                  <a:pt x="419" y="418"/>
                  <a:pt x="419" y="418"/>
                  <a:pt x="419" y="418"/>
                </a:cubicBezTo>
                <a:cubicBezTo>
                  <a:pt x="425" y="429"/>
                  <a:pt x="431" y="440"/>
                  <a:pt x="437" y="450"/>
                </a:cubicBezTo>
                <a:cubicBezTo>
                  <a:pt x="462" y="493"/>
                  <a:pt x="488" y="535"/>
                  <a:pt x="511" y="576"/>
                </a:cubicBezTo>
                <a:cubicBezTo>
                  <a:pt x="535" y="617"/>
                  <a:pt x="555" y="657"/>
                  <a:pt x="566" y="694"/>
                </a:cubicBezTo>
                <a:cubicBezTo>
                  <a:pt x="568" y="704"/>
                  <a:pt x="571" y="713"/>
                  <a:pt x="573" y="721"/>
                </a:cubicBezTo>
                <a:cubicBezTo>
                  <a:pt x="575" y="730"/>
                  <a:pt x="577" y="738"/>
                  <a:pt x="578" y="746"/>
                </a:cubicBezTo>
                <a:cubicBezTo>
                  <a:pt x="579" y="750"/>
                  <a:pt x="579" y="754"/>
                  <a:pt x="580" y="758"/>
                </a:cubicBezTo>
                <a:cubicBezTo>
                  <a:pt x="580" y="754"/>
                  <a:pt x="581" y="750"/>
                  <a:pt x="581" y="745"/>
                </a:cubicBezTo>
                <a:cubicBezTo>
                  <a:pt x="582" y="737"/>
                  <a:pt x="582" y="729"/>
                  <a:pt x="583" y="720"/>
                </a:cubicBezTo>
                <a:cubicBezTo>
                  <a:pt x="583" y="715"/>
                  <a:pt x="584" y="711"/>
                  <a:pt x="584" y="706"/>
                </a:cubicBezTo>
                <a:cubicBezTo>
                  <a:pt x="584" y="701"/>
                  <a:pt x="585" y="697"/>
                  <a:pt x="585" y="692"/>
                </a:cubicBezTo>
                <a:cubicBezTo>
                  <a:pt x="587" y="682"/>
                  <a:pt x="588" y="672"/>
                  <a:pt x="589" y="661"/>
                </a:cubicBezTo>
                <a:cubicBezTo>
                  <a:pt x="590" y="651"/>
                  <a:pt x="592" y="640"/>
                  <a:pt x="593" y="629"/>
                </a:cubicBezTo>
                <a:cubicBezTo>
                  <a:pt x="596" y="607"/>
                  <a:pt x="601" y="584"/>
                  <a:pt x="605" y="560"/>
                </a:cubicBezTo>
                <a:cubicBezTo>
                  <a:pt x="613" y="512"/>
                  <a:pt x="623" y="462"/>
                  <a:pt x="632" y="411"/>
                </a:cubicBezTo>
                <a:cubicBezTo>
                  <a:pt x="635" y="398"/>
                  <a:pt x="637" y="386"/>
                  <a:pt x="639" y="373"/>
                </a:cubicBezTo>
                <a:cubicBezTo>
                  <a:pt x="641" y="361"/>
                  <a:pt x="643" y="348"/>
                  <a:pt x="645" y="335"/>
                </a:cubicBezTo>
                <a:cubicBezTo>
                  <a:pt x="647" y="323"/>
                  <a:pt x="649" y="311"/>
                  <a:pt x="651" y="298"/>
                </a:cubicBezTo>
                <a:cubicBezTo>
                  <a:pt x="653" y="286"/>
                  <a:pt x="654" y="274"/>
                  <a:pt x="656" y="262"/>
                </a:cubicBezTo>
                <a:cubicBezTo>
                  <a:pt x="662" y="214"/>
                  <a:pt x="665" y="169"/>
                  <a:pt x="668" y="131"/>
                </a:cubicBezTo>
                <a:cubicBezTo>
                  <a:pt x="669" y="126"/>
                  <a:pt x="669" y="121"/>
                  <a:pt x="669" y="117"/>
                </a:cubicBezTo>
                <a:cubicBezTo>
                  <a:pt x="670" y="112"/>
                  <a:pt x="670" y="108"/>
                  <a:pt x="670" y="103"/>
                </a:cubicBezTo>
                <a:cubicBezTo>
                  <a:pt x="670" y="94"/>
                  <a:pt x="671" y="86"/>
                  <a:pt x="671" y="78"/>
                </a:cubicBezTo>
                <a:cubicBezTo>
                  <a:pt x="672" y="63"/>
                  <a:pt x="672" y="49"/>
                  <a:pt x="673" y="38"/>
                </a:cubicBezTo>
                <a:cubicBezTo>
                  <a:pt x="674" y="15"/>
                  <a:pt x="674" y="2"/>
                  <a:pt x="674" y="2"/>
                </a:cubicBezTo>
                <a:cubicBezTo>
                  <a:pt x="674" y="2"/>
                  <a:pt x="674" y="15"/>
                  <a:pt x="674" y="38"/>
                </a:cubicBezTo>
                <a:cubicBezTo>
                  <a:pt x="675" y="49"/>
                  <a:pt x="675" y="63"/>
                  <a:pt x="675" y="78"/>
                </a:cubicBezTo>
                <a:cubicBezTo>
                  <a:pt x="675" y="86"/>
                  <a:pt x="675" y="95"/>
                  <a:pt x="675" y="103"/>
                </a:cubicBezTo>
                <a:cubicBezTo>
                  <a:pt x="675" y="108"/>
                  <a:pt x="675" y="112"/>
                  <a:pt x="675" y="117"/>
                </a:cubicBezTo>
                <a:cubicBezTo>
                  <a:pt x="675" y="122"/>
                  <a:pt x="675" y="126"/>
                  <a:pt x="675" y="131"/>
                </a:cubicBezTo>
                <a:cubicBezTo>
                  <a:pt x="673" y="170"/>
                  <a:pt x="673" y="215"/>
                  <a:pt x="669" y="263"/>
                </a:cubicBezTo>
                <a:cubicBezTo>
                  <a:pt x="668" y="275"/>
                  <a:pt x="667" y="288"/>
                  <a:pt x="666" y="300"/>
                </a:cubicBezTo>
                <a:cubicBezTo>
                  <a:pt x="665" y="313"/>
                  <a:pt x="664" y="325"/>
                  <a:pt x="662" y="338"/>
                </a:cubicBezTo>
                <a:cubicBezTo>
                  <a:pt x="661" y="350"/>
                  <a:pt x="659" y="363"/>
                  <a:pt x="658" y="376"/>
                </a:cubicBezTo>
                <a:cubicBezTo>
                  <a:pt x="656" y="389"/>
                  <a:pt x="655" y="401"/>
                  <a:pt x="653" y="414"/>
                </a:cubicBezTo>
                <a:cubicBezTo>
                  <a:pt x="646" y="466"/>
                  <a:pt x="639" y="517"/>
                  <a:pt x="633" y="564"/>
                </a:cubicBezTo>
                <a:cubicBezTo>
                  <a:pt x="630" y="588"/>
                  <a:pt x="627" y="611"/>
                  <a:pt x="625" y="633"/>
                </a:cubicBezTo>
                <a:cubicBezTo>
                  <a:pt x="624" y="644"/>
                  <a:pt x="623" y="655"/>
                  <a:pt x="622" y="665"/>
                </a:cubicBezTo>
                <a:cubicBezTo>
                  <a:pt x="622" y="675"/>
                  <a:pt x="621" y="685"/>
                  <a:pt x="621" y="695"/>
                </a:cubicBezTo>
                <a:cubicBezTo>
                  <a:pt x="620" y="699"/>
                  <a:pt x="620" y="704"/>
                  <a:pt x="620" y="708"/>
                </a:cubicBezTo>
                <a:cubicBezTo>
                  <a:pt x="620" y="713"/>
                  <a:pt x="620" y="717"/>
                  <a:pt x="619" y="722"/>
                </a:cubicBezTo>
                <a:cubicBezTo>
                  <a:pt x="619" y="730"/>
                  <a:pt x="619" y="739"/>
                  <a:pt x="619" y="746"/>
                </a:cubicBezTo>
                <a:cubicBezTo>
                  <a:pt x="618" y="762"/>
                  <a:pt x="619" y="776"/>
                  <a:pt x="619" y="787"/>
                </a:cubicBezTo>
                <a:cubicBezTo>
                  <a:pt x="619" y="791"/>
                  <a:pt x="619" y="796"/>
                  <a:pt x="619" y="799"/>
                </a:cubicBezTo>
                <a:cubicBezTo>
                  <a:pt x="641" y="798"/>
                  <a:pt x="661" y="796"/>
                  <a:pt x="678" y="793"/>
                </a:cubicBezTo>
                <a:cubicBezTo>
                  <a:pt x="678" y="791"/>
                  <a:pt x="678" y="788"/>
                  <a:pt x="678" y="786"/>
                </a:cubicBezTo>
                <a:cubicBezTo>
                  <a:pt x="679" y="781"/>
                  <a:pt x="679" y="776"/>
                  <a:pt x="680" y="770"/>
                </a:cubicBezTo>
                <a:cubicBezTo>
                  <a:pt x="680" y="764"/>
                  <a:pt x="681" y="758"/>
                  <a:pt x="682" y="751"/>
                </a:cubicBezTo>
                <a:cubicBezTo>
                  <a:pt x="682" y="744"/>
                  <a:pt x="684" y="736"/>
                  <a:pt x="685" y="728"/>
                </a:cubicBezTo>
                <a:cubicBezTo>
                  <a:pt x="686" y="720"/>
                  <a:pt x="689" y="712"/>
                  <a:pt x="691" y="703"/>
                </a:cubicBezTo>
                <a:cubicBezTo>
                  <a:pt x="693" y="694"/>
                  <a:pt x="696" y="684"/>
                  <a:pt x="699" y="675"/>
                </a:cubicBezTo>
                <a:cubicBezTo>
                  <a:pt x="711" y="636"/>
                  <a:pt x="733" y="595"/>
                  <a:pt x="758" y="554"/>
                </a:cubicBezTo>
                <a:cubicBezTo>
                  <a:pt x="783" y="512"/>
                  <a:pt x="811" y="470"/>
                  <a:pt x="838" y="426"/>
                </a:cubicBezTo>
                <a:cubicBezTo>
                  <a:pt x="845" y="415"/>
                  <a:pt x="851" y="404"/>
                  <a:pt x="858" y="393"/>
                </a:cubicBezTo>
                <a:cubicBezTo>
                  <a:pt x="860" y="391"/>
                  <a:pt x="861" y="388"/>
                  <a:pt x="863" y="385"/>
                </a:cubicBezTo>
                <a:cubicBezTo>
                  <a:pt x="868" y="377"/>
                  <a:pt x="868" y="377"/>
                  <a:pt x="868" y="377"/>
                </a:cubicBezTo>
                <a:cubicBezTo>
                  <a:pt x="871" y="371"/>
                  <a:pt x="874" y="366"/>
                  <a:pt x="877" y="360"/>
                </a:cubicBezTo>
                <a:cubicBezTo>
                  <a:pt x="881" y="352"/>
                  <a:pt x="881" y="352"/>
                  <a:pt x="881" y="352"/>
                </a:cubicBezTo>
                <a:cubicBezTo>
                  <a:pt x="886" y="344"/>
                  <a:pt x="886" y="344"/>
                  <a:pt x="886" y="344"/>
                </a:cubicBezTo>
                <a:cubicBezTo>
                  <a:pt x="888" y="338"/>
                  <a:pt x="891" y="333"/>
                  <a:pt x="894" y="327"/>
                </a:cubicBezTo>
                <a:cubicBezTo>
                  <a:pt x="900" y="317"/>
                  <a:pt x="904" y="305"/>
                  <a:pt x="909" y="294"/>
                </a:cubicBezTo>
                <a:cubicBezTo>
                  <a:pt x="911" y="289"/>
                  <a:pt x="913" y="284"/>
                  <a:pt x="915" y="278"/>
                </a:cubicBezTo>
                <a:cubicBezTo>
                  <a:pt x="917" y="273"/>
                  <a:pt x="919" y="267"/>
                  <a:pt x="921" y="262"/>
                </a:cubicBezTo>
                <a:cubicBezTo>
                  <a:pt x="923" y="256"/>
                  <a:pt x="925" y="251"/>
                  <a:pt x="927" y="246"/>
                </a:cubicBezTo>
                <a:cubicBezTo>
                  <a:pt x="927" y="243"/>
                  <a:pt x="929" y="240"/>
                  <a:pt x="929" y="238"/>
                </a:cubicBezTo>
                <a:cubicBezTo>
                  <a:pt x="930" y="235"/>
                  <a:pt x="931" y="232"/>
                  <a:pt x="931" y="230"/>
                </a:cubicBezTo>
                <a:cubicBezTo>
                  <a:pt x="934" y="219"/>
                  <a:pt x="937" y="209"/>
                  <a:pt x="940" y="199"/>
                </a:cubicBezTo>
                <a:cubicBezTo>
                  <a:pt x="942" y="189"/>
                  <a:pt x="943" y="179"/>
                  <a:pt x="945" y="170"/>
                </a:cubicBezTo>
                <a:cubicBezTo>
                  <a:pt x="946" y="165"/>
                  <a:pt x="947" y="160"/>
                  <a:pt x="948" y="156"/>
                </a:cubicBezTo>
                <a:cubicBezTo>
                  <a:pt x="948" y="154"/>
                  <a:pt x="949" y="151"/>
                  <a:pt x="949" y="149"/>
                </a:cubicBezTo>
                <a:cubicBezTo>
                  <a:pt x="949" y="147"/>
                  <a:pt x="950" y="145"/>
                  <a:pt x="950" y="143"/>
                </a:cubicBezTo>
                <a:cubicBezTo>
                  <a:pt x="951" y="134"/>
                  <a:pt x="952" y="126"/>
                  <a:pt x="953" y="118"/>
                </a:cubicBezTo>
                <a:cubicBezTo>
                  <a:pt x="954" y="110"/>
                  <a:pt x="955" y="103"/>
                  <a:pt x="955" y="96"/>
                </a:cubicBezTo>
                <a:cubicBezTo>
                  <a:pt x="956" y="89"/>
                  <a:pt x="956" y="83"/>
                  <a:pt x="956" y="78"/>
                </a:cubicBezTo>
                <a:cubicBezTo>
                  <a:pt x="958" y="55"/>
                  <a:pt x="958" y="42"/>
                  <a:pt x="958" y="42"/>
                </a:cubicBezTo>
                <a:cubicBezTo>
                  <a:pt x="958" y="42"/>
                  <a:pt x="958" y="55"/>
                  <a:pt x="958" y="78"/>
                </a:cubicBezTo>
                <a:cubicBezTo>
                  <a:pt x="958" y="83"/>
                  <a:pt x="958" y="90"/>
                  <a:pt x="958" y="96"/>
                </a:cubicBezTo>
                <a:cubicBezTo>
                  <a:pt x="958" y="103"/>
                  <a:pt x="957" y="110"/>
                  <a:pt x="957" y="118"/>
                </a:cubicBezTo>
                <a:cubicBezTo>
                  <a:pt x="956" y="126"/>
                  <a:pt x="956" y="134"/>
                  <a:pt x="955" y="143"/>
                </a:cubicBezTo>
                <a:cubicBezTo>
                  <a:pt x="955" y="145"/>
                  <a:pt x="955" y="148"/>
                  <a:pt x="955" y="150"/>
                </a:cubicBezTo>
                <a:cubicBezTo>
                  <a:pt x="954" y="152"/>
                  <a:pt x="954" y="154"/>
                  <a:pt x="954" y="157"/>
                </a:cubicBezTo>
                <a:cubicBezTo>
                  <a:pt x="953" y="161"/>
                  <a:pt x="952" y="166"/>
                  <a:pt x="952" y="171"/>
                </a:cubicBezTo>
                <a:cubicBezTo>
                  <a:pt x="950" y="180"/>
                  <a:pt x="949" y="190"/>
                  <a:pt x="947" y="200"/>
                </a:cubicBezTo>
                <a:cubicBezTo>
                  <a:pt x="945" y="211"/>
                  <a:pt x="943" y="221"/>
                  <a:pt x="941" y="232"/>
                </a:cubicBezTo>
                <a:cubicBezTo>
                  <a:pt x="940" y="235"/>
                  <a:pt x="940" y="238"/>
                  <a:pt x="939" y="240"/>
                </a:cubicBezTo>
                <a:cubicBezTo>
                  <a:pt x="938" y="243"/>
                  <a:pt x="937" y="246"/>
                  <a:pt x="937" y="249"/>
                </a:cubicBezTo>
                <a:cubicBezTo>
                  <a:pt x="935" y="254"/>
                  <a:pt x="934" y="260"/>
                  <a:pt x="932" y="265"/>
                </a:cubicBezTo>
                <a:cubicBezTo>
                  <a:pt x="930" y="271"/>
                  <a:pt x="929" y="276"/>
                  <a:pt x="927" y="282"/>
                </a:cubicBezTo>
                <a:cubicBezTo>
                  <a:pt x="925" y="288"/>
                  <a:pt x="923" y="293"/>
                  <a:pt x="921" y="299"/>
                </a:cubicBezTo>
                <a:cubicBezTo>
                  <a:pt x="917" y="311"/>
                  <a:pt x="913" y="322"/>
                  <a:pt x="907" y="334"/>
                </a:cubicBezTo>
                <a:cubicBezTo>
                  <a:pt x="905" y="339"/>
                  <a:pt x="902" y="345"/>
                  <a:pt x="900" y="351"/>
                </a:cubicBezTo>
                <a:cubicBezTo>
                  <a:pt x="896" y="360"/>
                  <a:pt x="896" y="360"/>
                  <a:pt x="896" y="360"/>
                </a:cubicBezTo>
                <a:cubicBezTo>
                  <a:pt x="892" y="368"/>
                  <a:pt x="892" y="368"/>
                  <a:pt x="892" y="368"/>
                </a:cubicBezTo>
                <a:cubicBezTo>
                  <a:pt x="889" y="374"/>
                  <a:pt x="886" y="380"/>
                  <a:pt x="883" y="385"/>
                </a:cubicBezTo>
                <a:cubicBezTo>
                  <a:pt x="879" y="394"/>
                  <a:pt x="879" y="394"/>
                  <a:pt x="879" y="394"/>
                </a:cubicBezTo>
                <a:cubicBezTo>
                  <a:pt x="877" y="397"/>
                  <a:pt x="876" y="400"/>
                  <a:pt x="875" y="403"/>
                </a:cubicBezTo>
                <a:cubicBezTo>
                  <a:pt x="868" y="414"/>
                  <a:pt x="862" y="425"/>
                  <a:pt x="856" y="436"/>
                </a:cubicBezTo>
                <a:cubicBezTo>
                  <a:pt x="832" y="482"/>
                  <a:pt x="805" y="526"/>
                  <a:pt x="783" y="568"/>
                </a:cubicBezTo>
                <a:cubicBezTo>
                  <a:pt x="760" y="610"/>
                  <a:pt x="742" y="649"/>
                  <a:pt x="733" y="685"/>
                </a:cubicBezTo>
                <a:cubicBezTo>
                  <a:pt x="723" y="720"/>
                  <a:pt x="720" y="751"/>
                  <a:pt x="719" y="772"/>
                </a:cubicBezTo>
                <a:cubicBezTo>
                  <a:pt x="719" y="776"/>
                  <a:pt x="719" y="780"/>
                  <a:pt x="719" y="784"/>
                </a:cubicBezTo>
                <a:cubicBezTo>
                  <a:pt x="765" y="772"/>
                  <a:pt x="789" y="757"/>
                  <a:pt x="796" y="751"/>
                </a:cubicBezTo>
                <a:cubicBezTo>
                  <a:pt x="796" y="750"/>
                  <a:pt x="796" y="748"/>
                  <a:pt x="796" y="747"/>
                </a:cubicBezTo>
                <a:cubicBezTo>
                  <a:pt x="796" y="744"/>
                  <a:pt x="796" y="742"/>
                  <a:pt x="797" y="739"/>
                </a:cubicBezTo>
                <a:cubicBezTo>
                  <a:pt x="797" y="737"/>
                  <a:pt x="797" y="734"/>
                  <a:pt x="798" y="731"/>
                </a:cubicBezTo>
                <a:cubicBezTo>
                  <a:pt x="798" y="724"/>
                  <a:pt x="799" y="718"/>
                  <a:pt x="800" y="710"/>
                </a:cubicBezTo>
                <a:cubicBezTo>
                  <a:pt x="801" y="703"/>
                  <a:pt x="803" y="695"/>
                  <a:pt x="805" y="687"/>
                </a:cubicBezTo>
                <a:cubicBezTo>
                  <a:pt x="805" y="684"/>
                  <a:pt x="806" y="682"/>
                  <a:pt x="806" y="680"/>
                </a:cubicBezTo>
                <a:cubicBezTo>
                  <a:pt x="807" y="678"/>
                  <a:pt x="807" y="676"/>
                  <a:pt x="808" y="674"/>
                </a:cubicBezTo>
                <a:cubicBezTo>
                  <a:pt x="809" y="669"/>
                  <a:pt x="810" y="665"/>
                  <a:pt x="812" y="660"/>
                </a:cubicBezTo>
                <a:cubicBezTo>
                  <a:pt x="813" y="656"/>
                  <a:pt x="815" y="651"/>
                  <a:pt x="816" y="646"/>
                </a:cubicBezTo>
                <a:cubicBezTo>
                  <a:pt x="818" y="642"/>
                  <a:pt x="820" y="637"/>
                  <a:pt x="822" y="632"/>
                </a:cubicBezTo>
                <a:cubicBezTo>
                  <a:pt x="838" y="593"/>
                  <a:pt x="864" y="552"/>
                  <a:pt x="894" y="511"/>
                </a:cubicBezTo>
                <a:cubicBezTo>
                  <a:pt x="924" y="471"/>
                  <a:pt x="957" y="430"/>
                  <a:pt x="989" y="387"/>
                </a:cubicBezTo>
                <a:cubicBezTo>
                  <a:pt x="997" y="377"/>
                  <a:pt x="1004" y="366"/>
                  <a:pt x="1012" y="355"/>
                </a:cubicBezTo>
                <a:cubicBezTo>
                  <a:pt x="1018" y="347"/>
                  <a:pt x="1018" y="347"/>
                  <a:pt x="1018" y="347"/>
                </a:cubicBezTo>
                <a:cubicBezTo>
                  <a:pt x="1020" y="345"/>
                  <a:pt x="1022" y="342"/>
                  <a:pt x="1024" y="339"/>
                </a:cubicBezTo>
                <a:cubicBezTo>
                  <a:pt x="1027" y="334"/>
                  <a:pt x="1031" y="328"/>
                  <a:pt x="1035" y="323"/>
                </a:cubicBezTo>
                <a:cubicBezTo>
                  <a:pt x="1049" y="302"/>
                  <a:pt x="1062" y="280"/>
                  <a:pt x="1074" y="258"/>
                </a:cubicBezTo>
                <a:cubicBezTo>
                  <a:pt x="1085" y="236"/>
                  <a:pt x="1094" y="214"/>
                  <a:pt x="1102" y="193"/>
                </a:cubicBezTo>
                <a:cubicBezTo>
                  <a:pt x="1110" y="171"/>
                  <a:pt x="1115" y="150"/>
                  <a:pt x="1120" y="131"/>
                </a:cubicBezTo>
                <a:cubicBezTo>
                  <a:pt x="1122" y="121"/>
                  <a:pt x="1124" y="112"/>
                  <a:pt x="1125" y="103"/>
                </a:cubicBezTo>
                <a:cubicBezTo>
                  <a:pt x="1127" y="94"/>
                  <a:pt x="1128" y="86"/>
                  <a:pt x="1129" y="78"/>
                </a:cubicBezTo>
                <a:cubicBezTo>
                  <a:pt x="1130" y="70"/>
                  <a:pt x="1131" y="62"/>
                  <a:pt x="1132" y="55"/>
                </a:cubicBezTo>
                <a:cubicBezTo>
                  <a:pt x="1133" y="48"/>
                  <a:pt x="1133" y="42"/>
                  <a:pt x="1134" y="36"/>
                </a:cubicBezTo>
                <a:cubicBezTo>
                  <a:pt x="1134" y="30"/>
                  <a:pt x="1134" y="25"/>
                  <a:pt x="1134" y="21"/>
                </a:cubicBezTo>
                <a:cubicBezTo>
                  <a:pt x="1135" y="16"/>
                  <a:pt x="1135" y="12"/>
                  <a:pt x="1135" y="9"/>
                </a:cubicBezTo>
                <a:cubicBezTo>
                  <a:pt x="1135" y="3"/>
                  <a:pt x="1135" y="0"/>
                  <a:pt x="1135" y="0"/>
                </a:cubicBezTo>
                <a:cubicBezTo>
                  <a:pt x="1135" y="0"/>
                  <a:pt x="1135" y="3"/>
                  <a:pt x="1135" y="9"/>
                </a:cubicBezTo>
                <a:cubicBezTo>
                  <a:pt x="1135" y="12"/>
                  <a:pt x="1135" y="16"/>
                  <a:pt x="1135" y="21"/>
                </a:cubicBezTo>
                <a:cubicBezTo>
                  <a:pt x="1136" y="25"/>
                  <a:pt x="1136" y="30"/>
                  <a:pt x="1135" y="36"/>
                </a:cubicBezTo>
                <a:close/>
                <a:moveTo>
                  <a:pt x="568" y="901"/>
                </a:moveTo>
                <a:cubicBezTo>
                  <a:pt x="398" y="901"/>
                  <a:pt x="337" y="850"/>
                  <a:pt x="337" y="849"/>
                </a:cubicBezTo>
                <a:cubicBezTo>
                  <a:pt x="320" y="868"/>
                  <a:pt x="320" y="868"/>
                  <a:pt x="320" y="868"/>
                </a:cubicBezTo>
                <a:cubicBezTo>
                  <a:pt x="302" y="887"/>
                  <a:pt x="302" y="887"/>
                  <a:pt x="302" y="887"/>
                </a:cubicBezTo>
                <a:cubicBezTo>
                  <a:pt x="305" y="890"/>
                  <a:pt x="374" y="953"/>
                  <a:pt x="568" y="953"/>
                </a:cubicBezTo>
                <a:cubicBezTo>
                  <a:pt x="761" y="953"/>
                  <a:pt x="830" y="890"/>
                  <a:pt x="833" y="887"/>
                </a:cubicBezTo>
                <a:cubicBezTo>
                  <a:pt x="799" y="849"/>
                  <a:pt x="799" y="849"/>
                  <a:pt x="799" y="849"/>
                </a:cubicBezTo>
                <a:cubicBezTo>
                  <a:pt x="798" y="850"/>
                  <a:pt x="738" y="901"/>
                  <a:pt x="568" y="901"/>
                </a:cubicBezTo>
                <a:close/>
                <a:moveTo>
                  <a:pt x="568" y="1001"/>
                </a:moveTo>
                <a:cubicBezTo>
                  <a:pt x="398" y="1001"/>
                  <a:pt x="337" y="950"/>
                  <a:pt x="337" y="949"/>
                </a:cubicBezTo>
                <a:cubicBezTo>
                  <a:pt x="320" y="968"/>
                  <a:pt x="320" y="968"/>
                  <a:pt x="320" y="968"/>
                </a:cubicBezTo>
                <a:cubicBezTo>
                  <a:pt x="302" y="987"/>
                  <a:pt x="302" y="987"/>
                  <a:pt x="302" y="987"/>
                </a:cubicBezTo>
                <a:cubicBezTo>
                  <a:pt x="305" y="990"/>
                  <a:pt x="374" y="1053"/>
                  <a:pt x="568" y="1053"/>
                </a:cubicBezTo>
                <a:cubicBezTo>
                  <a:pt x="761" y="1053"/>
                  <a:pt x="830" y="990"/>
                  <a:pt x="833" y="987"/>
                </a:cubicBezTo>
                <a:cubicBezTo>
                  <a:pt x="799" y="949"/>
                  <a:pt x="799" y="949"/>
                  <a:pt x="799" y="949"/>
                </a:cubicBezTo>
                <a:cubicBezTo>
                  <a:pt x="798" y="950"/>
                  <a:pt x="738" y="1001"/>
                  <a:pt x="568" y="1001"/>
                </a:cubicBezTo>
                <a:close/>
                <a:moveTo>
                  <a:pt x="799" y="1049"/>
                </a:moveTo>
                <a:cubicBezTo>
                  <a:pt x="798" y="1050"/>
                  <a:pt x="738" y="1101"/>
                  <a:pt x="568" y="1101"/>
                </a:cubicBezTo>
                <a:cubicBezTo>
                  <a:pt x="398" y="1101"/>
                  <a:pt x="337" y="1050"/>
                  <a:pt x="337" y="1049"/>
                </a:cubicBezTo>
                <a:cubicBezTo>
                  <a:pt x="320" y="1068"/>
                  <a:pt x="320" y="1068"/>
                  <a:pt x="320" y="1068"/>
                </a:cubicBezTo>
                <a:cubicBezTo>
                  <a:pt x="302" y="1087"/>
                  <a:pt x="302" y="1087"/>
                  <a:pt x="302" y="1087"/>
                </a:cubicBezTo>
                <a:cubicBezTo>
                  <a:pt x="304" y="1089"/>
                  <a:pt x="335" y="1117"/>
                  <a:pt x="411" y="1135"/>
                </a:cubicBezTo>
                <a:cubicBezTo>
                  <a:pt x="430" y="1156"/>
                  <a:pt x="477" y="1193"/>
                  <a:pt x="568" y="1193"/>
                </a:cubicBezTo>
                <a:cubicBezTo>
                  <a:pt x="658" y="1193"/>
                  <a:pt x="706" y="1156"/>
                  <a:pt x="725" y="1135"/>
                </a:cubicBezTo>
                <a:cubicBezTo>
                  <a:pt x="801" y="1117"/>
                  <a:pt x="831" y="1089"/>
                  <a:pt x="833" y="1087"/>
                </a:cubicBezTo>
                <a:lnTo>
                  <a:pt x="799" y="1049"/>
                </a:lnTo>
                <a:close/>
              </a:path>
            </a:pathLst>
          </a:custGeom>
          <a:solidFill>
            <a:schemeClr val="bg1">
              <a:lumMod val="85000"/>
            </a:schemeClr>
          </a:solidFill>
          <a:ln>
            <a:noFill/>
          </a:ln>
        </p:spPr>
        <p:txBody>
          <a:bodyPr anchor="ctr"/>
          <a:lstStyle/>
          <a:p>
            <a:pPr algn="ctr"/>
            <a:endParaRPr dirty="0"/>
          </a:p>
        </p:txBody>
      </p:sp>
      <p:sp>
        <p:nvSpPr>
          <p:cNvPr id="18" name="千图PPT彼岸天：ID 8661124库_任意多边形 37">
            <a:extLst>
              <a:ext uri="{FF2B5EF4-FFF2-40B4-BE49-F238E27FC236}">
                <a16:creationId xmlns:a16="http://schemas.microsoft.com/office/drawing/2014/main" id="{F1D2D39E-6465-4A31-A4A5-5313CE1974D0}"/>
              </a:ext>
            </a:extLst>
          </p:cNvPr>
          <p:cNvSpPr/>
          <p:nvPr>
            <p:custDataLst>
              <p:tags r:id="rId2"/>
            </p:custDataLst>
          </p:nvPr>
        </p:nvSpPr>
        <p:spPr bwMode="auto">
          <a:xfrm>
            <a:off x="5924872" y="1868538"/>
            <a:ext cx="778503" cy="1449313"/>
          </a:xfrm>
          <a:custGeom>
            <a:avLst/>
            <a:gdLst>
              <a:gd name="T0" fmla="*/ 270 w 360"/>
              <a:gd name="T1" fmla="*/ 462 h 671"/>
              <a:gd name="T2" fmla="*/ 335 w 360"/>
              <a:gd name="T3" fmla="*/ 393 h 671"/>
              <a:gd name="T4" fmla="*/ 341 w 360"/>
              <a:gd name="T5" fmla="*/ 382 h 671"/>
              <a:gd name="T6" fmla="*/ 359 w 360"/>
              <a:gd name="T7" fmla="*/ 296 h 671"/>
              <a:gd name="T8" fmla="*/ 356 w 360"/>
              <a:gd name="T9" fmla="*/ 250 h 671"/>
              <a:gd name="T10" fmla="*/ 336 w 360"/>
              <a:gd name="T11" fmla="*/ 292 h 671"/>
              <a:gd name="T12" fmla="*/ 305 w 360"/>
              <a:gd name="T13" fmla="*/ 132 h 671"/>
              <a:gd name="T14" fmla="*/ 195 w 360"/>
              <a:gd name="T15" fmla="*/ 0 h 671"/>
              <a:gd name="T16" fmla="*/ 176 w 360"/>
              <a:gd name="T17" fmla="*/ 93 h 671"/>
              <a:gd name="T18" fmla="*/ 10 w 360"/>
              <a:gd name="T19" fmla="*/ 344 h 671"/>
              <a:gd name="T20" fmla="*/ 20 w 360"/>
              <a:gd name="T21" fmla="*/ 448 h 671"/>
              <a:gd name="T22" fmla="*/ 3 w 360"/>
              <a:gd name="T23" fmla="*/ 432 h 671"/>
              <a:gd name="T24" fmla="*/ 160 w 360"/>
              <a:gd name="T25" fmla="*/ 671 h 671"/>
              <a:gd name="T26" fmla="*/ 101 w 360"/>
              <a:gd name="T27" fmla="*/ 497 h 671"/>
              <a:gd name="T28" fmla="*/ 181 w 360"/>
              <a:gd name="T29" fmla="*/ 237 h 671"/>
              <a:gd name="T30" fmla="*/ 115 w 360"/>
              <a:gd name="T31" fmla="*/ 495 h 671"/>
              <a:gd name="T32" fmla="*/ 177 w 360"/>
              <a:gd name="T33" fmla="*/ 656 h 671"/>
              <a:gd name="T34" fmla="*/ 184 w 360"/>
              <a:gd name="T35" fmla="*/ 592 h 671"/>
              <a:gd name="T36" fmla="*/ 322 w 360"/>
              <a:gd name="T37" fmla="*/ 440 h 671"/>
              <a:gd name="T38" fmla="*/ 270 w 360"/>
              <a:gd name="T39" fmla="*/ 462 h 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60" h="671">
                <a:moveTo>
                  <a:pt x="270" y="462"/>
                </a:moveTo>
                <a:cubicBezTo>
                  <a:pt x="270" y="462"/>
                  <a:pt x="313" y="430"/>
                  <a:pt x="335" y="393"/>
                </a:cubicBezTo>
                <a:cubicBezTo>
                  <a:pt x="337" y="389"/>
                  <a:pt x="339" y="386"/>
                  <a:pt x="341" y="382"/>
                </a:cubicBezTo>
                <a:cubicBezTo>
                  <a:pt x="352" y="356"/>
                  <a:pt x="358" y="327"/>
                  <a:pt x="359" y="296"/>
                </a:cubicBezTo>
                <a:cubicBezTo>
                  <a:pt x="360" y="280"/>
                  <a:pt x="359" y="265"/>
                  <a:pt x="356" y="250"/>
                </a:cubicBezTo>
                <a:cubicBezTo>
                  <a:pt x="346" y="274"/>
                  <a:pt x="336" y="292"/>
                  <a:pt x="336" y="292"/>
                </a:cubicBezTo>
                <a:cubicBezTo>
                  <a:pt x="336" y="292"/>
                  <a:pt x="358" y="242"/>
                  <a:pt x="305" y="132"/>
                </a:cubicBezTo>
                <a:cubicBezTo>
                  <a:pt x="272" y="64"/>
                  <a:pt x="195" y="0"/>
                  <a:pt x="195" y="0"/>
                </a:cubicBezTo>
                <a:cubicBezTo>
                  <a:pt x="195" y="0"/>
                  <a:pt x="210" y="31"/>
                  <a:pt x="176" y="93"/>
                </a:cubicBezTo>
                <a:cubicBezTo>
                  <a:pt x="148" y="143"/>
                  <a:pt x="30" y="208"/>
                  <a:pt x="10" y="344"/>
                </a:cubicBezTo>
                <a:cubicBezTo>
                  <a:pt x="0" y="407"/>
                  <a:pt x="20" y="448"/>
                  <a:pt x="20" y="448"/>
                </a:cubicBezTo>
                <a:cubicBezTo>
                  <a:pt x="20" y="448"/>
                  <a:pt x="13" y="448"/>
                  <a:pt x="3" y="432"/>
                </a:cubicBezTo>
                <a:cubicBezTo>
                  <a:pt x="20" y="565"/>
                  <a:pt x="160" y="671"/>
                  <a:pt x="160" y="671"/>
                </a:cubicBezTo>
                <a:cubicBezTo>
                  <a:pt x="160" y="671"/>
                  <a:pt x="115" y="626"/>
                  <a:pt x="101" y="497"/>
                </a:cubicBezTo>
                <a:cubicBezTo>
                  <a:pt x="86" y="357"/>
                  <a:pt x="181" y="237"/>
                  <a:pt x="181" y="237"/>
                </a:cubicBezTo>
                <a:cubicBezTo>
                  <a:pt x="181" y="237"/>
                  <a:pt x="96" y="368"/>
                  <a:pt x="115" y="495"/>
                </a:cubicBezTo>
                <a:cubicBezTo>
                  <a:pt x="127" y="582"/>
                  <a:pt x="163" y="636"/>
                  <a:pt x="177" y="656"/>
                </a:cubicBezTo>
                <a:cubicBezTo>
                  <a:pt x="172" y="646"/>
                  <a:pt x="168" y="627"/>
                  <a:pt x="184" y="592"/>
                </a:cubicBezTo>
                <a:cubicBezTo>
                  <a:pt x="207" y="540"/>
                  <a:pt x="275" y="507"/>
                  <a:pt x="322" y="440"/>
                </a:cubicBezTo>
                <a:cubicBezTo>
                  <a:pt x="294" y="456"/>
                  <a:pt x="270" y="462"/>
                  <a:pt x="270" y="46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19" name="千图PPT彼岸天：ID 8661124库_任意多边形 38">
            <a:extLst>
              <a:ext uri="{FF2B5EF4-FFF2-40B4-BE49-F238E27FC236}">
                <a16:creationId xmlns:a16="http://schemas.microsoft.com/office/drawing/2014/main" id="{F751C431-F284-483D-8BAE-B389D9DFA125}"/>
              </a:ext>
            </a:extLst>
          </p:cNvPr>
          <p:cNvSpPr/>
          <p:nvPr>
            <p:custDataLst>
              <p:tags r:id="rId3"/>
            </p:custDataLst>
          </p:nvPr>
        </p:nvSpPr>
        <p:spPr bwMode="auto">
          <a:xfrm>
            <a:off x="6385768" y="2870645"/>
            <a:ext cx="549424" cy="1109801"/>
          </a:xfrm>
          <a:custGeom>
            <a:avLst/>
            <a:gdLst>
              <a:gd name="T0" fmla="*/ 201 w 254"/>
              <a:gd name="T1" fmla="*/ 353 h 514"/>
              <a:gd name="T2" fmla="*/ 243 w 254"/>
              <a:gd name="T3" fmla="*/ 299 h 514"/>
              <a:gd name="T4" fmla="*/ 247 w 254"/>
              <a:gd name="T5" fmla="*/ 291 h 514"/>
              <a:gd name="T6" fmla="*/ 253 w 254"/>
              <a:gd name="T7" fmla="*/ 225 h 514"/>
              <a:gd name="T8" fmla="*/ 246 w 254"/>
              <a:gd name="T9" fmla="*/ 190 h 514"/>
              <a:gd name="T10" fmla="*/ 235 w 254"/>
              <a:gd name="T11" fmla="*/ 222 h 514"/>
              <a:gd name="T12" fmla="*/ 199 w 254"/>
              <a:gd name="T13" fmla="*/ 100 h 514"/>
              <a:gd name="T14" fmla="*/ 108 w 254"/>
              <a:gd name="T15" fmla="*/ 0 h 514"/>
              <a:gd name="T16" fmla="*/ 102 w 254"/>
              <a:gd name="T17" fmla="*/ 71 h 514"/>
              <a:gd name="T18" fmla="*/ 2 w 254"/>
              <a:gd name="T19" fmla="*/ 265 h 514"/>
              <a:gd name="T20" fmla="*/ 18 w 254"/>
              <a:gd name="T21" fmla="*/ 345 h 514"/>
              <a:gd name="T22" fmla="*/ 4 w 254"/>
              <a:gd name="T23" fmla="*/ 333 h 514"/>
              <a:gd name="T24" fmla="*/ 139 w 254"/>
              <a:gd name="T25" fmla="*/ 514 h 514"/>
              <a:gd name="T26" fmla="*/ 81 w 254"/>
              <a:gd name="T27" fmla="*/ 381 h 514"/>
              <a:gd name="T28" fmla="*/ 118 w 254"/>
              <a:gd name="T29" fmla="*/ 181 h 514"/>
              <a:gd name="T30" fmla="*/ 91 w 254"/>
              <a:gd name="T31" fmla="*/ 380 h 514"/>
              <a:gd name="T32" fmla="*/ 150 w 254"/>
              <a:gd name="T33" fmla="*/ 502 h 514"/>
              <a:gd name="T34" fmla="*/ 149 w 254"/>
              <a:gd name="T35" fmla="*/ 453 h 514"/>
              <a:gd name="T36" fmla="*/ 237 w 254"/>
              <a:gd name="T37" fmla="*/ 336 h 514"/>
              <a:gd name="T38" fmla="*/ 201 w 254"/>
              <a:gd name="T39" fmla="*/ 353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54" h="514">
                <a:moveTo>
                  <a:pt x="201" y="353"/>
                </a:moveTo>
                <a:cubicBezTo>
                  <a:pt x="201" y="353"/>
                  <a:pt x="230" y="328"/>
                  <a:pt x="243" y="299"/>
                </a:cubicBezTo>
                <a:cubicBezTo>
                  <a:pt x="244" y="297"/>
                  <a:pt x="246" y="294"/>
                  <a:pt x="247" y="291"/>
                </a:cubicBezTo>
                <a:cubicBezTo>
                  <a:pt x="252" y="271"/>
                  <a:pt x="254" y="249"/>
                  <a:pt x="253" y="225"/>
                </a:cubicBezTo>
                <a:cubicBezTo>
                  <a:pt x="252" y="213"/>
                  <a:pt x="249" y="201"/>
                  <a:pt x="246" y="190"/>
                </a:cubicBezTo>
                <a:cubicBezTo>
                  <a:pt x="241" y="208"/>
                  <a:pt x="235" y="222"/>
                  <a:pt x="235" y="222"/>
                </a:cubicBezTo>
                <a:cubicBezTo>
                  <a:pt x="235" y="222"/>
                  <a:pt x="247" y="184"/>
                  <a:pt x="199" y="100"/>
                </a:cubicBezTo>
                <a:cubicBezTo>
                  <a:pt x="170" y="49"/>
                  <a:pt x="108" y="0"/>
                  <a:pt x="108" y="0"/>
                </a:cubicBezTo>
                <a:cubicBezTo>
                  <a:pt x="108" y="0"/>
                  <a:pt x="122" y="24"/>
                  <a:pt x="102" y="71"/>
                </a:cubicBezTo>
                <a:cubicBezTo>
                  <a:pt x="86" y="111"/>
                  <a:pt x="5" y="162"/>
                  <a:pt x="2" y="265"/>
                </a:cubicBezTo>
                <a:cubicBezTo>
                  <a:pt x="0" y="314"/>
                  <a:pt x="18" y="345"/>
                  <a:pt x="18" y="345"/>
                </a:cubicBezTo>
                <a:cubicBezTo>
                  <a:pt x="18" y="345"/>
                  <a:pt x="13" y="345"/>
                  <a:pt x="4" y="333"/>
                </a:cubicBezTo>
                <a:cubicBezTo>
                  <a:pt x="28" y="434"/>
                  <a:pt x="139" y="514"/>
                  <a:pt x="139" y="514"/>
                </a:cubicBezTo>
                <a:cubicBezTo>
                  <a:pt x="139" y="514"/>
                  <a:pt x="102" y="480"/>
                  <a:pt x="81" y="381"/>
                </a:cubicBezTo>
                <a:cubicBezTo>
                  <a:pt x="59" y="275"/>
                  <a:pt x="118" y="181"/>
                  <a:pt x="118" y="181"/>
                </a:cubicBezTo>
                <a:cubicBezTo>
                  <a:pt x="118" y="181"/>
                  <a:pt x="67" y="283"/>
                  <a:pt x="91" y="380"/>
                </a:cubicBezTo>
                <a:cubicBezTo>
                  <a:pt x="107" y="446"/>
                  <a:pt x="138" y="487"/>
                  <a:pt x="150" y="502"/>
                </a:cubicBezTo>
                <a:cubicBezTo>
                  <a:pt x="146" y="495"/>
                  <a:pt x="141" y="480"/>
                  <a:pt x="149" y="453"/>
                </a:cubicBezTo>
                <a:cubicBezTo>
                  <a:pt x="162" y="413"/>
                  <a:pt x="209" y="387"/>
                  <a:pt x="237" y="336"/>
                </a:cubicBezTo>
                <a:cubicBezTo>
                  <a:pt x="219" y="348"/>
                  <a:pt x="201" y="353"/>
                  <a:pt x="201" y="35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0" name="千图PPT彼岸天：ID 8661124库_任意多边形 39">
            <a:extLst>
              <a:ext uri="{FF2B5EF4-FFF2-40B4-BE49-F238E27FC236}">
                <a16:creationId xmlns:a16="http://schemas.microsoft.com/office/drawing/2014/main" id="{62F2DEC8-3566-4C2E-9654-C2DD4BFA8693}"/>
              </a:ext>
            </a:extLst>
          </p:cNvPr>
          <p:cNvSpPr/>
          <p:nvPr>
            <p:custDataLst>
              <p:tags r:id="rId4"/>
            </p:custDataLst>
          </p:nvPr>
        </p:nvSpPr>
        <p:spPr bwMode="auto">
          <a:xfrm>
            <a:off x="5610002" y="1803739"/>
            <a:ext cx="440817" cy="823225"/>
          </a:xfrm>
          <a:custGeom>
            <a:avLst/>
            <a:gdLst>
              <a:gd name="T0" fmla="*/ 157 w 204"/>
              <a:gd name="T1" fmla="*/ 252 h 381"/>
              <a:gd name="T2" fmla="*/ 192 w 204"/>
              <a:gd name="T3" fmla="*/ 207 h 381"/>
              <a:gd name="T4" fmla="*/ 196 w 204"/>
              <a:gd name="T5" fmla="*/ 201 h 381"/>
              <a:gd name="T6" fmla="*/ 204 w 204"/>
              <a:gd name="T7" fmla="*/ 151 h 381"/>
              <a:gd name="T8" fmla="*/ 201 w 204"/>
              <a:gd name="T9" fmla="*/ 125 h 381"/>
              <a:gd name="T10" fmla="*/ 190 w 204"/>
              <a:gd name="T11" fmla="*/ 150 h 381"/>
              <a:gd name="T12" fmla="*/ 168 w 204"/>
              <a:gd name="T13" fmla="*/ 64 h 381"/>
              <a:gd name="T14" fmla="*/ 101 w 204"/>
              <a:gd name="T15" fmla="*/ 0 h 381"/>
              <a:gd name="T16" fmla="*/ 93 w 204"/>
              <a:gd name="T17" fmla="*/ 54 h 381"/>
              <a:gd name="T18" fmla="*/ 3 w 204"/>
              <a:gd name="T19" fmla="*/ 211 h 381"/>
              <a:gd name="T20" fmla="*/ 12 w 204"/>
              <a:gd name="T21" fmla="*/ 269 h 381"/>
              <a:gd name="T22" fmla="*/ 2 w 204"/>
              <a:gd name="T23" fmla="*/ 262 h 381"/>
              <a:gd name="T24" fmla="*/ 99 w 204"/>
              <a:gd name="T25" fmla="*/ 381 h 381"/>
              <a:gd name="T26" fmla="*/ 60 w 204"/>
              <a:gd name="T27" fmla="*/ 288 h 381"/>
              <a:gd name="T28" fmla="*/ 99 w 204"/>
              <a:gd name="T29" fmla="*/ 134 h 381"/>
              <a:gd name="T30" fmla="*/ 68 w 204"/>
              <a:gd name="T31" fmla="*/ 286 h 381"/>
              <a:gd name="T32" fmla="*/ 108 w 204"/>
              <a:gd name="T33" fmla="*/ 371 h 381"/>
              <a:gd name="T34" fmla="*/ 110 w 204"/>
              <a:gd name="T35" fmla="*/ 334 h 381"/>
              <a:gd name="T36" fmla="*/ 186 w 204"/>
              <a:gd name="T37" fmla="*/ 235 h 381"/>
              <a:gd name="T38" fmla="*/ 157 w 204"/>
              <a:gd name="T39" fmla="*/ 252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4" h="381">
                <a:moveTo>
                  <a:pt x="157" y="252"/>
                </a:moveTo>
                <a:cubicBezTo>
                  <a:pt x="157" y="252"/>
                  <a:pt x="181" y="230"/>
                  <a:pt x="192" y="207"/>
                </a:cubicBezTo>
                <a:cubicBezTo>
                  <a:pt x="194" y="205"/>
                  <a:pt x="195" y="203"/>
                  <a:pt x="196" y="201"/>
                </a:cubicBezTo>
                <a:cubicBezTo>
                  <a:pt x="201" y="185"/>
                  <a:pt x="204" y="168"/>
                  <a:pt x="204" y="151"/>
                </a:cubicBezTo>
                <a:cubicBezTo>
                  <a:pt x="204" y="142"/>
                  <a:pt x="202" y="133"/>
                  <a:pt x="201" y="125"/>
                </a:cubicBezTo>
                <a:cubicBezTo>
                  <a:pt x="195" y="139"/>
                  <a:pt x="190" y="150"/>
                  <a:pt x="190" y="150"/>
                </a:cubicBezTo>
                <a:cubicBezTo>
                  <a:pt x="190" y="150"/>
                  <a:pt x="202" y="120"/>
                  <a:pt x="168" y="64"/>
                </a:cubicBezTo>
                <a:cubicBezTo>
                  <a:pt x="147" y="29"/>
                  <a:pt x="101" y="0"/>
                  <a:pt x="101" y="0"/>
                </a:cubicBezTo>
                <a:cubicBezTo>
                  <a:pt x="101" y="0"/>
                  <a:pt x="110" y="16"/>
                  <a:pt x="93" y="54"/>
                </a:cubicBezTo>
                <a:cubicBezTo>
                  <a:pt x="78" y="85"/>
                  <a:pt x="11" y="133"/>
                  <a:pt x="3" y="211"/>
                </a:cubicBezTo>
                <a:cubicBezTo>
                  <a:pt x="0" y="248"/>
                  <a:pt x="12" y="269"/>
                  <a:pt x="12" y="269"/>
                </a:cubicBezTo>
                <a:cubicBezTo>
                  <a:pt x="12" y="269"/>
                  <a:pt x="8" y="270"/>
                  <a:pt x="2" y="262"/>
                </a:cubicBezTo>
                <a:cubicBezTo>
                  <a:pt x="15" y="334"/>
                  <a:pt x="99" y="381"/>
                  <a:pt x="99" y="381"/>
                </a:cubicBezTo>
                <a:cubicBezTo>
                  <a:pt x="99" y="381"/>
                  <a:pt x="72" y="360"/>
                  <a:pt x="60" y="288"/>
                </a:cubicBezTo>
                <a:cubicBezTo>
                  <a:pt x="48" y="211"/>
                  <a:pt x="99" y="134"/>
                  <a:pt x="99" y="134"/>
                </a:cubicBezTo>
                <a:cubicBezTo>
                  <a:pt x="99" y="134"/>
                  <a:pt x="54" y="216"/>
                  <a:pt x="68" y="286"/>
                </a:cubicBezTo>
                <a:cubicBezTo>
                  <a:pt x="77" y="334"/>
                  <a:pt x="100" y="361"/>
                  <a:pt x="108" y="371"/>
                </a:cubicBezTo>
                <a:cubicBezTo>
                  <a:pt x="105" y="366"/>
                  <a:pt x="102" y="355"/>
                  <a:pt x="110" y="334"/>
                </a:cubicBezTo>
                <a:cubicBezTo>
                  <a:pt x="122" y="303"/>
                  <a:pt x="161" y="278"/>
                  <a:pt x="186" y="235"/>
                </a:cubicBezTo>
                <a:cubicBezTo>
                  <a:pt x="170" y="247"/>
                  <a:pt x="157" y="252"/>
                  <a:pt x="157" y="252"/>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1" name="千图PPT彼岸天：ID 8661124库_任意多边形 40">
            <a:extLst>
              <a:ext uri="{FF2B5EF4-FFF2-40B4-BE49-F238E27FC236}">
                <a16:creationId xmlns:a16="http://schemas.microsoft.com/office/drawing/2014/main" id="{23EC6C55-8249-4ACF-9177-1E9BDB52BA1B}"/>
              </a:ext>
            </a:extLst>
          </p:cNvPr>
          <p:cNvSpPr/>
          <p:nvPr>
            <p:custDataLst>
              <p:tags r:id="rId5"/>
            </p:custDataLst>
          </p:nvPr>
        </p:nvSpPr>
        <p:spPr bwMode="auto">
          <a:xfrm>
            <a:off x="5776108" y="3281345"/>
            <a:ext cx="494664" cy="831438"/>
          </a:xfrm>
          <a:custGeom>
            <a:avLst/>
            <a:gdLst>
              <a:gd name="T0" fmla="*/ 20 w 229"/>
              <a:gd name="T1" fmla="*/ 190 h 385"/>
              <a:gd name="T2" fmla="*/ 15 w 229"/>
              <a:gd name="T3" fmla="*/ 126 h 385"/>
              <a:gd name="T4" fmla="*/ 43 w 229"/>
              <a:gd name="T5" fmla="*/ 68 h 385"/>
              <a:gd name="T6" fmla="*/ 45 w 229"/>
              <a:gd name="T7" fmla="*/ 93 h 385"/>
              <a:gd name="T8" fmla="*/ 94 w 229"/>
              <a:gd name="T9" fmla="*/ 32 h 385"/>
              <a:gd name="T10" fmla="*/ 153 w 229"/>
              <a:gd name="T11" fmla="*/ 4 h 385"/>
              <a:gd name="T12" fmla="*/ 183 w 229"/>
              <a:gd name="T13" fmla="*/ 0 h 385"/>
              <a:gd name="T14" fmla="*/ 164 w 229"/>
              <a:gd name="T15" fmla="*/ 46 h 385"/>
              <a:gd name="T16" fmla="*/ 210 w 229"/>
              <a:gd name="T17" fmla="*/ 198 h 385"/>
              <a:gd name="T18" fmla="*/ 134 w 229"/>
              <a:gd name="T19" fmla="*/ 354 h 385"/>
              <a:gd name="T20" fmla="*/ 95 w 229"/>
              <a:gd name="T21" fmla="*/ 385 h 385"/>
              <a:gd name="T22" fmla="*/ 140 w 229"/>
              <a:gd name="T23" fmla="*/ 293 h 385"/>
              <a:gd name="T24" fmla="*/ 122 w 229"/>
              <a:gd name="T25" fmla="*/ 167 h 385"/>
              <a:gd name="T26" fmla="*/ 122 w 229"/>
              <a:gd name="T27" fmla="*/ 297 h 385"/>
              <a:gd name="T28" fmla="*/ 74 w 229"/>
              <a:gd name="T29" fmla="*/ 361 h 385"/>
              <a:gd name="T30" fmla="*/ 26 w 229"/>
              <a:gd name="T31" fmla="*/ 258 h 385"/>
              <a:gd name="T32" fmla="*/ 0 w 229"/>
              <a:gd name="T33" fmla="*/ 165 h 385"/>
              <a:gd name="T34" fmla="*/ 20 w 229"/>
              <a:gd name="T35" fmla="*/ 19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9" h="385">
                <a:moveTo>
                  <a:pt x="20" y="190"/>
                </a:moveTo>
                <a:cubicBezTo>
                  <a:pt x="20" y="190"/>
                  <a:pt x="9" y="161"/>
                  <a:pt x="15" y="126"/>
                </a:cubicBezTo>
                <a:cubicBezTo>
                  <a:pt x="22" y="90"/>
                  <a:pt x="43" y="68"/>
                  <a:pt x="43" y="68"/>
                </a:cubicBezTo>
                <a:cubicBezTo>
                  <a:pt x="45" y="93"/>
                  <a:pt x="45" y="93"/>
                  <a:pt x="45" y="93"/>
                </a:cubicBezTo>
                <a:cubicBezTo>
                  <a:pt x="45" y="93"/>
                  <a:pt x="52" y="65"/>
                  <a:pt x="94" y="32"/>
                </a:cubicBezTo>
                <a:cubicBezTo>
                  <a:pt x="114" y="17"/>
                  <a:pt x="136" y="9"/>
                  <a:pt x="153" y="4"/>
                </a:cubicBezTo>
                <a:cubicBezTo>
                  <a:pt x="171" y="1"/>
                  <a:pt x="183" y="0"/>
                  <a:pt x="183" y="0"/>
                </a:cubicBezTo>
                <a:cubicBezTo>
                  <a:pt x="183" y="0"/>
                  <a:pt x="166" y="9"/>
                  <a:pt x="164" y="46"/>
                </a:cubicBezTo>
                <a:cubicBezTo>
                  <a:pt x="160" y="105"/>
                  <a:pt x="192" y="118"/>
                  <a:pt x="210" y="198"/>
                </a:cubicBezTo>
                <a:cubicBezTo>
                  <a:pt x="229" y="285"/>
                  <a:pt x="166" y="335"/>
                  <a:pt x="134" y="354"/>
                </a:cubicBezTo>
                <a:cubicBezTo>
                  <a:pt x="111" y="368"/>
                  <a:pt x="99" y="380"/>
                  <a:pt x="95" y="385"/>
                </a:cubicBezTo>
                <a:cubicBezTo>
                  <a:pt x="102" y="376"/>
                  <a:pt x="125" y="343"/>
                  <a:pt x="140" y="293"/>
                </a:cubicBezTo>
                <a:cubicBezTo>
                  <a:pt x="159" y="232"/>
                  <a:pt x="122" y="167"/>
                  <a:pt x="122" y="167"/>
                </a:cubicBezTo>
                <a:cubicBezTo>
                  <a:pt x="122" y="167"/>
                  <a:pt x="151" y="231"/>
                  <a:pt x="122" y="297"/>
                </a:cubicBezTo>
                <a:cubicBezTo>
                  <a:pt x="104" y="337"/>
                  <a:pt x="74" y="361"/>
                  <a:pt x="74" y="361"/>
                </a:cubicBezTo>
                <a:cubicBezTo>
                  <a:pt x="74" y="361"/>
                  <a:pt x="68" y="330"/>
                  <a:pt x="26" y="258"/>
                </a:cubicBezTo>
                <a:cubicBezTo>
                  <a:pt x="11" y="233"/>
                  <a:pt x="0" y="199"/>
                  <a:pt x="0" y="165"/>
                </a:cubicBezTo>
                <a:cubicBezTo>
                  <a:pt x="12" y="189"/>
                  <a:pt x="20" y="190"/>
                  <a:pt x="20" y="190"/>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2" name="千图PPT彼岸天：ID 8661124库_任意多边形 41">
            <a:extLst>
              <a:ext uri="{FF2B5EF4-FFF2-40B4-BE49-F238E27FC236}">
                <a16:creationId xmlns:a16="http://schemas.microsoft.com/office/drawing/2014/main" id="{C37BC12C-0847-4589-A824-8BF4BC87D887}"/>
              </a:ext>
            </a:extLst>
          </p:cNvPr>
          <p:cNvSpPr/>
          <p:nvPr>
            <p:custDataLst>
              <p:tags r:id="rId6"/>
            </p:custDataLst>
          </p:nvPr>
        </p:nvSpPr>
        <p:spPr bwMode="auto">
          <a:xfrm>
            <a:off x="6763611" y="2369591"/>
            <a:ext cx="566765" cy="926356"/>
          </a:xfrm>
          <a:custGeom>
            <a:avLst/>
            <a:gdLst>
              <a:gd name="T0" fmla="*/ 97 w 262"/>
              <a:gd name="T1" fmla="*/ 429 h 429"/>
              <a:gd name="T2" fmla="*/ 54 w 262"/>
              <a:gd name="T3" fmla="*/ 337 h 429"/>
              <a:gd name="T4" fmla="*/ 18 w 262"/>
              <a:gd name="T5" fmla="*/ 200 h 429"/>
              <a:gd name="T6" fmla="*/ 29 w 262"/>
              <a:gd name="T7" fmla="*/ 215 h 429"/>
              <a:gd name="T8" fmla="*/ 74 w 262"/>
              <a:gd name="T9" fmla="*/ 97 h 429"/>
              <a:gd name="T10" fmla="*/ 187 w 262"/>
              <a:gd name="T11" fmla="*/ 0 h 429"/>
              <a:gd name="T12" fmla="*/ 211 w 262"/>
              <a:gd name="T13" fmla="*/ 119 h 429"/>
              <a:gd name="T14" fmla="*/ 220 w 262"/>
              <a:gd name="T15" fmla="*/ 310 h 429"/>
              <a:gd name="T16" fmla="*/ 116 w 262"/>
              <a:gd name="T17" fmla="*/ 424 h 429"/>
              <a:gd name="T18" fmla="*/ 152 w 262"/>
              <a:gd name="T19" fmla="*/ 324 h 429"/>
              <a:gd name="T20" fmla="*/ 138 w 262"/>
              <a:gd name="T21" fmla="*/ 242 h 429"/>
              <a:gd name="T22" fmla="*/ 137 w 262"/>
              <a:gd name="T23" fmla="*/ 327 h 429"/>
              <a:gd name="T24" fmla="*/ 97 w 262"/>
              <a:gd name="T25" fmla="*/ 429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2" h="429">
                <a:moveTo>
                  <a:pt x="97" y="429"/>
                </a:moveTo>
                <a:cubicBezTo>
                  <a:pt x="97" y="429"/>
                  <a:pt x="91" y="386"/>
                  <a:pt x="54" y="337"/>
                </a:cubicBezTo>
                <a:cubicBezTo>
                  <a:pt x="0" y="267"/>
                  <a:pt x="18" y="200"/>
                  <a:pt x="18" y="200"/>
                </a:cubicBezTo>
                <a:cubicBezTo>
                  <a:pt x="29" y="215"/>
                  <a:pt x="29" y="215"/>
                  <a:pt x="29" y="215"/>
                </a:cubicBezTo>
                <a:cubicBezTo>
                  <a:pt x="29" y="215"/>
                  <a:pt x="26" y="152"/>
                  <a:pt x="74" y="97"/>
                </a:cubicBezTo>
                <a:cubicBezTo>
                  <a:pt x="122" y="42"/>
                  <a:pt x="187" y="0"/>
                  <a:pt x="187" y="0"/>
                </a:cubicBezTo>
                <a:cubicBezTo>
                  <a:pt x="187" y="0"/>
                  <a:pt x="172" y="47"/>
                  <a:pt x="211" y="119"/>
                </a:cubicBezTo>
                <a:cubicBezTo>
                  <a:pt x="249" y="192"/>
                  <a:pt x="262" y="235"/>
                  <a:pt x="220" y="310"/>
                </a:cubicBezTo>
                <a:cubicBezTo>
                  <a:pt x="178" y="385"/>
                  <a:pt x="116" y="424"/>
                  <a:pt x="116" y="424"/>
                </a:cubicBezTo>
                <a:cubicBezTo>
                  <a:pt x="116" y="424"/>
                  <a:pt x="151" y="354"/>
                  <a:pt x="152" y="324"/>
                </a:cubicBezTo>
                <a:cubicBezTo>
                  <a:pt x="152" y="293"/>
                  <a:pt x="138" y="242"/>
                  <a:pt x="138" y="242"/>
                </a:cubicBezTo>
                <a:cubicBezTo>
                  <a:pt x="138" y="242"/>
                  <a:pt x="149" y="274"/>
                  <a:pt x="137" y="327"/>
                </a:cubicBezTo>
                <a:cubicBezTo>
                  <a:pt x="125" y="379"/>
                  <a:pt x="97" y="429"/>
                  <a:pt x="97" y="429"/>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3" name="千图PPT彼岸天：ID 8661124库_任意多边形 42">
            <a:extLst>
              <a:ext uri="{FF2B5EF4-FFF2-40B4-BE49-F238E27FC236}">
                <a16:creationId xmlns:a16="http://schemas.microsoft.com/office/drawing/2014/main" id="{01FE3DF3-CCE7-4530-BC09-205F0AE18BF7}"/>
              </a:ext>
            </a:extLst>
          </p:cNvPr>
          <p:cNvSpPr/>
          <p:nvPr>
            <p:custDataLst>
              <p:tags r:id="rId7"/>
            </p:custDataLst>
          </p:nvPr>
        </p:nvSpPr>
        <p:spPr bwMode="auto">
          <a:xfrm>
            <a:off x="5065142" y="2116783"/>
            <a:ext cx="661682" cy="1190116"/>
          </a:xfrm>
          <a:custGeom>
            <a:avLst/>
            <a:gdLst>
              <a:gd name="T0" fmla="*/ 244 w 306"/>
              <a:gd name="T1" fmla="*/ 551 h 551"/>
              <a:gd name="T2" fmla="*/ 141 w 306"/>
              <a:gd name="T3" fmla="*/ 472 h 551"/>
              <a:gd name="T4" fmla="*/ 21 w 306"/>
              <a:gd name="T5" fmla="*/ 335 h 551"/>
              <a:gd name="T6" fmla="*/ 41 w 306"/>
              <a:gd name="T7" fmla="*/ 346 h 551"/>
              <a:gd name="T8" fmla="*/ 19 w 306"/>
              <a:gd name="T9" fmla="*/ 182 h 551"/>
              <a:gd name="T10" fmla="*/ 85 w 306"/>
              <a:gd name="T11" fmla="*/ 0 h 551"/>
              <a:gd name="T12" fmla="*/ 181 w 306"/>
              <a:gd name="T13" fmla="*/ 123 h 551"/>
              <a:gd name="T14" fmla="*/ 306 w 306"/>
              <a:gd name="T15" fmla="*/ 337 h 551"/>
              <a:gd name="T16" fmla="*/ 261 w 306"/>
              <a:gd name="T17" fmla="*/ 533 h 551"/>
              <a:gd name="T18" fmla="*/ 240 w 306"/>
              <a:gd name="T19" fmla="*/ 396 h 551"/>
              <a:gd name="T20" fmla="*/ 176 w 306"/>
              <a:gd name="T21" fmla="*/ 309 h 551"/>
              <a:gd name="T22" fmla="*/ 225 w 306"/>
              <a:gd name="T23" fmla="*/ 408 h 551"/>
              <a:gd name="T24" fmla="*/ 244 w 306"/>
              <a:gd name="T25" fmla="*/ 551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6" h="551">
                <a:moveTo>
                  <a:pt x="244" y="551"/>
                </a:moveTo>
                <a:cubicBezTo>
                  <a:pt x="244" y="551"/>
                  <a:pt x="210" y="505"/>
                  <a:pt x="141" y="472"/>
                </a:cubicBezTo>
                <a:cubicBezTo>
                  <a:pt x="41" y="424"/>
                  <a:pt x="21" y="335"/>
                  <a:pt x="21" y="335"/>
                </a:cubicBezTo>
                <a:cubicBezTo>
                  <a:pt x="41" y="346"/>
                  <a:pt x="41" y="346"/>
                  <a:pt x="41" y="346"/>
                </a:cubicBezTo>
                <a:cubicBezTo>
                  <a:pt x="41" y="346"/>
                  <a:pt x="0" y="275"/>
                  <a:pt x="19" y="182"/>
                </a:cubicBezTo>
                <a:cubicBezTo>
                  <a:pt x="38" y="88"/>
                  <a:pt x="85" y="0"/>
                  <a:pt x="85" y="0"/>
                </a:cubicBezTo>
                <a:cubicBezTo>
                  <a:pt x="85" y="0"/>
                  <a:pt x="97" y="63"/>
                  <a:pt x="181" y="123"/>
                </a:cubicBezTo>
                <a:cubicBezTo>
                  <a:pt x="266" y="184"/>
                  <a:pt x="306" y="224"/>
                  <a:pt x="306" y="337"/>
                </a:cubicBezTo>
                <a:cubicBezTo>
                  <a:pt x="305" y="450"/>
                  <a:pt x="261" y="533"/>
                  <a:pt x="261" y="533"/>
                </a:cubicBezTo>
                <a:cubicBezTo>
                  <a:pt x="261" y="533"/>
                  <a:pt x="257" y="432"/>
                  <a:pt x="240" y="396"/>
                </a:cubicBezTo>
                <a:cubicBezTo>
                  <a:pt x="222" y="360"/>
                  <a:pt x="176" y="309"/>
                  <a:pt x="176" y="309"/>
                </a:cubicBezTo>
                <a:cubicBezTo>
                  <a:pt x="176" y="309"/>
                  <a:pt x="207" y="341"/>
                  <a:pt x="225" y="408"/>
                </a:cubicBezTo>
                <a:cubicBezTo>
                  <a:pt x="243" y="476"/>
                  <a:pt x="244" y="551"/>
                  <a:pt x="244" y="551"/>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4" name="千图PPT彼岸天：ID 8661124库_任意多边形 43">
            <a:extLst>
              <a:ext uri="{FF2B5EF4-FFF2-40B4-BE49-F238E27FC236}">
                <a16:creationId xmlns:a16="http://schemas.microsoft.com/office/drawing/2014/main" id="{B14BBC03-913E-4395-B3E9-C466055D8E62}"/>
              </a:ext>
            </a:extLst>
          </p:cNvPr>
          <p:cNvSpPr/>
          <p:nvPr>
            <p:custDataLst>
              <p:tags r:id="rId8"/>
            </p:custDataLst>
          </p:nvPr>
        </p:nvSpPr>
        <p:spPr bwMode="auto">
          <a:xfrm>
            <a:off x="5378186" y="1944290"/>
            <a:ext cx="225428" cy="379669"/>
          </a:xfrm>
          <a:custGeom>
            <a:avLst/>
            <a:gdLst>
              <a:gd name="T0" fmla="*/ 30 w 104"/>
              <a:gd name="T1" fmla="*/ 176 h 176"/>
              <a:gd name="T2" fmla="*/ 17 w 104"/>
              <a:gd name="T3" fmla="*/ 133 h 176"/>
              <a:gd name="T4" fmla="*/ 11 w 104"/>
              <a:gd name="T5" fmla="*/ 72 h 176"/>
              <a:gd name="T6" fmla="*/ 14 w 104"/>
              <a:gd name="T7" fmla="*/ 79 h 176"/>
              <a:gd name="T8" fmla="*/ 38 w 104"/>
              <a:gd name="T9" fmla="*/ 33 h 176"/>
              <a:gd name="T10" fmla="*/ 87 w 104"/>
              <a:gd name="T11" fmla="*/ 0 h 176"/>
              <a:gd name="T12" fmla="*/ 82 w 104"/>
              <a:gd name="T13" fmla="*/ 54 h 176"/>
              <a:gd name="T14" fmla="*/ 83 w 104"/>
              <a:gd name="T15" fmla="*/ 135 h 176"/>
              <a:gd name="T16" fmla="*/ 37 w 104"/>
              <a:gd name="T17" fmla="*/ 175 h 176"/>
              <a:gd name="T18" fmla="*/ 56 w 104"/>
              <a:gd name="T19" fmla="*/ 135 h 176"/>
              <a:gd name="T20" fmla="*/ 55 w 104"/>
              <a:gd name="T21" fmla="*/ 99 h 176"/>
              <a:gd name="T22" fmla="*/ 50 w 104"/>
              <a:gd name="T23" fmla="*/ 135 h 176"/>
              <a:gd name="T24" fmla="*/ 30 w 104"/>
              <a:gd name="T25"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176">
                <a:moveTo>
                  <a:pt x="30" y="176"/>
                </a:moveTo>
                <a:cubicBezTo>
                  <a:pt x="30" y="176"/>
                  <a:pt x="29" y="157"/>
                  <a:pt x="17" y="133"/>
                </a:cubicBezTo>
                <a:cubicBezTo>
                  <a:pt x="0" y="99"/>
                  <a:pt x="11" y="72"/>
                  <a:pt x="11" y="72"/>
                </a:cubicBezTo>
                <a:cubicBezTo>
                  <a:pt x="14" y="79"/>
                  <a:pt x="14" y="79"/>
                  <a:pt x="14" y="79"/>
                </a:cubicBezTo>
                <a:cubicBezTo>
                  <a:pt x="14" y="79"/>
                  <a:pt x="16" y="52"/>
                  <a:pt x="38" y="33"/>
                </a:cubicBezTo>
                <a:cubicBezTo>
                  <a:pt x="59" y="13"/>
                  <a:pt x="87" y="0"/>
                  <a:pt x="87" y="0"/>
                </a:cubicBezTo>
                <a:cubicBezTo>
                  <a:pt x="87" y="0"/>
                  <a:pt x="70" y="20"/>
                  <a:pt x="82" y="54"/>
                </a:cubicBezTo>
                <a:cubicBezTo>
                  <a:pt x="93" y="88"/>
                  <a:pt x="104" y="106"/>
                  <a:pt x="83" y="135"/>
                </a:cubicBezTo>
                <a:cubicBezTo>
                  <a:pt x="63" y="164"/>
                  <a:pt x="37" y="175"/>
                  <a:pt x="37" y="175"/>
                </a:cubicBezTo>
                <a:cubicBezTo>
                  <a:pt x="37" y="175"/>
                  <a:pt x="54" y="148"/>
                  <a:pt x="56" y="135"/>
                </a:cubicBezTo>
                <a:cubicBezTo>
                  <a:pt x="58" y="123"/>
                  <a:pt x="55" y="99"/>
                  <a:pt x="55" y="99"/>
                </a:cubicBezTo>
                <a:cubicBezTo>
                  <a:pt x="55" y="99"/>
                  <a:pt x="58" y="114"/>
                  <a:pt x="50" y="135"/>
                </a:cubicBezTo>
                <a:cubicBezTo>
                  <a:pt x="43" y="157"/>
                  <a:pt x="30" y="176"/>
                  <a:pt x="30" y="176"/>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5" name="千图PPT彼岸天：ID 8661124库_任意多边形 44">
            <a:extLst>
              <a:ext uri="{FF2B5EF4-FFF2-40B4-BE49-F238E27FC236}">
                <a16:creationId xmlns:a16="http://schemas.microsoft.com/office/drawing/2014/main" id="{15A41DC5-72A9-43E3-B94C-BC72674BD9BE}"/>
              </a:ext>
            </a:extLst>
          </p:cNvPr>
          <p:cNvSpPr/>
          <p:nvPr>
            <p:custDataLst>
              <p:tags r:id="rId9"/>
            </p:custDataLst>
          </p:nvPr>
        </p:nvSpPr>
        <p:spPr bwMode="auto">
          <a:xfrm>
            <a:off x="4894473" y="2445343"/>
            <a:ext cx="194398" cy="360503"/>
          </a:xfrm>
          <a:custGeom>
            <a:avLst/>
            <a:gdLst>
              <a:gd name="T0" fmla="*/ 51 w 90"/>
              <a:gd name="T1" fmla="*/ 167 h 167"/>
              <a:gd name="T2" fmla="*/ 27 w 90"/>
              <a:gd name="T3" fmla="*/ 137 h 167"/>
              <a:gd name="T4" fmla="*/ 2 w 90"/>
              <a:gd name="T5" fmla="*/ 91 h 167"/>
              <a:gd name="T6" fmla="*/ 7 w 90"/>
              <a:gd name="T7" fmla="*/ 96 h 167"/>
              <a:gd name="T8" fmla="*/ 11 w 90"/>
              <a:gd name="T9" fmla="*/ 48 h 167"/>
              <a:gd name="T10" fmla="*/ 41 w 90"/>
              <a:gd name="T11" fmla="*/ 0 h 167"/>
              <a:gd name="T12" fmla="*/ 54 w 90"/>
              <a:gd name="T13" fmla="*/ 45 h 167"/>
              <a:gd name="T14" fmla="*/ 82 w 90"/>
              <a:gd name="T15" fmla="*/ 110 h 167"/>
              <a:gd name="T16" fmla="*/ 57 w 90"/>
              <a:gd name="T17" fmla="*/ 163 h 167"/>
              <a:gd name="T18" fmla="*/ 60 w 90"/>
              <a:gd name="T19" fmla="*/ 122 h 167"/>
              <a:gd name="T20" fmla="*/ 47 w 90"/>
              <a:gd name="T21" fmla="*/ 94 h 167"/>
              <a:gd name="T22" fmla="*/ 55 w 90"/>
              <a:gd name="T23" fmla="*/ 125 h 167"/>
              <a:gd name="T24" fmla="*/ 51 w 90"/>
              <a:gd name="T25" fmla="*/ 16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 h="167">
                <a:moveTo>
                  <a:pt x="51" y="167"/>
                </a:moveTo>
                <a:cubicBezTo>
                  <a:pt x="51" y="167"/>
                  <a:pt x="44" y="151"/>
                  <a:pt x="27" y="137"/>
                </a:cubicBezTo>
                <a:cubicBezTo>
                  <a:pt x="2" y="118"/>
                  <a:pt x="2" y="91"/>
                  <a:pt x="2" y="91"/>
                </a:cubicBezTo>
                <a:cubicBezTo>
                  <a:pt x="7" y="96"/>
                  <a:pt x="7" y="96"/>
                  <a:pt x="7" y="96"/>
                </a:cubicBezTo>
                <a:cubicBezTo>
                  <a:pt x="7" y="96"/>
                  <a:pt x="0" y="73"/>
                  <a:pt x="11" y="48"/>
                </a:cubicBezTo>
                <a:cubicBezTo>
                  <a:pt x="23" y="22"/>
                  <a:pt x="41" y="0"/>
                  <a:pt x="41" y="0"/>
                </a:cubicBezTo>
                <a:cubicBezTo>
                  <a:pt x="41" y="0"/>
                  <a:pt x="34" y="23"/>
                  <a:pt x="54" y="45"/>
                </a:cubicBezTo>
                <a:cubicBezTo>
                  <a:pt x="74" y="68"/>
                  <a:pt x="90" y="78"/>
                  <a:pt x="82" y="110"/>
                </a:cubicBezTo>
                <a:cubicBezTo>
                  <a:pt x="75" y="142"/>
                  <a:pt x="57" y="163"/>
                  <a:pt x="57" y="163"/>
                </a:cubicBezTo>
                <a:cubicBezTo>
                  <a:pt x="57" y="163"/>
                  <a:pt x="62" y="134"/>
                  <a:pt x="60" y="122"/>
                </a:cubicBezTo>
                <a:cubicBezTo>
                  <a:pt x="57" y="111"/>
                  <a:pt x="47" y="94"/>
                  <a:pt x="47" y="94"/>
                </a:cubicBezTo>
                <a:cubicBezTo>
                  <a:pt x="47" y="94"/>
                  <a:pt x="54" y="105"/>
                  <a:pt x="55" y="125"/>
                </a:cubicBezTo>
                <a:cubicBezTo>
                  <a:pt x="56" y="145"/>
                  <a:pt x="51" y="167"/>
                  <a:pt x="51" y="167"/>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6" name="千图PPT彼岸天：ID 8661124库_任意多边形 45">
            <a:extLst>
              <a:ext uri="{FF2B5EF4-FFF2-40B4-BE49-F238E27FC236}">
                <a16:creationId xmlns:a16="http://schemas.microsoft.com/office/drawing/2014/main" id="{E7D40225-8E55-4774-A3BA-5A6AD6306E98}"/>
              </a:ext>
            </a:extLst>
          </p:cNvPr>
          <p:cNvSpPr/>
          <p:nvPr>
            <p:custDataLst>
              <p:tags r:id="rId10"/>
            </p:custDataLst>
          </p:nvPr>
        </p:nvSpPr>
        <p:spPr bwMode="auto">
          <a:xfrm>
            <a:off x="6662305" y="2004525"/>
            <a:ext cx="355027" cy="585019"/>
          </a:xfrm>
          <a:custGeom>
            <a:avLst/>
            <a:gdLst>
              <a:gd name="T0" fmla="*/ 109 w 164"/>
              <a:gd name="T1" fmla="*/ 271 h 271"/>
              <a:gd name="T2" fmla="*/ 133 w 164"/>
              <a:gd name="T3" fmla="*/ 212 h 271"/>
              <a:gd name="T4" fmla="*/ 151 w 164"/>
              <a:gd name="T5" fmla="*/ 124 h 271"/>
              <a:gd name="T6" fmla="*/ 145 w 164"/>
              <a:gd name="T7" fmla="*/ 134 h 271"/>
              <a:gd name="T8" fmla="*/ 113 w 164"/>
              <a:gd name="T9" fmla="*/ 60 h 271"/>
              <a:gd name="T10" fmla="*/ 39 w 164"/>
              <a:gd name="T11" fmla="*/ 0 h 271"/>
              <a:gd name="T12" fmla="*/ 41 w 164"/>
              <a:gd name="T13" fmla="*/ 79 h 271"/>
              <a:gd name="T14" fmla="*/ 28 w 164"/>
              <a:gd name="T15" fmla="*/ 198 h 271"/>
              <a:gd name="T16" fmla="*/ 97 w 164"/>
              <a:gd name="T17" fmla="*/ 268 h 271"/>
              <a:gd name="T18" fmla="*/ 72 w 164"/>
              <a:gd name="T19" fmla="*/ 205 h 271"/>
              <a:gd name="T20" fmla="*/ 77 w 164"/>
              <a:gd name="T21" fmla="*/ 153 h 271"/>
              <a:gd name="T22" fmla="*/ 81 w 164"/>
              <a:gd name="T23" fmla="*/ 207 h 271"/>
              <a:gd name="T24" fmla="*/ 109 w 164"/>
              <a:gd name="T25" fmla="*/ 271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4" h="271">
                <a:moveTo>
                  <a:pt x="109" y="271"/>
                </a:moveTo>
                <a:cubicBezTo>
                  <a:pt x="109" y="271"/>
                  <a:pt x="112" y="243"/>
                  <a:pt x="133" y="212"/>
                </a:cubicBezTo>
                <a:cubicBezTo>
                  <a:pt x="164" y="166"/>
                  <a:pt x="151" y="124"/>
                  <a:pt x="151" y="124"/>
                </a:cubicBezTo>
                <a:cubicBezTo>
                  <a:pt x="145" y="134"/>
                  <a:pt x="145" y="134"/>
                  <a:pt x="145" y="134"/>
                </a:cubicBezTo>
                <a:cubicBezTo>
                  <a:pt x="145" y="134"/>
                  <a:pt x="145" y="94"/>
                  <a:pt x="113" y="60"/>
                </a:cubicBezTo>
                <a:cubicBezTo>
                  <a:pt x="81" y="25"/>
                  <a:pt x="39" y="0"/>
                  <a:pt x="39" y="0"/>
                </a:cubicBezTo>
                <a:cubicBezTo>
                  <a:pt x="39" y="0"/>
                  <a:pt x="62" y="33"/>
                  <a:pt x="41" y="79"/>
                </a:cubicBezTo>
                <a:cubicBezTo>
                  <a:pt x="20" y="126"/>
                  <a:pt x="0" y="151"/>
                  <a:pt x="28" y="198"/>
                </a:cubicBezTo>
                <a:cubicBezTo>
                  <a:pt x="57" y="245"/>
                  <a:pt x="97" y="268"/>
                  <a:pt x="97" y="268"/>
                </a:cubicBezTo>
                <a:cubicBezTo>
                  <a:pt x="97" y="268"/>
                  <a:pt x="73" y="225"/>
                  <a:pt x="72" y="205"/>
                </a:cubicBezTo>
                <a:cubicBezTo>
                  <a:pt x="70" y="186"/>
                  <a:pt x="77" y="153"/>
                  <a:pt x="77" y="153"/>
                </a:cubicBezTo>
                <a:cubicBezTo>
                  <a:pt x="77" y="153"/>
                  <a:pt x="72" y="174"/>
                  <a:pt x="81" y="207"/>
                </a:cubicBezTo>
                <a:cubicBezTo>
                  <a:pt x="90" y="240"/>
                  <a:pt x="109" y="271"/>
                  <a:pt x="109" y="271"/>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7" name="千图PPT彼岸天：ID 8661124库_任意多边形 46">
            <a:extLst>
              <a:ext uri="{FF2B5EF4-FFF2-40B4-BE49-F238E27FC236}">
                <a16:creationId xmlns:a16="http://schemas.microsoft.com/office/drawing/2014/main" id="{2D452857-C452-42A7-A81B-D04E1A803846}"/>
              </a:ext>
            </a:extLst>
          </p:cNvPr>
          <p:cNvSpPr/>
          <p:nvPr>
            <p:custDataLst>
              <p:tags r:id="rId11"/>
            </p:custDataLst>
          </p:nvPr>
        </p:nvSpPr>
        <p:spPr bwMode="auto">
          <a:xfrm>
            <a:off x="6921501" y="3389039"/>
            <a:ext cx="407048" cy="425302"/>
          </a:xfrm>
          <a:custGeom>
            <a:avLst/>
            <a:gdLst>
              <a:gd name="T0" fmla="*/ 4 w 188"/>
              <a:gd name="T1" fmla="*/ 191 h 197"/>
              <a:gd name="T2" fmla="*/ 64 w 188"/>
              <a:gd name="T3" fmla="*/ 188 h 197"/>
              <a:gd name="T4" fmla="*/ 143 w 188"/>
              <a:gd name="T5" fmla="*/ 164 h 197"/>
              <a:gd name="T6" fmla="*/ 132 w 188"/>
              <a:gd name="T7" fmla="*/ 163 h 197"/>
              <a:gd name="T8" fmla="*/ 176 w 188"/>
              <a:gd name="T9" fmla="*/ 98 h 197"/>
              <a:gd name="T10" fmla="*/ 188 w 188"/>
              <a:gd name="T11" fmla="*/ 0 h 197"/>
              <a:gd name="T12" fmla="*/ 125 w 188"/>
              <a:gd name="T13" fmla="*/ 38 h 197"/>
              <a:gd name="T14" fmla="*/ 24 w 188"/>
              <a:gd name="T15" fmla="*/ 80 h 197"/>
              <a:gd name="T16" fmla="*/ 1 w 188"/>
              <a:gd name="T17" fmla="*/ 179 h 197"/>
              <a:gd name="T18" fmla="*/ 39 w 188"/>
              <a:gd name="T19" fmla="*/ 125 h 197"/>
              <a:gd name="T20" fmla="*/ 84 w 188"/>
              <a:gd name="T21" fmla="*/ 107 h 197"/>
              <a:gd name="T22" fmla="*/ 42 w 188"/>
              <a:gd name="T23" fmla="*/ 135 h 197"/>
              <a:gd name="T24" fmla="*/ 4 w 188"/>
              <a:gd name="T25" fmla="*/ 191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97">
                <a:moveTo>
                  <a:pt x="4" y="191"/>
                </a:moveTo>
                <a:cubicBezTo>
                  <a:pt x="4" y="191"/>
                  <a:pt x="28" y="181"/>
                  <a:pt x="64" y="188"/>
                </a:cubicBezTo>
                <a:cubicBezTo>
                  <a:pt x="115" y="197"/>
                  <a:pt x="143" y="164"/>
                  <a:pt x="143" y="164"/>
                </a:cubicBezTo>
                <a:cubicBezTo>
                  <a:pt x="132" y="163"/>
                  <a:pt x="132" y="163"/>
                  <a:pt x="132" y="163"/>
                </a:cubicBezTo>
                <a:cubicBezTo>
                  <a:pt x="132" y="163"/>
                  <a:pt x="164" y="145"/>
                  <a:pt x="176" y="98"/>
                </a:cubicBezTo>
                <a:cubicBezTo>
                  <a:pt x="188" y="52"/>
                  <a:pt x="188" y="0"/>
                  <a:pt x="188" y="0"/>
                </a:cubicBezTo>
                <a:cubicBezTo>
                  <a:pt x="188" y="0"/>
                  <a:pt x="174" y="37"/>
                  <a:pt x="125" y="38"/>
                </a:cubicBezTo>
                <a:cubicBezTo>
                  <a:pt x="77" y="39"/>
                  <a:pt x="47" y="31"/>
                  <a:pt x="24" y="80"/>
                </a:cubicBezTo>
                <a:cubicBezTo>
                  <a:pt x="0" y="129"/>
                  <a:pt x="1" y="179"/>
                  <a:pt x="1" y="179"/>
                </a:cubicBezTo>
                <a:cubicBezTo>
                  <a:pt x="1" y="179"/>
                  <a:pt x="24" y="136"/>
                  <a:pt x="39" y="125"/>
                </a:cubicBezTo>
                <a:cubicBezTo>
                  <a:pt x="54" y="115"/>
                  <a:pt x="84" y="107"/>
                  <a:pt x="84" y="107"/>
                </a:cubicBezTo>
                <a:cubicBezTo>
                  <a:pt x="84" y="107"/>
                  <a:pt x="64" y="111"/>
                  <a:pt x="42" y="135"/>
                </a:cubicBezTo>
                <a:cubicBezTo>
                  <a:pt x="20" y="159"/>
                  <a:pt x="4" y="191"/>
                  <a:pt x="4" y="19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8" name="千图PPT彼岸天：ID 8661124库_任意多边形 47">
            <a:extLst>
              <a:ext uri="{FF2B5EF4-FFF2-40B4-BE49-F238E27FC236}">
                <a16:creationId xmlns:a16="http://schemas.microsoft.com/office/drawing/2014/main" id="{2DB74707-7637-450B-8769-DF5344818FC0}"/>
              </a:ext>
            </a:extLst>
          </p:cNvPr>
          <p:cNvSpPr/>
          <p:nvPr>
            <p:custDataLst>
              <p:tags r:id="rId12"/>
            </p:custDataLst>
          </p:nvPr>
        </p:nvSpPr>
        <p:spPr bwMode="auto">
          <a:xfrm>
            <a:off x="4825111" y="3096986"/>
            <a:ext cx="799494" cy="706403"/>
          </a:xfrm>
          <a:custGeom>
            <a:avLst/>
            <a:gdLst>
              <a:gd name="T0" fmla="*/ 44 w 370"/>
              <a:gd name="T1" fmla="*/ 0 h 327"/>
              <a:gd name="T2" fmla="*/ 121 w 370"/>
              <a:gd name="T3" fmla="*/ 276 h 327"/>
              <a:gd name="T4" fmla="*/ 189 w 370"/>
              <a:gd name="T5" fmla="*/ 304 h 327"/>
              <a:gd name="T6" fmla="*/ 178 w 370"/>
              <a:gd name="T7" fmla="*/ 311 h 327"/>
              <a:gd name="T8" fmla="*/ 160 w 370"/>
              <a:gd name="T9" fmla="*/ 318 h 327"/>
              <a:gd name="T10" fmla="*/ 257 w 370"/>
              <a:gd name="T11" fmla="*/ 315 h 327"/>
              <a:gd name="T12" fmla="*/ 356 w 370"/>
              <a:gd name="T13" fmla="*/ 277 h 327"/>
              <a:gd name="T14" fmla="*/ 258 w 370"/>
              <a:gd name="T15" fmla="*/ 252 h 327"/>
              <a:gd name="T16" fmla="*/ 163 w 370"/>
              <a:gd name="T17" fmla="*/ 190 h 327"/>
              <a:gd name="T18" fmla="*/ 274 w 370"/>
              <a:gd name="T19" fmla="*/ 241 h 327"/>
              <a:gd name="T20" fmla="*/ 370 w 370"/>
              <a:gd name="T21" fmla="*/ 252 h 327"/>
              <a:gd name="T22" fmla="*/ 357 w 370"/>
              <a:gd name="T23" fmla="*/ 242 h 327"/>
              <a:gd name="T24" fmla="*/ 335 w 370"/>
              <a:gd name="T25" fmla="*/ 212 h 327"/>
              <a:gd name="T26" fmla="*/ 289 w 370"/>
              <a:gd name="T27" fmla="*/ 116 h 327"/>
              <a:gd name="T28" fmla="*/ 197 w 370"/>
              <a:gd name="T29" fmla="*/ 62 h 327"/>
              <a:gd name="T30" fmla="*/ 207 w 370"/>
              <a:gd name="T31" fmla="*/ 75 h 327"/>
              <a:gd name="T32" fmla="*/ 124 w 370"/>
              <a:gd name="T33" fmla="*/ 70 h 327"/>
              <a:gd name="T34" fmla="*/ 44 w 370"/>
              <a:gd name="T35" fmla="*/ 0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0" h="327">
                <a:moveTo>
                  <a:pt x="44" y="0"/>
                </a:moveTo>
                <a:cubicBezTo>
                  <a:pt x="44" y="0"/>
                  <a:pt x="0" y="194"/>
                  <a:pt x="121" y="276"/>
                </a:cubicBezTo>
                <a:cubicBezTo>
                  <a:pt x="143" y="291"/>
                  <a:pt x="166" y="299"/>
                  <a:pt x="189" y="304"/>
                </a:cubicBezTo>
                <a:cubicBezTo>
                  <a:pt x="185" y="307"/>
                  <a:pt x="182" y="310"/>
                  <a:pt x="178" y="311"/>
                </a:cubicBezTo>
                <a:cubicBezTo>
                  <a:pt x="167" y="316"/>
                  <a:pt x="160" y="318"/>
                  <a:pt x="160" y="318"/>
                </a:cubicBezTo>
                <a:cubicBezTo>
                  <a:pt x="160" y="318"/>
                  <a:pt x="204" y="327"/>
                  <a:pt x="257" y="315"/>
                </a:cubicBezTo>
                <a:cubicBezTo>
                  <a:pt x="309" y="303"/>
                  <a:pt x="356" y="277"/>
                  <a:pt x="356" y="277"/>
                </a:cubicBezTo>
                <a:cubicBezTo>
                  <a:pt x="356" y="277"/>
                  <a:pt x="308" y="271"/>
                  <a:pt x="258" y="252"/>
                </a:cubicBezTo>
                <a:cubicBezTo>
                  <a:pt x="209" y="232"/>
                  <a:pt x="163" y="190"/>
                  <a:pt x="163" y="190"/>
                </a:cubicBezTo>
                <a:cubicBezTo>
                  <a:pt x="163" y="190"/>
                  <a:pt x="225" y="229"/>
                  <a:pt x="274" y="241"/>
                </a:cubicBezTo>
                <a:cubicBezTo>
                  <a:pt x="322" y="254"/>
                  <a:pt x="370" y="252"/>
                  <a:pt x="370" y="252"/>
                </a:cubicBezTo>
                <a:cubicBezTo>
                  <a:pt x="357" y="242"/>
                  <a:pt x="357" y="242"/>
                  <a:pt x="357" y="242"/>
                </a:cubicBezTo>
                <a:cubicBezTo>
                  <a:pt x="350" y="235"/>
                  <a:pt x="342" y="226"/>
                  <a:pt x="335" y="212"/>
                </a:cubicBezTo>
                <a:cubicBezTo>
                  <a:pt x="321" y="186"/>
                  <a:pt x="310" y="140"/>
                  <a:pt x="289" y="116"/>
                </a:cubicBezTo>
                <a:cubicBezTo>
                  <a:pt x="261" y="84"/>
                  <a:pt x="229" y="70"/>
                  <a:pt x="197" y="62"/>
                </a:cubicBezTo>
                <a:cubicBezTo>
                  <a:pt x="201" y="66"/>
                  <a:pt x="204" y="70"/>
                  <a:pt x="207" y="75"/>
                </a:cubicBezTo>
                <a:cubicBezTo>
                  <a:pt x="178" y="71"/>
                  <a:pt x="149" y="74"/>
                  <a:pt x="124" y="70"/>
                </a:cubicBezTo>
                <a:cubicBezTo>
                  <a:pt x="60" y="60"/>
                  <a:pt x="44" y="0"/>
                  <a:pt x="44" y="0"/>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9" name="千图PPT彼岸天：ID 8661124库_任意多边形 48">
            <a:extLst>
              <a:ext uri="{FF2B5EF4-FFF2-40B4-BE49-F238E27FC236}">
                <a16:creationId xmlns:a16="http://schemas.microsoft.com/office/drawing/2014/main" id="{10957916-4250-4FD5-88F3-D451C8F123D7}"/>
              </a:ext>
            </a:extLst>
          </p:cNvPr>
          <p:cNvSpPr/>
          <p:nvPr>
            <p:custDataLst>
              <p:tags r:id="rId13"/>
            </p:custDataLst>
          </p:nvPr>
        </p:nvSpPr>
        <p:spPr bwMode="auto">
          <a:xfrm>
            <a:off x="4822373" y="2728269"/>
            <a:ext cx="369629" cy="459983"/>
          </a:xfrm>
          <a:custGeom>
            <a:avLst/>
            <a:gdLst>
              <a:gd name="T0" fmla="*/ 135 w 171"/>
              <a:gd name="T1" fmla="*/ 213 h 213"/>
              <a:gd name="T2" fmla="*/ 102 w 171"/>
              <a:gd name="T3" fmla="*/ 198 h 213"/>
              <a:gd name="T4" fmla="*/ 19 w 171"/>
              <a:gd name="T5" fmla="*/ 135 h 213"/>
              <a:gd name="T6" fmla="*/ 31 w 171"/>
              <a:gd name="T7" fmla="*/ 0 h 213"/>
              <a:gd name="T8" fmla="*/ 68 w 171"/>
              <a:gd name="T9" fmla="*/ 47 h 213"/>
              <a:gd name="T10" fmla="*/ 138 w 171"/>
              <a:gd name="T11" fmla="*/ 89 h 213"/>
              <a:gd name="T12" fmla="*/ 144 w 171"/>
              <a:gd name="T13" fmla="*/ 207 h 213"/>
              <a:gd name="T14" fmla="*/ 113 w 171"/>
              <a:gd name="T15" fmla="*/ 143 h 213"/>
              <a:gd name="T16" fmla="*/ 72 w 171"/>
              <a:gd name="T17" fmla="*/ 115 h 213"/>
              <a:gd name="T18" fmla="*/ 118 w 171"/>
              <a:gd name="T19" fmla="*/ 162 h 213"/>
              <a:gd name="T20" fmla="*/ 135 w 171"/>
              <a:gd name="T21" fmla="*/ 213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1" h="213">
                <a:moveTo>
                  <a:pt x="135" y="213"/>
                </a:moveTo>
                <a:cubicBezTo>
                  <a:pt x="135" y="213"/>
                  <a:pt x="124" y="207"/>
                  <a:pt x="102" y="198"/>
                </a:cubicBezTo>
                <a:cubicBezTo>
                  <a:pt x="80" y="189"/>
                  <a:pt x="34" y="178"/>
                  <a:pt x="19" y="135"/>
                </a:cubicBezTo>
                <a:cubicBezTo>
                  <a:pt x="0" y="80"/>
                  <a:pt x="31" y="0"/>
                  <a:pt x="31" y="0"/>
                </a:cubicBezTo>
                <a:cubicBezTo>
                  <a:pt x="31" y="0"/>
                  <a:pt x="35" y="33"/>
                  <a:pt x="68" y="47"/>
                </a:cubicBezTo>
                <a:cubicBezTo>
                  <a:pt x="101" y="60"/>
                  <a:pt x="112" y="58"/>
                  <a:pt x="138" y="89"/>
                </a:cubicBezTo>
                <a:cubicBezTo>
                  <a:pt x="171" y="128"/>
                  <a:pt x="144" y="207"/>
                  <a:pt x="144" y="207"/>
                </a:cubicBezTo>
                <a:cubicBezTo>
                  <a:pt x="144" y="207"/>
                  <a:pt x="134" y="165"/>
                  <a:pt x="113" y="143"/>
                </a:cubicBezTo>
                <a:cubicBezTo>
                  <a:pt x="92" y="120"/>
                  <a:pt x="72" y="115"/>
                  <a:pt x="72" y="115"/>
                </a:cubicBezTo>
                <a:cubicBezTo>
                  <a:pt x="72" y="115"/>
                  <a:pt x="104" y="129"/>
                  <a:pt x="118" y="162"/>
                </a:cubicBezTo>
                <a:cubicBezTo>
                  <a:pt x="133" y="194"/>
                  <a:pt x="135" y="213"/>
                  <a:pt x="135" y="213"/>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30" name="千图PPT彼岸天：ID 8661124库_任意多边形 49">
            <a:extLst>
              <a:ext uri="{FF2B5EF4-FFF2-40B4-BE49-F238E27FC236}">
                <a16:creationId xmlns:a16="http://schemas.microsoft.com/office/drawing/2014/main" id="{E5740517-DD56-4691-9C7D-E6903111FA6B}"/>
              </a:ext>
            </a:extLst>
          </p:cNvPr>
          <p:cNvSpPr/>
          <p:nvPr>
            <p:custDataLst>
              <p:tags r:id="rId14"/>
            </p:custDataLst>
          </p:nvPr>
        </p:nvSpPr>
        <p:spPr bwMode="auto">
          <a:xfrm>
            <a:off x="5196565" y="3827118"/>
            <a:ext cx="636127" cy="425302"/>
          </a:xfrm>
          <a:custGeom>
            <a:avLst/>
            <a:gdLst>
              <a:gd name="T0" fmla="*/ 289 w 294"/>
              <a:gd name="T1" fmla="*/ 154 h 197"/>
              <a:gd name="T2" fmla="*/ 240 w 294"/>
              <a:gd name="T3" fmla="*/ 164 h 197"/>
              <a:gd name="T4" fmla="*/ 97 w 294"/>
              <a:gd name="T5" fmla="*/ 162 h 197"/>
              <a:gd name="T6" fmla="*/ 0 w 294"/>
              <a:gd name="T7" fmla="*/ 2 h 197"/>
              <a:gd name="T8" fmla="*/ 79 w 294"/>
              <a:gd name="T9" fmla="*/ 24 h 197"/>
              <a:gd name="T10" fmla="*/ 192 w 294"/>
              <a:gd name="T11" fmla="*/ 14 h 197"/>
              <a:gd name="T12" fmla="*/ 294 w 294"/>
              <a:gd name="T13" fmla="*/ 140 h 197"/>
              <a:gd name="T14" fmla="*/ 207 w 294"/>
              <a:gd name="T15" fmla="*/ 93 h 197"/>
              <a:gd name="T16" fmla="*/ 138 w 294"/>
              <a:gd name="T17" fmla="*/ 96 h 197"/>
              <a:gd name="T18" fmla="*/ 229 w 294"/>
              <a:gd name="T19" fmla="*/ 110 h 197"/>
              <a:gd name="T20" fmla="*/ 289 w 294"/>
              <a:gd name="T21" fmla="*/ 154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4" h="197">
                <a:moveTo>
                  <a:pt x="289" y="154"/>
                </a:moveTo>
                <a:cubicBezTo>
                  <a:pt x="289" y="154"/>
                  <a:pt x="272" y="156"/>
                  <a:pt x="240" y="164"/>
                </a:cubicBezTo>
                <a:cubicBezTo>
                  <a:pt x="208" y="173"/>
                  <a:pt x="149" y="197"/>
                  <a:pt x="97" y="162"/>
                </a:cubicBezTo>
                <a:cubicBezTo>
                  <a:pt x="30" y="116"/>
                  <a:pt x="0" y="2"/>
                  <a:pt x="0" y="2"/>
                </a:cubicBezTo>
                <a:cubicBezTo>
                  <a:pt x="0" y="2"/>
                  <a:pt x="31" y="35"/>
                  <a:pt x="79" y="24"/>
                </a:cubicBezTo>
                <a:cubicBezTo>
                  <a:pt x="127" y="12"/>
                  <a:pt x="137" y="0"/>
                  <a:pt x="192" y="14"/>
                </a:cubicBezTo>
                <a:cubicBezTo>
                  <a:pt x="259" y="30"/>
                  <a:pt x="294" y="140"/>
                  <a:pt x="294" y="140"/>
                </a:cubicBezTo>
                <a:cubicBezTo>
                  <a:pt x="294" y="140"/>
                  <a:pt x="249" y="102"/>
                  <a:pt x="207" y="93"/>
                </a:cubicBezTo>
                <a:cubicBezTo>
                  <a:pt x="166" y="85"/>
                  <a:pt x="138" y="96"/>
                  <a:pt x="138" y="96"/>
                </a:cubicBezTo>
                <a:cubicBezTo>
                  <a:pt x="138" y="96"/>
                  <a:pt x="187" y="86"/>
                  <a:pt x="229" y="110"/>
                </a:cubicBezTo>
                <a:cubicBezTo>
                  <a:pt x="271" y="134"/>
                  <a:pt x="289" y="154"/>
                  <a:pt x="289" y="154"/>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31" name="千图PPT彼岸天：ID 8661124库_任意多边形 50">
            <a:extLst>
              <a:ext uri="{FF2B5EF4-FFF2-40B4-BE49-F238E27FC236}">
                <a16:creationId xmlns:a16="http://schemas.microsoft.com/office/drawing/2014/main" id="{9DA75E5B-CF0B-40EB-9E53-16EAA9C855F9}"/>
              </a:ext>
            </a:extLst>
          </p:cNvPr>
          <p:cNvSpPr/>
          <p:nvPr>
            <p:custDataLst>
              <p:tags r:id="rId15"/>
            </p:custDataLst>
          </p:nvPr>
        </p:nvSpPr>
        <p:spPr bwMode="auto">
          <a:xfrm>
            <a:off x="6329182" y="3790612"/>
            <a:ext cx="281101" cy="475499"/>
          </a:xfrm>
          <a:custGeom>
            <a:avLst/>
            <a:gdLst>
              <a:gd name="T0" fmla="*/ 91 w 130"/>
              <a:gd name="T1" fmla="*/ 53 h 220"/>
              <a:gd name="T2" fmla="*/ 92 w 130"/>
              <a:gd name="T3" fmla="*/ 69 h 220"/>
              <a:gd name="T4" fmla="*/ 80 w 130"/>
              <a:gd name="T5" fmla="*/ 53 h 220"/>
              <a:gd name="T6" fmla="*/ 71 w 130"/>
              <a:gd name="T7" fmla="*/ 0 h 220"/>
              <a:gd name="T8" fmla="*/ 12 w 130"/>
              <a:gd name="T9" fmla="*/ 66 h 220"/>
              <a:gd name="T10" fmla="*/ 7 w 130"/>
              <a:gd name="T11" fmla="*/ 121 h 220"/>
              <a:gd name="T12" fmla="*/ 0 w 130"/>
              <a:gd name="T13" fmla="*/ 115 h 220"/>
              <a:gd name="T14" fmla="*/ 35 w 130"/>
              <a:gd name="T15" fmla="*/ 173 h 220"/>
              <a:gd name="T16" fmla="*/ 71 w 130"/>
              <a:gd name="T17" fmla="*/ 220 h 220"/>
              <a:gd name="T18" fmla="*/ 72 w 130"/>
              <a:gd name="T19" fmla="*/ 219 h 220"/>
              <a:gd name="T20" fmla="*/ 82 w 130"/>
              <a:gd name="T21" fmla="*/ 187 h 220"/>
              <a:gd name="T22" fmla="*/ 70 w 130"/>
              <a:gd name="T23" fmla="*/ 107 h 220"/>
              <a:gd name="T24" fmla="*/ 93 w 130"/>
              <a:gd name="T25" fmla="*/ 164 h 220"/>
              <a:gd name="T26" fmla="*/ 91 w 130"/>
              <a:gd name="T27" fmla="*/ 205 h 220"/>
              <a:gd name="T28" fmla="*/ 119 w 130"/>
              <a:gd name="T29" fmla="*/ 158 h 220"/>
              <a:gd name="T30" fmla="*/ 120 w 130"/>
              <a:gd name="T31" fmla="*/ 152 h 220"/>
              <a:gd name="T32" fmla="*/ 91 w 130"/>
              <a:gd name="T33" fmla="*/ 53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220">
                <a:moveTo>
                  <a:pt x="91" y="53"/>
                </a:moveTo>
                <a:cubicBezTo>
                  <a:pt x="92" y="69"/>
                  <a:pt x="92" y="69"/>
                  <a:pt x="92" y="69"/>
                </a:cubicBezTo>
                <a:cubicBezTo>
                  <a:pt x="88" y="63"/>
                  <a:pt x="83" y="58"/>
                  <a:pt x="80" y="53"/>
                </a:cubicBezTo>
                <a:cubicBezTo>
                  <a:pt x="64" y="32"/>
                  <a:pt x="71" y="0"/>
                  <a:pt x="71" y="0"/>
                </a:cubicBezTo>
                <a:cubicBezTo>
                  <a:pt x="71" y="0"/>
                  <a:pt x="27" y="22"/>
                  <a:pt x="12" y="66"/>
                </a:cubicBezTo>
                <a:cubicBezTo>
                  <a:pt x="5" y="85"/>
                  <a:pt x="4" y="104"/>
                  <a:pt x="7" y="121"/>
                </a:cubicBezTo>
                <a:cubicBezTo>
                  <a:pt x="5" y="119"/>
                  <a:pt x="2" y="117"/>
                  <a:pt x="0" y="115"/>
                </a:cubicBezTo>
                <a:cubicBezTo>
                  <a:pt x="2" y="140"/>
                  <a:pt x="18" y="159"/>
                  <a:pt x="35" y="173"/>
                </a:cubicBezTo>
                <a:cubicBezTo>
                  <a:pt x="64" y="198"/>
                  <a:pt x="71" y="220"/>
                  <a:pt x="71" y="220"/>
                </a:cubicBezTo>
                <a:cubicBezTo>
                  <a:pt x="71" y="220"/>
                  <a:pt x="72" y="219"/>
                  <a:pt x="72" y="219"/>
                </a:cubicBezTo>
                <a:cubicBezTo>
                  <a:pt x="76" y="211"/>
                  <a:pt x="79" y="200"/>
                  <a:pt x="82" y="187"/>
                </a:cubicBezTo>
                <a:cubicBezTo>
                  <a:pt x="92" y="144"/>
                  <a:pt x="70" y="107"/>
                  <a:pt x="70" y="107"/>
                </a:cubicBezTo>
                <a:cubicBezTo>
                  <a:pt x="70" y="107"/>
                  <a:pt x="87" y="131"/>
                  <a:pt x="93" y="164"/>
                </a:cubicBezTo>
                <a:cubicBezTo>
                  <a:pt x="95" y="176"/>
                  <a:pt x="93" y="191"/>
                  <a:pt x="91" y="205"/>
                </a:cubicBezTo>
                <a:cubicBezTo>
                  <a:pt x="101" y="195"/>
                  <a:pt x="113" y="180"/>
                  <a:pt x="119" y="158"/>
                </a:cubicBezTo>
                <a:cubicBezTo>
                  <a:pt x="119" y="156"/>
                  <a:pt x="120" y="154"/>
                  <a:pt x="120" y="152"/>
                </a:cubicBezTo>
                <a:cubicBezTo>
                  <a:pt x="130" y="110"/>
                  <a:pt x="107" y="73"/>
                  <a:pt x="91" y="53"/>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32" name="千图PPT彼岸天：ID 8661124库_任意多边形 51">
            <a:extLst>
              <a:ext uri="{FF2B5EF4-FFF2-40B4-BE49-F238E27FC236}">
                <a16:creationId xmlns:a16="http://schemas.microsoft.com/office/drawing/2014/main" id="{7612C511-FA10-4B7D-866F-A0296991326E}"/>
              </a:ext>
            </a:extLst>
          </p:cNvPr>
          <p:cNvSpPr/>
          <p:nvPr>
            <p:custDataLst>
              <p:tags r:id="rId16"/>
            </p:custDataLst>
          </p:nvPr>
        </p:nvSpPr>
        <p:spPr bwMode="auto">
          <a:xfrm>
            <a:off x="6061772" y="1855761"/>
            <a:ext cx="185271" cy="336774"/>
          </a:xfrm>
          <a:custGeom>
            <a:avLst/>
            <a:gdLst>
              <a:gd name="T0" fmla="*/ 28 w 86"/>
              <a:gd name="T1" fmla="*/ 37 h 156"/>
              <a:gd name="T2" fmla="*/ 27 w 86"/>
              <a:gd name="T3" fmla="*/ 48 h 156"/>
              <a:gd name="T4" fmla="*/ 35 w 86"/>
              <a:gd name="T5" fmla="*/ 37 h 156"/>
              <a:gd name="T6" fmla="*/ 43 w 86"/>
              <a:gd name="T7" fmla="*/ 0 h 156"/>
              <a:gd name="T8" fmla="*/ 80 w 86"/>
              <a:gd name="T9" fmla="*/ 49 h 156"/>
              <a:gd name="T10" fmla="*/ 82 w 86"/>
              <a:gd name="T11" fmla="*/ 88 h 156"/>
              <a:gd name="T12" fmla="*/ 86 w 86"/>
              <a:gd name="T13" fmla="*/ 84 h 156"/>
              <a:gd name="T14" fmla="*/ 61 w 86"/>
              <a:gd name="T15" fmla="*/ 124 h 156"/>
              <a:gd name="T16" fmla="*/ 35 w 86"/>
              <a:gd name="T17" fmla="*/ 156 h 156"/>
              <a:gd name="T18" fmla="*/ 35 w 86"/>
              <a:gd name="T19" fmla="*/ 156 h 156"/>
              <a:gd name="T20" fmla="*/ 29 w 86"/>
              <a:gd name="T21" fmla="*/ 133 h 156"/>
              <a:gd name="T22" fmla="*/ 40 w 86"/>
              <a:gd name="T23" fmla="*/ 76 h 156"/>
              <a:gd name="T24" fmla="*/ 23 w 86"/>
              <a:gd name="T25" fmla="*/ 115 h 156"/>
              <a:gd name="T26" fmla="*/ 23 w 86"/>
              <a:gd name="T27" fmla="*/ 145 h 156"/>
              <a:gd name="T28" fmla="*/ 6 w 86"/>
              <a:gd name="T29" fmla="*/ 111 h 156"/>
              <a:gd name="T30" fmla="*/ 5 w 86"/>
              <a:gd name="T31" fmla="*/ 106 h 156"/>
              <a:gd name="T32" fmla="*/ 28 w 86"/>
              <a:gd name="T33" fmla="*/ 37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6" h="156">
                <a:moveTo>
                  <a:pt x="28" y="37"/>
                </a:moveTo>
                <a:cubicBezTo>
                  <a:pt x="27" y="48"/>
                  <a:pt x="27" y="48"/>
                  <a:pt x="27" y="48"/>
                </a:cubicBezTo>
                <a:cubicBezTo>
                  <a:pt x="30" y="44"/>
                  <a:pt x="33" y="40"/>
                  <a:pt x="35" y="37"/>
                </a:cubicBezTo>
                <a:cubicBezTo>
                  <a:pt x="47" y="23"/>
                  <a:pt x="43" y="0"/>
                  <a:pt x="43" y="0"/>
                </a:cubicBezTo>
                <a:cubicBezTo>
                  <a:pt x="43" y="0"/>
                  <a:pt x="71" y="17"/>
                  <a:pt x="80" y="49"/>
                </a:cubicBezTo>
                <a:cubicBezTo>
                  <a:pt x="84" y="63"/>
                  <a:pt x="84" y="76"/>
                  <a:pt x="82" y="88"/>
                </a:cubicBezTo>
                <a:cubicBezTo>
                  <a:pt x="83" y="87"/>
                  <a:pt x="85" y="85"/>
                  <a:pt x="86" y="84"/>
                </a:cubicBezTo>
                <a:cubicBezTo>
                  <a:pt x="84" y="101"/>
                  <a:pt x="73" y="114"/>
                  <a:pt x="61" y="124"/>
                </a:cubicBezTo>
                <a:cubicBezTo>
                  <a:pt x="41" y="141"/>
                  <a:pt x="35" y="156"/>
                  <a:pt x="35" y="156"/>
                </a:cubicBezTo>
                <a:cubicBezTo>
                  <a:pt x="35" y="156"/>
                  <a:pt x="35" y="156"/>
                  <a:pt x="35" y="156"/>
                </a:cubicBezTo>
                <a:cubicBezTo>
                  <a:pt x="33" y="150"/>
                  <a:pt x="31" y="142"/>
                  <a:pt x="29" y="133"/>
                </a:cubicBezTo>
                <a:cubicBezTo>
                  <a:pt x="24" y="102"/>
                  <a:pt x="40" y="76"/>
                  <a:pt x="40" y="76"/>
                </a:cubicBezTo>
                <a:cubicBezTo>
                  <a:pt x="40" y="76"/>
                  <a:pt x="28" y="93"/>
                  <a:pt x="23" y="115"/>
                </a:cubicBezTo>
                <a:cubicBezTo>
                  <a:pt x="21" y="124"/>
                  <a:pt x="22" y="135"/>
                  <a:pt x="23" y="145"/>
                </a:cubicBezTo>
                <a:cubicBezTo>
                  <a:pt x="16" y="138"/>
                  <a:pt x="9" y="126"/>
                  <a:pt x="6" y="111"/>
                </a:cubicBezTo>
                <a:cubicBezTo>
                  <a:pt x="5" y="109"/>
                  <a:pt x="5" y="108"/>
                  <a:pt x="5" y="106"/>
                </a:cubicBezTo>
                <a:cubicBezTo>
                  <a:pt x="0" y="76"/>
                  <a:pt x="17" y="51"/>
                  <a:pt x="28" y="37"/>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33" name="千图PPT彼岸天：ID 8661124库_任意多边形 52">
            <a:extLst>
              <a:ext uri="{FF2B5EF4-FFF2-40B4-BE49-F238E27FC236}">
                <a16:creationId xmlns:a16="http://schemas.microsoft.com/office/drawing/2014/main" id="{D90208D0-EC1C-49D9-A319-999579CC0FAC}"/>
              </a:ext>
            </a:extLst>
          </p:cNvPr>
          <p:cNvSpPr/>
          <p:nvPr>
            <p:custDataLst>
              <p:tags r:id="rId17"/>
            </p:custDataLst>
          </p:nvPr>
        </p:nvSpPr>
        <p:spPr bwMode="auto">
          <a:xfrm>
            <a:off x="5700356" y="2898937"/>
            <a:ext cx="272887" cy="522045"/>
          </a:xfrm>
          <a:custGeom>
            <a:avLst/>
            <a:gdLst>
              <a:gd name="T0" fmla="*/ 44 w 126"/>
              <a:gd name="T1" fmla="*/ 57 h 242"/>
              <a:gd name="T2" fmla="*/ 41 w 126"/>
              <a:gd name="T3" fmla="*/ 74 h 242"/>
              <a:gd name="T4" fmla="*/ 55 w 126"/>
              <a:gd name="T5" fmla="*/ 58 h 242"/>
              <a:gd name="T6" fmla="*/ 69 w 126"/>
              <a:gd name="T7" fmla="*/ 0 h 242"/>
              <a:gd name="T8" fmla="*/ 120 w 126"/>
              <a:gd name="T9" fmla="*/ 75 h 242"/>
              <a:gd name="T10" fmla="*/ 120 w 126"/>
              <a:gd name="T11" fmla="*/ 135 h 242"/>
              <a:gd name="T12" fmla="*/ 126 w 126"/>
              <a:gd name="T13" fmla="*/ 130 h 242"/>
              <a:gd name="T14" fmla="*/ 87 w 126"/>
              <a:gd name="T15" fmla="*/ 192 h 242"/>
              <a:gd name="T16" fmla="*/ 46 w 126"/>
              <a:gd name="T17" fmla="*/ 242 h 242"/>
              <a:gd name="T18" fmla="*/ 45 w 126"/>
              <a:gd name="T19" fmla="*/ 241 h 242"/>
              <a:gd name="T20" fmla="*/ 39 w 126"/>
              <a:gd name="T21" fmla="*/ 206 h 242"/>
              <a:gd name="T22" fmla="*/ 59 w 126"/>
              <a:gd name="T23" fmla="*/ 117 h 242"/>
              <a:gd name="T24" fmla="*/ 31 w 126"/>
              <a:gd name="T25" fmla="*/ 179 h 242"/>
              <a:gd name="T26" fmla="*/ 28 w 126"/>
              <a:gd name="T27" fmla="*/ 225 h 242"/>
              <a:gd name="T28" fmla="*/ 6 w 126"/>
              <a:gd name="T29" fmla="*/ 172 h 242"/>
              <a:gd name="T30" fmla="*/ 5 w 126"/>
              <a:gd name="T31" fmla="*/ 165 h 242"/>
              <a:gd name="T32" fmla="*/ 44 w 126"/>
              <a:gd name="T33" fmla="*/ 57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5" h="241">
                <a:moveTo>
                  <a:pt x="44" y="57"/>
                </a:moveTo>
                <a:cubicBezTo>
                  <a:pt x="41" y="74"/>
                  <a:pt x="41" y="74"/>
                  <a:pt x="41" y="74"/>
                </a:cubicBezTo>
                <a:cubicBezTo>
                  <a:pt x="47" y="68"/>
                  <a:pt x="51" y="62"/>
                  <a:pt x="55" y="58"/>
                </a:cubicBezTo>
                <a:cubicBezTo>
                  <a:pt x="73" y="36"/>
                  <a:pt x="69" y="0"/>
                  <a:pt x="69" y="0"/>
                </a:cubicBezTo>
                <a:cubicBezTo>
                  <a:pt x="69" y="0"/>
                  <a:pt x="110" y="26"/>
                  <a:pt x="120" y="75"/>
                </a:cubicBezTo>
                <a:cubicBezTo>
                  <a:pt x="125" y="97"/>
                  <a:pt x="124" y="117"/>
                  <a:pt x="120" y="135"/>
                </a:cubicBezTo>
                <a:cubicBezTo>
                  <a:pt x="122" y="134"/>
                  <a:pt x="124" y="132"/>
                  <a:pt x="126" y="130"/>
                </a:cubicBezTo>
                <a:cubicBezTo>
                  <a:pt x="122" y="157"/>
                  <a:pt x="104" y="177"/>
                  <a:pt x="87" y="192"/>
                </a:cubicBezTo>
                <a:cubicBezTo>
                  <a:pt x="55" y="218"/>
                  <a:pt x="46" y="242"/>
                  <a:pt x="46" y="242"/>
                </a:cubicBezTo>
                <a:cubicBezTo>
                  <a:pt x="46" y="242"/>
                  <a:pt x="45" y="241"/>
                  <a:pt x="45" y="241"/>
                </a:cubicBezTo>
                <a:cubicBezTo>
                  <a:pt x="42" y="232"/>
                  <a:pt x="40" y="220"/>
                  <a:pt x="39" y="206"/>
                </a:cubicBezTo>
                <a:cubicBezTo>
                  <a:pt x="33" y="158"/>
                  <a:pt x="59" y="117"/>
                  <a:pt x="59" y="117"/>
                </a:cubicBezTo>
                <a:cubicBezTo>
                  <a:pt x="59" y="117"/>
                  <a:pt x="39" y="144"/>
                  <a:pt x="31" y="179"/>
                </a:cubicBezTo>
                <a:cubicBezTo>
                  <a:pt x="27" y="192"/>
                  <a:pt x="27" y="209"/>
                  <a:pt x="28" y="225"/>
                </a:cubicBezTo>
                <a:cubicBezTo>
                  <a:pt x="19" y="213"/>
                  <a:pt x="10" y="196"/>
                  <a:pt x="6" y="172"/>
                </a:cubicBezTo>
                <a:cubicBezTo>
                  <a:pt x="5" y="169"/>
                  <a:pt x="5" y="167"/>
                  <a:pt x="5" y="165"/>
                </a:cubicBezTo>
                <a:cubicBezTo>
                  <a:pt x="0" y="118"/>
                  <a:pt x="27" y="78"/>
                  <a:pt x="44" y="57"/>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34" name="千图PPT彼岸天：ID 8661124库_任意多边形 53">
            <a:extLst>
              <a:ext uri="{FF2B5EF4-FFF2-40B4-BE49-F238E27FC236}">
                <a16:creationId xmlns:a16="http://schemas.microsoft.com/office/drawing/2014/main" id="{4986F7D8-9856-4BA7-8530-771FA7A78662}"/>
              </a:ext>
            </a:extLst>
          </p:cNvPr>
          <p:cNvSpPr/>
          <p:nvPr>
            <p:custDataLst>
              <p:tags r:id="rId18"/>
            </p:custDataLst>
          </p:nvPr>
        </p:nvSpPr>
        <p:spPr bwMode="auto">
          <a:xfrm>
            <a:off x="6671432" y="3839896"/>
            <a:ext cx="336773" cy="445380"/>
          </a:xfrm>
          <a:custGeom>
            <a:avLst/>
            <a:gdLst>
              <a:gd name="T0" fmla="*/ 86 w 156"/>
              <a:gd name="T1" fmla="*/ 41 h 206"/>
              <a:gd name="T2" fmla="*/ 77 w 156"/>
              <a:gd name="T3" fmla="*/ 56 h 206"/>
              <a:gd name="T4" fmla="*/ 95 w 156"/>
              <a:gd name="T5" fmla="*/ 46 h 206"/>
              <a:gd name="T6" fmla="*/ 131 w 156"/>
              <a:gd name="T7" fmla="*/ 0 h 206"/>
              <a:gd name="T8" fmla="*/ 146 w 156"/>
              <a:gd name="T9" fmla="*/ 87 h 206"/>
              <a:gd name="T10" fmla="*/ 122 w 156"/>
              <a:gd name="T11" fmla="*/ 141 h 206"/>
              <a:gd name="T12" fmla="*/ 130 w 156"/>
              <a:gd name="T13" fmla="*/ 138 h 206"/>
              <a:gd name="T14" fmla="*/ 70 w 156"/>
              <a:gd name="T15" fmla="*/ 178 h 206"/>
              <a:gd name="T16" fmla="*/ 14 w 156"/>
              <a:gd name="T17" fmla="*/ 206 h 206"/>
              <a:gd name="T18" fmla="*/ 14 w 156"/>
              <a:gd name="T19" fmla="*/ 205 h 206"/>
              <a:gd name="T20" fmla="*/ 22 w 156"/>
              <a:gd name="T21" fmla="*/ 171 h 206"/>
              <a:gd name="T22" fmla="*/ 75 w 156"/>
              <a:gd name="T23" fmla="*/ 101 h 206"/>
              <a:gd name="T24" fmla="*/ 26 w 156"/>
              <a:gd name="T25" fmla="*/ 144 h 206"/>
              <a:gd name="T26" fmla="*/ 5 w 156"/>
              <a:gd name="T27" fmla="*/ 184 h 206"/>
              <a:gd name="T28" fmla="*/ 6 w 156"/>
              <a:gd name="T29" fmla="*/ 128 h 206"/>
              <a:gd name="T30" fmla="*/ 8 w 156"/>
              <a:gd name="T31" fmla="*/ 122 h 206"/>
              <a:gd name="T32" fmla="*/ 86 w 156"/>
              <a:gd name="T33" fmla="*/ 41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6" h="206">
                <a:moveTo>
                  <a:pt x="86" y="41"/>
                </a:moveTo>
                <a:cubicBezTo>
                  <a:pt x="77" y="56"/>
                  <a:pt x="77" y="56"/>
                  <a:pt x="77" y="56"/>
                </a:cubicBezTo>
                <a:cubicBezTo>
                  <a:pt x="84" y="52"/>
                  <a:pt x="90" y="49"/>
                  <a:pt x="95" y="46"/>
                </a:cubicBezTo>
                <a:cubicBezTo>
                  <a:pt x="120" y="34"/>
                  <a:pt x="131" y="0"/>
                  <a:pt x="131" y="0"/>
                </a:cubicBezTo>
                <a:cubicBezTo>
                  <a:pt x="131" y="0"/>
                  <a:pt x="156" y="40"/>
                  <a:pt x="146" y="87"/>
                </a:cubicBezTo>
                <a:cubicBezTo>
                  <a:pt x="142" y="108"/>
                  <a:pt x="133" y="126"/>
                  <a:pt x="122" y="141"/>
                </a:cubicBezTo>
                <a:cubicBezTo>
                  <a:pt x="124" y="140"/>
                  <a:pt x="127" y="139"/>
                  <a:pt x="130" y="138"/>
                </a:cubicBezTo>
                <a:cubicBezTo>
                  <a:pt x="115" y="160"/>
                  <a:pt x="91" y="171"/>
                  <a:pt x="70" y="178"/>
                </a:cubicBezTo>
                <a:cubicBezTo>
                  <a:pt x="32" y="189"/>
                  <a:pt x="14" y="206"/>
                  <a:pt x="14" y="206"/>
                </a:cubicBezTo>
                <a:cubicBezTo>
                  <a:pt x="14" y="206"/>
                  <a:pt x="14" y="205"/>
                  <a:pt x="14" y="205"/>
                </a:cubicBezTo>
                <a:cubicBezTo>
                  <a:pt x="15" y="196"/>
                  <a:pt x="18" y="184"/>
                  <a:pt x="22" y="171"/>
                </a:cubicBezTo>
                <a:cubicBezTo>
                  <a:pt x="36" y="126"/>
                  <a:pt x="75" y="101"/>
                  <a:pt x="75" y="101"/>
                </a:cubicBezTo>
                <a:cubicBezTo>
                  <a:pt x="75" y="101"/>
                  <a:pt x="47" y="116"/>
                  <a:pt x="26" y="144"/>
                </a:cubicBezTo>
                <a:cubicBezTo>
                  <a:pt x="18" y="155"/>
                  <a:pt x="11" y="169"/>
                  <a:pt x="5" y="184"/>
                </a:cubicBezTo>
                <a:cubicBezTo>
                  <a:pt x="2" y="170"/>
                  <a:pt x="0" y="151"/>
                  <a:pt x="6" y="128"/>
                </a:cubicBezTo>
                <a:cubicBezTo>
                  <a:pt x="7" y="126"/>
                  <a:pt x="8" y="124"/>
                  <a:pt x="8" y="122"/>
                </a:cubicBezTo>
                <a:cubicBezTo>
                  <a:pt x="23" y="78"/>
                  <a:pt x="62" y="53"/>
                  <a:pt x="86" y="41"/>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35" name="千图PPT彼岸天：ID 8661124库_任意多边形 54">
            <a:extLst>
              <a:ext uri="{FF2B5EF4-FFF2-40B4-BE49-F238E27FC236}">
                <a16:creationId xmlns:a16="http://schemas.microsoft.com/office/drawing/2014/main" id="{4E8FA575-ADA6-403D-B7D1-5C689FB148F4}"/>
              </a:ext>
            </a:extLst>
          </p:cNvPr>
          <p:cNvSpPr/>
          <p:nvPr>
            <p:custDataLst>
              <p:tags r:id="rId19"/>
            </p:custDataLst>
          </p:nvPr>
        </p:nvSpPr>
        <p:spPr bwMode="auto">
          <a:xfrm>
            <a:off x="7099471" y="3073257"/>
            <a:ext cx="252808" cy="326734"/>
          </a:xfrm>
          <a:custGeom>
            <a:avLst/>
            <a:gdLst>
              <a:gd name="T0" fmla="*/ 61 w 117"/>
              <a:gd name="T1" fmla="*/ 29 h 151"/>
              <a:gd name="T2" fmla="*/ 55 w 117"/>
              <a:gd name="T3" fmla="*/ 40 h 151"/>
              <a:gd name="T4" fmla="*/ 69 w 117"/>
              <a:gd name="T5" fmla="*/ 33 h 151"/>
              <a:gd name="T6" fmla="*/ 95 w 117"/>
              <a:gd name="T7" fmla="*/ 0 h 151"/>
              <a:gd name="T8" fmla="*/ 111 w 117"/>
              <a:gd name="T9" fmla="*/ 67 h 151"/>
              <a:gd name="T10" fmla="*/ 95 w 117"/>
              <a:gd name="T11" fmla="*/ 107 h 151"/>
              <a:gd name="T12" fmla="*/ 101 w 117"/>
              <a:gd name="T13" fmla="*/ 105 h 151"/>
              <a:gd name="T14" fmla="*/ 56 w 117"/>
              <a:gd name="T15" fmla="*/ 132 h 151"/>
              <a:gd name="T16" fmla="*/ 14 w 117"/>
              <a:gd name="T17" fmla="*/ 151 h 151"/>
              <a:gd name="T18" fmla="*/ 13 w 117"/>
              <a:gd name="T19" fmla="*/ 150 h 151"/>
              <a:gd name="T20" fmla="*/ 18 w 117"/>
              <a:gd name="T21" fmla="*/ 125 h 151"/>
              <a:gd name="T22" fmla="*/ 56 w 117"/>
              <a:gd name="T23" fmla="*/ 74 h 151"/>
              <a:gd name="T24" fmla="*/ 20 w 117"/>
              <a:gd name="T25" fmla="*/ 104 h 151"/>
              <a:gd name="T26" fmla="*/ 6 w 117"/>
              <a:gd name="T27" fmla="*/ 134 h 151"/>
              <a:gd name="T28" fmla="*/ 4 w 117"/>
              <a:gd name="T29" fmla="*/ 91 h 151"/>
              <a:gd name="T30" fmla="*/ 5 w 117"/>
              <a:gd name="T31" fmla="*/ 87 h 151"/>
              <a:gd name="T32" fmla="*/ 61 w 117"/>
              <a:gd name="T33" fmla="*/ 2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 h="151">
                <a:moveTo>
                  <a:pt x="61" y="29"/>
                </a:moveTo>
                <a:cubicBezTo>
                  <a:pt x="55" y="40"/>
                  <a:pt x="55" y="40"/>
                  <a:pt x="55" y="40"/>
                </a:cubicBezTo>
                <a:cubicBezTo>
                  <a:pt x="60" y="37"/>
                  <a:pt x="65" y="35"/>
                  <a:pt x="69" y="33"/>
                </a:cubicBezTo>
                <a:cubicBezTo>
                  <a:pt x="88" y="25"/>
                  <a:pt x="95" y="0"/>
                  <a:pt x="95" y="0"/>
                </a:cubicBezTo>
                <a:cubicBezTo>
                  <a:pt x="95" y="0"/>
                  <a:pt x="117" y="32"/>
                  <a:pt x="111" y="67"/>
                </a:cubicBezTo>
                <a:cubicBezTo>
                  <a:pt x="109" y="83"/>
                  <a:pt x="103" y="96"/>
                  <a:pt x="95" y="107"/>
                </a:cubicBezTo>
                <a:cubicBezTo>
                  <a:pt x="97" y="106"/>
                  <a:pt x="99" y="106"/>
                  <a:pt x="101" y="105"/>
                </a:cubicBezTo>
                <a:cubicBezTo>
                  <a:pt x="91" y="122"/>
                  <a:pt x="73" y="129"/>
                  <a:pt x="56" y="132"/>
                </a:cubicBezTo>
                <a:cubicBezTo>
                  <a:pt x="27" y="139"/>
                  <a:pt x="14" y="151"/>
                  <a:pt x="14" y="151"/>
                </a:cubicBezTo>
                <a:cubicBezTo>
                  <a:pt x="14" y="151"/>
                  <a:pt x="14" y="151"/>
                  <a:pt x="13" y="150"/>
                </a:cubicBezTo>
                <a:cubicBezTo>
                  <a:pt x="14" y="143"/>
                  <a:pt x="16" y="135"/>
                  <a:pt x="18" y="125"/>
                </a:cubicBezTo>
                <a:cubicBezTo>
                  <a:pt x="27" y="92"/>
                  <a:pt x="56" y="74"/>
                  <a:pt x="56" y="74"/>
                </a:cubicBezTo>
                <a:cubicBezTo>
                  <a:pt x="56" y="74"/>
                  <a:pt x="35" y="84"/>
                  <a:pt x="20" y="104"/>
                </a:cubicBezTo>
                <a:cubicBezTo>
                  <a:pt x="14" y="112"/>
                  <a:pt x="9" y="123"/>
                  <a:pt x="6" y="134"/>
                </a:cubicBezTo>
                <a:cubicBezTo>
                  <a:pt x="3" y="123"/>
                  <a:pt x="0" y="108"/>
                  <a:pt x="4" y="91"/>
                </a:cubicBezTo>
                <a:cubicBezTo>
                  <a:pt x="4" y="89"/>
                  <a:pt x="5" y="88"/>
                  <a:pt x="5" y="87"/>
                </a:cubicBezTo>
                <a:cubicBezTo>
                  <a:pt x="14" y="54"/>
                  <a:pt x="44" y="37"/>
                  <a:pt x="61" y="29"/>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grpSp>
        <p:nvGrpSpPr>
          <p:cNvPr id="48" name="千图PPT彼岸天：ID 8661124库_组合 60">
            <a:extLst>
              <a:ext uri="{FF2B5EF4-FFF2-40B4-BE49-F238E27FC236}">
                <a16:creationId xmlns:a16="http://schemas.microsoft.com/office/drawing/2014/main" id="{F0543B43-0E31-4686-B4BD-7715C568A3D3}"/>
              </a:ext>
            </a:extLst>
          </p:cNvPr>
          <p:cNvGrpSpPr/>
          <p:nvPr>
            <p:custDataLst>
              <p:tags r:id="rId20"/>
            </p:custDataLst>
          </p:nvPr>
        </p:nvGrpSpPr>
        <p:grpSpPr>
          <a:xfrm>
            <a:off x="8232088" y="3372744"/>
            <a:ext cx="2587220" cy="536011"/>
            <a:chOff x="7914847" y="1646968"/>
            <a:chExt cx="2587220" cy="536011"/>
          </a:xfrm>
        </p:grpSpPr>
        <p:sp>
          <p:nvSpPr>
            <p:cNvPr id="50" name="矩形 49">
              <a:extLst>
                <a:ext uri="{FF2B5EF4-FFF2-40B4-BE49-F238E27FC236}">
                  <a16:creationId xmlns:a16="http://schemas.microsoft.com/office/drawing/2014/main" id="{47860638-1F71-4D11-9C26-3D2B43E53867}"/>
                </a:ext>
              </a:extLst>
            </p:cNvPr>
            <p:cNvSpPr/>
            <p:nvPr/>
          </p:nvSpPr>
          <p:spPr>
            <a:xfrm>
              <a:off x="7914847" y="1646968"/>
              <a:ext cx="2587220" cy="536011"/>
            </a:xfrm>
            <a:prstGeom prst="rect">
              <a:avLst/>
            </a:prstGeom>
          </p:spPr>
          <p:txBody>
            <a:bodyPr wrap="square" lIns="144000" tIns="0" rIns="144000" bIns="0">
              <a:noAutofit/>
            </a:bodyPr>
            <a:lstStyle/>
            <a:p>
              <a:pPr>
                <a:lnSpc>
                  <a:spcPct val="120000"/>
                </a:lnSpc>
              </a:pPr>
              <a:r>
                <a:rPr lang="zh-CN" altLang="zh-CN" sz="1400" dirty="0">
                  <a:latin typeface="+mn-ea"/>
                </a:rPr>
                <a:t>如何处理开发过程中遇到的一些细节问题？</a:t>
              </a:r>
            </a:p>
            <a:p>
              <a:pPr>
                <a:lnSpc>
                  <a:spcPct val="120000"/>
                </a:lnSpc>
              </a:pPr>
              <a:br>
                <a:rPr lang="zh-CN" altLang="en-US" sz="1400" dirty="0">
                  <a:solidFill>
                    <a:schemeClr val="dk1">
                      <a:lumMod val="100000"/>
                    </a:schemeClr>
                  </a:solidFill>
                  <a:latin typeface="+mn-ea"/>
                </a:rPr>
              </a:br>
              <a:endParaRPr lang="zh-CN" altLang="en-US" sz="1400" dirty="0">
                <a:solidFill>
                  <a:schemeClr val="dk1">
                    <a:lumMod val="100000"/>
                  </a:schemeClr>
                </a:solidFill>
                <a:latin typeface="+mn-ea"/>
              </a:endParaRPr>
            </a:p>
          </p:txBody>
        </p:sp>
        <p:sp>
          <p:nvSpPr>
            <p:cNvPr id="53" name="任意多边形: 形状 52">
              <a:extLst>
                <a:ext uri="{FF2B5EF4-FFF2-40B4-BE49-F238E27FC236}">
                  <a16:creationId xmlns:a16="http://schemas.microsoft.com/office/drawing/2014/main" id="{D0968A49-519E-4559-9DA6-F48680AA1894}"/>
                </a:ext>
              </a:extLst>
            </p:cNvPr>
            <p:cNvSpPr/>
            <p:nvPr/>
          </p:nvSpPr>
          <p:spPr bwMode="auto">
            <a:xfrm>
              <a:off x="8273110" y="1789278"/>
              <a:ext cx="212129" cy="210099"/>
            </a:xfrm>
            <a:custGeom>
              <a:avLst/>
              <a:gdLst>
                <a:gd name="connsiteX0" fmla="*/ 292147 w 331788"/>
                <a:gd name="connsiteY0" fmla="*/ 109538 h 328613"/>
                <a:gd name="connsiteX1" fmla="*/ 327025 w 331788"/>
                <a:gd name="connsiteY1" fmla="*/ 145621 h 328613"/>
                <a:gd name="connsiteX2" fmla="*/ 327025 w 331788"/>
                <a:gd name="connsiteY2" fmla="*/ 229385 h 328613"/>
                <a:gd name="connsiteX3" fmla="*/ 293438 w 331788"/>
                <a:gd name="connsiteY3" fmla="*/ 264179 h 328613"/>
                <a:gd name="connsiteX4" fmla="*/ 252101 w 331788"/>
                <a:gd name="connsiteY4" fmla="*/ 264179 h 328613"/>
                <a:gd name="connsiteX5" fmla="*/ 252101 w 331788"/>
                <a:gd name="connsiteY5" fmla="*/ 319593 h 328613"/>
                <a:gd name="connsiteX6" fmla="*/ 243059 w 331788"/>
                <a:gd name="connsiteY6" fmla="*/ 328613 h 328613"/>
                <a:gd name="connsiteX7" fmla="*/ 205596 w 331788"/>
                <a:gd name="connsiteY7" fmla="*/ 328613 h 328613"/>
                <a:gd name="connsiteX8" fmla="*/ 195262 w 331788"/>
                <a:gd name="connsiteY8" fmla="*/ 319593 h 328613"/>
                <a:gd name="connsiteX9" fmla="*/ 195262 w 331788"/>
                <a:gd name="connsiteY9" fmla="*/ 235829 h 328613"/>
                <a:gd name="connsiteX10" fmla="*/ 224973 w 331788"/>
                <a:gd name="connsiteY10" fmla="*/ 207478 h 328613"/>
                <a:gd name="connsiteX11" fmla="*/ 255976 w 331788"/>
                <a:gd name="connsiteY11" fmla="*/ 207478 h 328613"/>
                <a:gd name="connsiteX12" fmla="*/ 255976 w 331788"/>
                <a:gd name="connsiteY12" fmla="*/ 145621 h 328613"/>
                <a:gd name="connsiteX13" fmla="*/ 292147 w 331788"/>
                <a:gd name="connsiteY13" fmla="*/ 109538 h 328613"/>
                <a:gd name="connsiteX14" fmla="*/ 38473 w 331788"/>
                <a:gd name="connsiteY14" fmla="*/ 109538 h 328613"/>
                <a:gd name="connsiteX15" fmla="*/ 75079 w 331788"/>
                <a:gd name="connsiteY15" fmla="*/ 145621 h 328613"/>
                <a:gd name="connsiteX16" fmla="*/ 75079 w 331788"/>
                <a:gd name="connsiteY16" fmla="*/ 207478 h 328613"/>
                <a:gd name="connsiteX17" fmla="*/ 106456 w 331788"/>
                <a:gd name="connsiteY17" fmla="*/ 207478 h 328613"/>
                <a:gd name="connsiteX18" fmla="*/ 136525 w 331788"/>
                <a:gd name="connsiteY18" fmla="*/ 235829 h 328613"/>
                <a:gd name="connsiteX19" fmla="*/ 136525 w 331788"/>
                <a:gd name="connsiteY19" fmla="*/ 319593 h 328613"/>
                <a:gd name="connsiteX20" fmla="*/ 126066 w 331788"/>
                <a:gd name="connsiteY20" fmla="*/ 328613 h 328613"/>
                <a:gd name="connsiteX21" fmla="*/ 88153 w 331788"/>
                <a:gd name="connsiteY21" fmla="*/ 328613 h 328613"/>
                <a:gd name="connsiteX22" fmla="*/ 79001 w 331788"/>
                <a:gd name="connsiteY22" fmla="*/ 319593 h 328613"/>
                <a:gd name="connsiteX23" fmla="*/ 79001 w 331788"/>
                <a:gd name="connsiteY23" fmla="*/ 264179 h 328613"/>
                <a:gd name="connsiteX24" fmla="*/ 37166 w 331788"/>
                <a:gd name="connsiteY24" fmla="*/ 264179 h 328613"/>
                <a:gd name="connsiteX25" fmla="*/ 3175 w 331788"/>
                <a:gd name="connsiteY25" fmla="*/ 229385 h 328613"/>
                <a:gd name="connsiteX26" fmla="*/ 3175 w 331788"/>
                <a:gd name="connsiteY26" fmla="*/ 145621 h 328613"/>
                <a:gd name="connsiteX27" fmla="*/ 38473 w 331788"/>
                <a:gd name="connsiteY27" fmla="*/ 109538 h 328613"/>
                <a:gd name="connsiteX28" fmla="*/ 160734 w 331788"/>
                <a:gd name="connsiteY28" fmla="*/ 88900 h 328613"/>
                <a:gd name="connsiteX29" fmla="*/ 171053 w 331788"/>
                <a:gd name="connsiteY29" fmla="*/ 88900 h 328613"/>
                <a:gd name="connsiteX30" fmla="*/ 173633 w 331788"/>
                <a:gd name="connsiteY30" fmla="*/ 90195 h 328613"/>
                <a:gd name="connsiteX31" fmla="*/ 174923 w 331788"/>
                <a:gd name="connsiteY31" fmla="*/ 95375 h 328613"/>
                <a:gd name="connsiteX32" fmla="*/ 169763 w 331788"/>
                <a:gd name="connsiteY32" fmla="*/ 103146 h 328613"/>
                <a:gd name="connsiteX33" fmla="*/ 172343 w 331788"/>
                <a:gd name="connsiteY33" fmla="*/ 123867 h 328613"/>
                <a:gd name="connsiteX34" fmla="*/ 167184 w 331788"/>
                <a:gd name="connsiteY34" fmla="*/ 136818 h 328613"/>
                <a:gd name="connsiteX35" fmla="*/ 164604 w 331788"/>
                <a:gd name="connsiteY35" fmla="*/ 136818 h 328613"/>
                <a:gd name="connsiteX36" fmla="*/ 159444 w 331788"/>
                <a:gd name="connsiteY36" fmla="*/ 123867 h 328613"/>
                <a:gd name="connsiteX37" fmla="*/ 162024 w 331788"/>
                <a:gd name="connsiteY37" fmla="*/ 103146 h 328613"/>
                <a:gd name="connsiteX38" fmla="*/ 156865 w 331788"/>
                <a:gd name="connsiteY38" fmla="*/ 95375 h 328613"/>
                <a:gd name="connsiteX39" fmla="*/ 158155 w 331788"/>
                <a:gd name="connsiteY39" fmla="*/ 90195 h 328613"/>
                <a:gd name="connsiteX40" fmla="*/ 160734 w 331788"/>
                <a:gd name="connsiteY40" fmla="*/ 88900 h 328613"/>
                <a:gd name="connsiteX41" fmla="*/ 136182 w 331788"/>
                <a:gd name="connsiteY41" fmla="*/ 88900 h 328613"/>
                <a:gd name="connsiteX42" fmla="*/ 138766 w 331788"/>
                <a:gd name="connsiteY42" fmla="*/ 91502 h 328613"/>
                <a:gd name="connsiteX43" fmla="*/ 165893 w 331788"/>
                <a:gd name="connsiteY43" fmla="*/ 165652 h 328613"/>
                <a:gd name="connsiteX44" fmla="*/ 193021 w 331788"/>
                <a:gd name="connsiteY44" fmla="*/ 91502 h 328613"/>
                <a:gd name="connsiteX45" fmla="*/ 196897 w 331788"/>
                <a:gd name="connsiteY45" fmla="*/ 90201 h 328613"/>
                <a:gd name="connsiteX46" fmla="*/ 208523 w 331788"/>
                <a:gd name="connsiteY46" fmla="*/ 92802 h 328613"/>
                <a:gd name="connsiteX47" fmla="*/ 231775 w 331788"/>
                <a:gd name="connsiteY47" fmla="*/ 125325 h 328613"/>
                <a:gd name="connsiteX48" fmla="*/ 231775 w 331788"/>
                <a:gd name="connsiteY48" fmla="*/ 176059 h 328613"/>
                <a:gd name="connsiteX49" fmla="*/ 226608 w 331788"/>
                <a:gd name="connsiteY49" fmla="*/ 182563 h 328613"/>
                <a:gd name="connsiteX50" fmla="*/ 105179 w 331788"/>
                <a:gd name="connsiteY50" fmla="*/ 182563 h 328613"/>
                <a:gd name="connsiteX51" fmla="*/ 100012 w 331788"/>
                <a:gd name="connsiteY51" fmla="*/ 176059 h 328613"/>
                <a:gd name="connsiteX52" fmla="*/ 100012 w 331788"/>
                <a:gd name="connsiteY52" fmla="*/ 125325 h 328613"/>
                <a:gd name="connsiteX53" fmla="*/ 123264 w 331788"/>
                <a:gd name="connsiteY53" fmla="*/ 92802 h 328613"/>
                <a:gd name="connsiteX54" fmla="*/ 134890 w 331788"/>
                <a:gd name="connsiteY54" fmla="*/ 90201 h 328613"/>
                <a:gd name="connsiteX55" fmla="*/ 136182 w 331788"/>
                <a:gd name="connsiteY55" fmla="*/ 88900 h 328613"/>
                <a:gd name="connsiteX56" fmla="*/ 292100 w 331788"/>
                <a:gd name="connsiteY56" fmla="*/ 19050 h 328613"/>
                <a:gd name="connsiteX57" fmla="*/ 331788 w 331788"/>
                <a:gd name="connsiteY57" fmla="*/ 58738 h 328613"/>
                <a:gd name="connsiteX58" fmla="*/ 292100 w 331788"/>
                <a:gd name="connsiteY58" fmla="*/ 98426 h 328613"/>
                <a:gd name="connsiteX59" fmla="*/ 252412 w 331788"/>
                <a:gd name="connsiteY59" fmla="*/ 58738 h 328613"/>
                <a:gd name="connsiteX60" fmla="*/ 292100 w 331788"/>
                <a:gd name="connsiteY60" fmla="*/ 19050 h 328613"/>
                <a:gd name="connsiteX61" fmla="*/ 39688 w 331788"/>
                <a:gd name="connsiteY61" fmla="*/ 19050 h 328613"/>
                <a:gd name="connsiteX62" fmla="*/ 79376 w 331788"/>
                <a:gd name="connsiteY62" fmla="*/ 58738 h 328613"/>
                <a:gd name="connsiteX63" fmla="*/ 39688 w 331788"/>
                <a:gd name="connsiteY63" fmla="*/ 98426 h 328613"/>
                <a:gd name="connsiteX64" fmla="*/ 0 w 331788"/>
                <a:gd name="connsiteY64" fmla="*/ 58738 h 328613"/>
                <a:gd name="connsiteX65" fmla="*/ 39688 w 331788"/>
                <a:gd name="connsiteY65" fmla="*/ 19050 h 328613"/>
                <a:gd name="connsiteX66" fmla="*/ 165894 w 331788"/>
                <a:gd name="connsiteY66" fmla="*/ 0 h 328613"/>
                <a:gd name="connsiteX67" fmla="*/ 204788 w 331788"/>
                <a:gd name="connsiteY67" fmla="*/ 39688 h 328613"/>
                <a:gd name="connsiteX68" fmla="*/ 165894 w 331788"/>
                <a:gd name="connsiteY68" fmla="*/ 79376 h 328613"/>
                <a:gd name="connsiteX69" fmla="*/ 127000 w 331788"/>
                <a:gd name="connsiteY69" fmla="*/ 39688 h 328613"/>
                <a:gd name="connsiteX70" fmla="*/ 165894 w 331788"/>
                <a:gd name="connsiteY70"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31788" h="328613">
                  <a:moveTo>
                    <a:pt x="292147" y="109538"/>
                  </a:moveTo>
                  <a:cubicBezTo>
                    <a:pt x="311524" y="109538"/>
                    <a:pt x="327025" y="126291"/>
                    <a:pt x="327025" y="145621"/>
                  </a:cubicBezTo>
                  <a:cubicBezTo>
                    <a:pt x="327025" y="145621"/>
                    <a:pt x="327025" y="145621"/>
                    <a:pt x="327025" y="229385"/>
                  </a:cubicBezTo>
                  <a:cubicBezTo>
                    <a:pt x="327025" y="248715"/>
                    <a:pt x="311524" y="264179"/>
                    <a:pt x="293438" y="264179"/>
                  </a:cubicBezTo>
                  <a:cubicBezTo>
                    <a:pt x="293438" y="264179"/>
                    <a:pt x="293438" y="264179"/>
                    <a:pt x="252101" y="264179"/>
                  </a:cubicBezTo>
                  <a:cubicBezTo>
                    <a:pt x="252101" y="264179"/>
                    <a:pt x="252101" y="264179"/>
                    <a:pt x="252101" y="319593"/>
                  </a:cubicBezTo>
                  <a:cubicBezTo>
                    <a:pt x="252101" y="324747"/>
                    <a:pt x="248226" y="328613"/>
                    <a:pt x="243059" y="328613"/>
                  </a:cubicBezTo>
                  <a:cubicBezTo>
                    <a:pt x="243059" y="328613"/>
                    <a:pt x="243059" y="328613"/>
                    <a:pt x="205596" y="328613"/>
                  </a:cubicBezTo>
                  <a:cubicBezTo>
                    <a:pt x="199138" y="328613"/>
                    <a:pt x="195262" y="324747"/>
                    <a:pt x="195262" y="319593"/>
                  </a:cubicBezTo>
                  <a:cubicBezTo>
                    <a:pt x="195262" y="319593"/>
                    <a:pt x="195262" y="319593"/>
                    <a:pt x="195262" y="235829"/>
                  </a:cubicBezTo>
                  <a:cubicBezTo>
                    <a:pt x="195262" y="220364"/>
                    <a:pt x="208180" y="207478"/>
                    <a:pt x="224973" y="207478"/>
                  </a:cubicBezTo>
                  <a:cubicBezTo>
                    <a:pt x="224973" y="207478"/>
                    <a:pt x="224973" y="207478"/>
                    <a:pt x="255976" y="207478"/>
                  </a:cubicBezTo>
                  <a:cubicBezTo>
                    <a:pt x="255976" y="207478"/>
                    <a:pt x="255976" y="207478"/>
                    <a:pt x="255976" y="145621"/>
                  </a:cubicBezTo>
                  <a:cubicBezTo>
                    <a:pt x="255976" y="126291"/>
                    <a:pt x="271478" y="109538"/>
                    <a:pt x="292147" y="109538"/>
                  </a:cubicBezTo>
                  <a:close/>
                  <a:moveTo>
                    <a:pt x="38473" y="109538"/>
                  </a:moveTo>
                  <a:cubicBezTo>
                    <a:pt x="59391" y="109538"/>
                    <a:pt x="75079" y="126291"/>
                    <a:pt x="75079" y="145621"/>
                  </a:cubicBezTo>
                  <a:cubicBezTo>
                    <a:pt x="75079" y="145621"/>
                    <a:pt x="75079" y="145621"/>
                    <a:pt x="75079" y="207478"/>
                  </a:cubicBezTo>
                  <a:cubicBezTo>
                    <a:pt x="75079" y="207478"/>
                    <a:pt x="75079" y="207478"/>
                    <a:pt x="106456" y="207478"/>
                  </a:cubicBezTo>
                  <a:cubicBezTo>
                    <a:pt x="123451" y="207478"/>
                    <a:pt x="136525" y="220364"/>
                    <a:pt x="136525" y="235829"/>
                  </a:cubicBezTo>
                  <a:cubicBezTo>
                    <a:pt x="136525" y="235829"/>
                    <a:pt x="136525" y="235829"/>
                    <a:pt x="136525" y="319593"/>
                  </a:cubicBezTo>
                  <a:cubicBezTo>
                    <a:pt x="136525" y="324747"/>
                    <a:pt x="132603" y="328613"/>
                    <a:pt x="126066" y="328613"/>
                  </a:cubicBezTo>
                  <a:cubicBezTo>
                    <a:pt x="126066" y="328613"/>
                    <a:pt x="126066" y="328613"/>
                    <a:pt x="88153" y="328613"/>
                  </a:cubicBezTo>
                  <a:cubicBezTo>
                    <a:pt x="82923" y="328613"/>
                    <a:pt x="79001" y="324747"/>
                    <a:pt x="79001" y="319593"/>
                  </a:cubicBezTo>
                  <a:cubicBezTo>
                    <a:pt x="79001" y="319593"/>
                    <a:pt x="79001" y="319593"/>
                    <a:pt x="79001" y="264179"/>
                  </a:cubicBezTo>
                  <a:cubicBezTo>
                    <a:pt x="79001" y="264179"/>
                    <a:pt x="79001" y="264179"/>
                    <a:pt x="37166" y="264179"/>
                  </a:cubicBezTo>
                  <a:cubicBezTo>
                    <a:pt x="18863" y="264179"/>
                    <a:pt x="3175" y="248715"/>
                    <a:pt x="3175" y="229385"/>
                  </a:cubicBezTo>
                  <a:cubicBezTo>
                    <a:pt x="3175" y="229385"/>
                    <a:pt x="3175" y="229385"/>
                    <a:pt x="3175" y="145621"/>
                  </a:cubicBezTo>
                  <a:cubicBezTo>
                    <a:pt x="3175" y="126291"/>
                    <a:pt x="18863" y="109538"/>
                    <a:pt x="38473" y="109538"/>
                  </a:cubicBezTo>
                  <a:close/>
                  <a:moveTo>
                    <a:pt x="160734" y="88900"/>
                  </a:moveTo>
                  <a:cubicBezTo>
                    <a:pt x="160734" y="88900"/>
                    <a:pt x="160734" y="88900"/>
                    <a:pt x="171053" y="88900"/>
                  </a:cubicBezTo>
                  <a:cubicBezTo>
                    <a:pt x="172343" y="88900"/>
                    <a:pt x="173633" y="90195"/>
                    <a:pt x="173633" y="90195"/>
                  </a:cubicBezTo>
                  <a:cubicBezTo>
                    <a:pt x="174923" y="92785"/>
                    <a:pt x="176213" y="94080"/>
                    <a:pt x="174923" y="95375"/>
                  </a:cubicBezTo>
                  <a:cubicBezTo>
                    <a:pt x="174923" y="95375"/>
                    <a:pt x="174923" y="95375"/>
                    <a:pt x="169763" y="103146"/>
                  </a:cubicBezTo>
                  <a:cubicBezTo>
                    <a:pt x="169763" y="103146"/>
                    <a:pt x="169763" y="103146"/>
                    <a:pt x="172343" y="123867"/>
                  </a:cubicBezTo>
                  <a:cubicBezTo>
                    <a:pt x="172343" y="123867"/>
                    <a:pt x="172343" y="123867"/>
                    <a:pt x="167184" y="136818"/>
                  </a:cubicBezTo>
                  <a:cubicBezTo>
                    <a:pt x="167184" y="138113"/>
                    <a:pt x="164604" y="138113"/>
                    <a:pt x="164604" y="136818"/>
                  </a:cubicBezTo>
                  <a:cubicBezTo>
                    <a:pt x="164604" y="136818"/>
                    <a:pt x="164604" y="136818"/>
                    <a:pt x="159444" y="123867"/>
                  </a:cubicBezTo>
                  <a:cubicBezTo>
                    <a:pt x="159444" y="123867"/>
                    <a:pt x="159444" y="123867"/>
                    <a:pt x="162024" y="103146"/>
                  </a:cubicBezTo>
                  <a:cubicBezTo>
                    <a:pt x="162024" y="103146"/>
                    <a:pt x="162024" y="103146"/>
                    <a:pt x="156865" y="95375"/>
                  </a:cubicBezTo>
                  <a:cubicBezTo>
                    <a:pt x="155575" y="94080"/>
                    <a:pt x="156865" y="92785"/>
                    <a:pt x="158155" y="90195"/>
                  </a:cubicBezTo>
                  <a:cubicBezTo>
                    <a:pt x="158155" y="90195"/>
                    <a:pt x="159444" y="88900"/>
                    <a:pt x="160734" y="88900"/>
                  </a:cubicBezTo>
                  <a:close/>
                  <a:moveTo>
                    <a:pt x="136182" y="88900"/>
                  </a:moveTo>
                  <a:cubicBezTo>
                    <a:pt x="137474" y="88900"/>
                    <a:pt x="138766" y="90201"/>
                    <a:pt x="138766" y="91502"/>
                  </a:cubicBezTo>
                  <a:cubicBezTo>
                    <a:pt x="138766" y="91502"/>
                    <a:pt x="138766" y="91502"/>
                    <a:pt x="165893" y="165652"/>
                  </a:cubicBezTo>
                  <a:cubicBezTo>
                    <a:pt x="165893" y="165652"/>
                    <a:pt x="165893" y="165652"/>
                    <a:pt x="193021" y="91502"/>
                  </a:cubicBezTo>
                  <a:cubicBezTo>
                    <a:pt x="193021" y="90201"/>
                    <a:pt x="195605" y="88900"/>
                    <a:pt x="196897" y="90201"/>
                  </a:cubicBezTo>
                  <a:cubicBezTo>
                    <a:pt x="196897" y="90201"/>
                    <a:pt x="196897" y="90201"/>
                    <a:pt x="208523" y="92802"/>
                  </a:cubicBezTo>
                  <a:cubicBezTo>
                    <a:pt x="222733" y="98006"/>
                    <a:pt x="231775" y="111015"/>
                    <a:pt x="231775" y="125325"/>
                  </a:cubicBezTo>
                  <a:cubicBezTo>
                    <a:pt x="231775" y="125325"/>
                    <a:pt x="231775" y="125325"/>
                    <a:pt x="231775" y="176059"/>
                  </a:cubicBezTo>
                  <a:cubicBezTo>
                    <a:pt x="231775" y="179961"/>
                    <a:pt x="229192" y="182563"/>
                    <a:pt x="226608" y="182563"/>
                  </a:cubicBezTo>
                  <a:cubicBezTo>
                    <a:pt x="226608" y="182563"/>
                    <a:pt x="226608" y="182563"/>
                    <a:pt x="105179" y="182563"/>
                  </a:cubicBezTo>
                  <a:cubicBezTo>
                    <a:pt x="102595" y="182563"/>
                    <a:pt x="100012" y="179961"/>
                    <a:pt x="100012" y="176059"/>
                  </a:cubicBezTo>
                  <a:cubicBezTo>
                    <a:pt x="100012" y="176059"/>
                    <a:pt x="100012" y="176059"/>
                    <a:pt x="100012" y="125325"/>
                  </a:cubicBezTo>
                  <a:cubicBezTo>
                    <a:pt x="100012" y="111015"/>
                    <a:pt x="109054" y="98006"/>
                    <a:pt x="123264" y="92802"/>
                  </a:cubicBezTo>
                  <a:cubicBezTo>
                    <a:pt x="123264" y="92802"/>
                    <a:pt x="123264" y="92802"/>
                    <a:pt x="134890" y="90201"/>
                  </a:cubicBezTo>
                  <a:cubicBezTo>
                    <a:pt x="134890" y="88900"/>
                    <a:pt x="134890" y="88900"/>
                    <a:pt x="136182" y="88900"/>
                  </a:cubicBezTo>
                  <a:close/>
                  <a:moveTo>
                    <a:pt x="292100" y="19050"/>
                  </a:moveTo>
                  <a:cubicBezTo>
                    <a:pt x="314019" y="19050"/>
                    <a:pt x="331788" y="36819"/>
                    <a:pt x="331788" y="58738"/>
                  </a:cubicBezTo>
                  <a:cubicBezTo>
                    <a:pt x="331788" y="80657"/>
                    <a:pt x="314019" y="98426"/>
                    <a:pt x="292100" y="98426"/>
                  </a:cubicBezTo>
                  <a:cubicBezTo>
                    <a:pt x="270181" y="98426"/>
                    <a:pt x="252412" y="80657"/>
                    <a:pt x="252412" y="58738"/>
                  </a:cubicBezTo>
                  <a:cubicBezTo>
                    <a:pt x="252412" y="36819"/>
                    <a:pt x="270181" y="19050"/>
                    <a:pt x="292100" y="19050"/>
                  </a:cubicBezTo>
                  <a:close/>
                  <a:moveTo>
                    <a:pt x="39688" y="19050"/>
                  </a:moveTo>
                  <a:cubicBezTo>
                    <a:pt x="61607" y="19050"/>
                    <a:pt x="79376" y="36819"/>
                    <a:pt x="79376" y="58738"/>
                  </a:cubicBezTo>
                  <a:cubicBezTo>
                    <a:pt x="79376" y="80657"/>
                    <a:pt x="61607" y="98426"/>
                    <a:pt x="39688" y="98426"/>
                  </a:cubicBezTo>
                  <a:cubicBezTo>
                    <a:pt x="17769" y="98426"/>
                    <a:pt x="0" y="80657"/>
                    <a:pt x="0" y="58738"/>
                  </a:cubicBezTo>
                  <a:cubicBezTo>
                    <a:pt x="0" y="36819"/>
                    <a:pt x="17769" y="19050"/>
                    <a:pt x="39688" y="19050"/>
                  </a:cubicBezTo>
                  <a:close/>
                  <a:moveTo>
                    <a:pt x="165894" y="0"/>
                  </a:moveTo>
                  <a:cubicBezTo>
                    <a:pt x="187375" y="0"/>
                    <a:pt x="204788" y="17769"/>
                    <a:pt x="204788" y="39688"/>
                  </a:cubicBezTo>
                  <a:cubicBezTo>
                    <a:pt x="204788" y="61607"/>
                    <a:pt x="187375" y="79376"/>
                    <a:pt x="165894" y="79376"/>
                  </a:cubicBezTo>
                  <a:cubicBezTo>
                    <a:pt x="144413" y="79376"/>
                    <a:pt x="127000" y="61607"/>
                    <a:pt x="127000" y="39688"/>
                  </a:cubicBezTo>
                  <a:cubicBezTo>
                    <a:pt x="127000" y="17769"/>
                    <a:pt x="144413" y="0"/>
                    <a:pt x="165894" y="0"/>
                  </a:cubicBezTo>
                  <a:close/>
                </a:path>
              </a:pathLst>
            </a:custGeom>
            <a:solidFill>
              <a:srgbClr val="FFFFFF"/>
            </a:solidFill>
            <a:ln>
              <a:noFill/>
            </a:ln>
            <a:extLst>
              <a:ext uri="{91240B29-F687-4f45-9708-019B960494DF}">
                <a14:hiddenLine xmlns:p15="http://schemas.microsoft.com/office/powerpoint/2012/main" xmlns:a16="http://schemas.microsoft.com/office/drawing/2014/main" xmlns:p14="http://schemas.microsoft.com/office/powerpoint/2010/main" xmlns:a14="http://schemas.microsoft.com/office/drawing/2010/main" xmlns:lc="http://schemas.openxmlformats.org/drawingml/2006/lockedCanvas" xmlns="" w="25400" cap="flat">
                  <a:solidFill>
                    <a:schemeClr val="tx1"/>
                  </a:solidFill>
                  <a:miter lim="800000"/>
                  <a:headEnd type="none" w="med" len="med"/>
                  <a:tailEnd type="none" w="med" len="med"/>
                </a14:hiddenLine>
              </a:ext>
            </a:extLst>
          </p:spPr>
          <p:txBody>
            <a:bodyPr anchor="ctr"/>
            <a:lstStyle/>
            <a:p>
              <a:pPr algn="ctr"/>
              <a:endParaRPr dirty="0"/>
            </a:p>
          </p:txBody>
        </p:sp>
      </p:grpSp>
      <p:grpSp>
        <p:nvGrpSpPr>
          <p:cNvPr id="54" name="千图PPT彼岸天：ID 8661124库_组合 1">
            <a:extLst>
              <a:ext uri="{FF2B5EF4-FFF2-40B4-BE49-F238E27FC236}">
                <a16:creationId xmlns:a16="http://schemas.microsoft.com/office/drawing/2014/main" id="{0BC07756-B85A-426C-8F61-BEC3ECFA3B3B}"/>
              </a:ext>
            </a:extLst>
          </p:cNvPr>
          <p:cNvGrpSpPr/>
          <p:nvPr>
            <p:custDataLst>
              <p:tags r:id="rId21"/>
            </p:custDataLst>
          </p:nvPr>
        </p:nvGrpSpPr>
        <p:grpSpPr>
          <a:xfrm>
            <a:off x="839986" y="1681756"/>
            <a:ext cx="3072936" cy="536011"/>
            <a:chOff x="839986" y="1681756"/>
            <a:chExt cx="3072936" cy="536011"/>
          </a:xfrm>
        </p:grpSpPr>
        <p:sp>
          <p:nvSpPr>
            <p:cNvPr id="56" name="矩形 55">
              <a:extLst>
                <a:ext uri="{FF2B5EF4-FFF2-40B4-BE49-F238E27FC236}">
                  <a16:creationId xmlns:a16="http://schemas.microsoft.com/office/drawing/2014/main" id="{5E849F0E-E81C-4C6B-ACAB-EE6492FD0C37}"/>
                </a:ext>
              </a:extLst>
            </p:cNvPr>
            <p:cNvSpPr/>
            <p:nvPr/>
          </p:nvSpPr>
          <p:spPr>
            <a:xfrm>
              <a:off x="839986" y="1681756"/>
              <a:ext cx="2587220" cy="536011"/>
            </a:xfrm>
            <a:prstGeom prst="rect">
              <a:avLst/>
            </a:prstGeom>
          </p:spPr>
          <p:txBody>
            <a:bodyPr wrap="square" lIns="144000" tIns="0" rIns="144000" bIns="0">
              <a:normAutofit/>
            </a:bodyPr>
            <a:lstStyle/>
            <a:p>
              <a:pPr algn="r">
                <a:lnSpc>
                  <a:spcPct val="120000"/>
                </a:lnSpc>
              </a:pPr>
              <a:r>
                <a:rPr lang="zh-CN" altLang="zh-CN" sz="1400" dirty="0"/>
                <a:t>搭建后端时使用何种框架？</a:t>
              </a:r>
              <a:br>
                <a:rPr lang="zh-CN" altLang="en-US" sz="1400" dirty="0">
                  <a:solidFill>
                    <a:schemeClr val="dk1">
                      <a:lumMod val="100000"/>
                    </a:schemeClr>
                  </a:solidFill>
                </a:rPr>
              </a:br>
              <a:endParaRPr lang="zh-CN" altLang="en-US" sz="1400" dirty="0">
                <a:solidFill>
                  <a:schemeClr val="dk1">
                    <a:lumMod val="100000"/>
                  </a:schemeClr>
                </a:solidFill>
              </a:endParaRPr>
            </a:p>
          </p:txBody>
        </p:sp>
        <p:sp>
          <p:nvSpPr>
            <p:cNvPr id="59" name="任意多边形: 形状 58">
              <a:extLst>
                <a:ext uri="{FF2B5EF4-FFF2-40B4-BE49-F238E27FC236}">
                  <a16:creationId xmlns:a16="http://schemas.microsoft.com/office/drawing/2014/main" id="{6E7AF9A3-A2D5-4A59-8A4F-7FDABC38B70E}"/>
                </a:ext>
              </a:extLst>
            </p:cNvPr>
            <p:cNvSpPr/>
            <p:nvPr/>
          </p:nvSpPr>
          <p:spPr bwMode="auto">
            <a:xfrm>
              <a:off x="3732949" y="1804342"/>
              <a:ext cx="179973" cy="179973"/>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algn="ctr"/>
              <a:endParaRPr dirty="0"/>
            </a:p>
          </p:txBody>
        </p:sp>
      </p:grpSp>
      <p:grpSp>
        <p:nvGrpSpPr>
          <p:cNvPr id="60" name="千图PPT彼岸天：ID 8661124库_组合 55">
            <a:extLst>
              <a:ext uri="{FF2B5EF4-FFF2-40B4-BE49-F238E27FC236}">
                <a16:creationId xmlns:a16="http://schemas.microsoft.com/office/drawing/2014/main" id="{C144411B-F8A4-454E-AA41-BC8E4519546F}"/>
              </a:ext>
            </a:extLst>
          </p:cNvPr>
          <p:cNvGrpSpPr/>
          <p:nvPr>
            <p:custDataLst>
              <p:tags r:id="rId22"/>
            </p:custDataLst>
          </p:nvPr>
        </p:nvGrpSpPr>
        <p:grpSpPr>
          <a:xfrm>
            <a:off x="858520" y="3413298"/>
            <a:ext cx="3086127" cy="536011"/>
            <a:chOff x="858520" y="3413298"/>
            <a:chExt cx="3086127" cy="536011"/>
          </a:xfrm>
        </p:grpSpPr>
        <p:sp>
          <p:nvSpPr>
            <p:cNvPr id="62" name="矩形 61">
              <a:extLst>
                <a:ext uri="{FF2B5EF4-FFF2-40B4-BE49-F238E27FC236}">
                  <a16:creationId xmlns:a16="http://schemas.microsoft.com/office/drawing/2014/main" id="{8A70F94F-CB4C-40D1-8866-909E08D89732}"/>
                </a:ext>
              </a:extLst>
            </p:cNvPr>
            <p:cNvSpPr/>
            <p:nvPr/>
          </p:nvSpPr>
          <p:spPr>
            <a:xfrm>
              <a:off x="858520" y="3413298"/>
              <a:ext cx="2587220" cy="536011"/>
            </a:xfrm>
            <a:prstGeom prst="rect">
              <a:avLst/>
            </a:prstGeom>
          </p:spPr>
          <p:txBody>
            <a:bodyPr wrap="square" lIns="144000" tIns="0" rIns="144000" bIns="0">
              <a:noAutofit/>
            </a:bodyPr>
            <a:lstStyle/>
            <a:p>
              <a:pPr algn="r">
                <a:lnSpc>
                  <a:spcPct val="120000"/>
                </a:lnSpc>
              </a:pPr>
              <a:r>
                <a:rPr lang="zh-CN" altLang="en-US" sz="1400" dirty="0">
                  <a:solidFill>
                    <a:schemeClr val="dk1">
                      <a:lumMod val="100000"/>
                    </a:schemeClr>
                  </a:solidFill>
                  <a:latin typeface="+mn-ea"/>
                </a:rPr>
                <a:t>使用哪种平台构筑项目前端？</a:t>
              </a:r>
              <a:r>
                <a:rPr lang="en-US" altLang="zh-CN" sz="1400" dirty="0">
                  <a:solidFill>
                    <a:schemeClr val="dk1">
                      <a:lumMod val="100000"/>
                    </a:schemeClr>
                  </a:solidFill>
                  <a:latin typeface="+mn-ea"/>
                </a:rPr>
                <a:t>web app</a:t>
              </a:r>
              <a:r>
                <a:rPr lang="zh-CN" altLang="en-US" sz="1400" dirty="0">
                  <a:solidFill>
                    <a:schemeClr val="dk1">
                      <a:lumMod val="100000"/>
                    </a:schemeClr>
                  </a:solidFill>
                  <a:latin typeface="+mn-ea"/>
                </a:rPr>
                <a:t>还是微信小程序</a:t>
              </a:r>
              <a:r>
                <a:rPr lang="zh-CN" altLang="en-US" sz="1400" dirty="0">
                  <a:solidFill>
                    <a:schemeClr val="dk1">
                      <a:lumMod val="100000"/>
                    </a:schemeClr>
                  </a:solidFill>
                </a:rPr>
                <a:t>？</a:t>
              </a:r>
              <a:br>
                <a:rPr lang="zh-CN" altLang="en-US" sz="1400" dirty="0">
                  <a:solidFill>
                    <a:schemeClr val="dk1">
                      <a:lumMod val="100000"/>
                    </a:schemeClr>
                  </a:solidFill>
                </a:rPr>
              </a:br>
              <a:endParaRPr lang="zh-CN" altLang="en-US" sz="1400" dirty="0">
                <a:solidFill>
                  <a:schemeClr val="dk1">
                    <a:lumMod val="100000"/>
                  </a:schemeClr>
                </a:solidFill>
              </a:endParaRPr>
            </a:p>
          </p:txBody>
        </p:sp>
        <p:sp>
          <p:nvSpPr>
            <p:cNvPr id="65" name="任意多边形: 形状 64">
              <a:extLst>
                <a:ext uri="{FF2B5EF4-FFF2-40B4-BE49-F238E27FC236}">
                  <a16:creationId xmlns:a16="http://schemas.microsoft.com/office/drawing/2014/main" id="{2B85D9FD-D0EA-43BB-93FC-DA0764ED5637}"/>
                </a:ext>
              </a:extLst>
            </p:cNvPr>
            <p:cNvSpPr/>
            <p:nvPr/>
          </p:nvSpPr>
          <p:spPr bwMode="auto">
            <a:xfrm>
              <a:off x="3684779" y="3528650"/>
              <a:ext cx="259868" cy="224200"/>
            </a:xfrm>
            <a:custGeom>
              <a:avLst/>
              <a:gdLst>
                <a:gd name="connsiteX0" fmla="*/ 19050 w 331788"/>
                <a:gd name="connsiteY0" fmla="*/ 213226 h 286251"/>
                <a:gd name="connsiteX1" fmla="*/ 151105 w 331788"/>
                <a:gd name="connsiteY1" fmla="*/ 213226 h 286251"/>
                <a:gd name="connsiteX2" fmla="*/ 151105 w 331788"/>
                <a:gd name="connsiteY2" fmla="*/ 278564 h 286251"/>
                <a:gd name="connsiteX3" fmla="*/ 152400 w 331788"/>
                <a:gd name="connsiteY3" fmla="*/ 286251 h 286251"/>
                <a:gd name="connsiteX4" fmla="*/ 25523 w 331788"/>
                <a:gd name="connsiteY4" fmla="*/ 286251 h 286251"/>
                <a:gd name="connsiteX5" fmla="*/ 19050 w 331788"/>
                <a:gd name="connsiteY5" fmla="*/ 278564 h 286251"/>
                <a:gd name="connsiteX6" fmla="*/ 19050 w 331788"/>
                <a:gd name="connsiteY6" fmla="*/ 213226 h 286251"/>
                <a:gd name="connsiteX7" fmla="*/ 185265 w 331788"/>
                <a:gd name="connsiteY7" fmla="*/ 165601 h 286251"/>
                <a:gd name="connsiteX8" fmla="*/ 308448 w 331788"/>
                <a:gd name="connsiteY8" fmla="*/ 165601 h 286251"/>
                <a:gd name="connsiteX9" fmla="*/ 313635 w 331788"/>
                <a:gd name="connsiteY9" fmla="*/ 165601 h 286251"/>
                <a:gd name="connsiteX10" fmla="*/ 331788 w 331788"/>
                <a:gd name="connsiteY10" fmla="*/ 187421 h 286251"/>
                <a:gd name="connsiteX11" fmla="*/ 331788 w 331788"/>
                <a:gd name="connsiteY11" fmla="*/ 278550 h 286251"/>
                <a:gd name="connsiteX12" fmla="*/ 324008 w 331788"/>
                <a:gd name="connsiteY12" fmla="*/ 286251 h 286251"/>
                <a:gd name="connsiteX13" fmla="*/ 169705 w 331788"/>
                <a:gd name="connsiteY13" fmla="*/ 286251 h 286251"/>
                <a:gd name="connsiteX14" fmla="*/ 161925 w 331788"/>
                <a:gd name="connsiteY14" fmla="*/ 278550 h 286251"/>
                <a:gd name="connsiteX15" fmla="*/ 161925 w 331788"/>
                <a:gd name="connsiteY15" fmla="*/ 187421 h 286251"/>
                <a:gd name="connsiteX16" fmla="*/ 168408 w 331788"/>
                <a:gd name="connsiteY16" fmla="*/ 173302 h 286251"/>
                <a:gd name="connsiteX17" fmla="*/ 174892 w 331788"/>
                <a:gd name="connsiteY17" fmla="*/ 166885 h 286251"/>
                <a:gd name="connsiteX18" fmla="*/ 185265 w 331788"/>
                <a:gd name="connsiteY18" fmla="*/ 165601 h 286251"/>
                <a:gd name="connsiteX19" fmla="*/ 59302 w 331788"/>
                <a:gd name="connsiteY19" fmla="*/ 117976 h 286251"/>
                <a:gd name="connsiteX20" fmla="*/ 78640 w 331788"/>
                <a:gd name="connsiteY20" fmla="*/ 117976 h 286251"/>
                <a:gd name="connsiteX21" fmla="*/ 86375 w 331788"/>
                <a:gd name="connsiteY21" fmla="*/ 123154 h 286251"/>
                <a:gd name="connsiteX22" fmla="*/ 94110 w 331788"/>
                <a:gd name="connsiteY22" fmla="*/ 160692 h 286251"/>
                <a:gd name="connsiteX23" fmla="*/ 95399 w 331788"/>
                <a:gd name="connsiteY23" fmla="*/ 165870 h 286251"/>
                <a:gd name="connsiteX24" fmla="*/ 96688 w 331788"/>
                <a:gd name="connsiteY24" fmla="*/ 169753 h 286251"/>
                <a:gd name="connsiteX25" fmla="*/ 96688 w 331788"/>
                <a:gd name="connsiteY25" fmla="*/ 172342 h 286251"/>
                <a:gd name="connsiteX26" fmla="*/ 103134 w 331788"/>
                <a:gd name="connsiteY26" fmla="*/ 172342 h 286251"/>
                <a:gd name="connsiteX27" fmla="*/ 103134 w 331788"/>
                <a:gd name="connsiteY27" fmla="*/ 165870 h 286251"/>
                <a:gd name="connsiteX28" fmla="*/ 103134 w 331788"/>
                <a:gd name="connsiteY28" fmla="*/ 164576 h 286251"/>
                <a:gd name="connsiteX29" fmla="*/ 104424 w 331788"/>
                <a:gd name="connsiteY29" fmla="*/ 160692 h 286251"/>
                <a:gd name="connsiteX30" fmla="*/ 112159 w 331788"/>
                <a:gd name="connsiteY30" fmla="*/ 134804 h 286251"/>
                <a:gd name="connsiteX31" fmla="*/ 107002 w 331788"/>
                <a:gd name="connsiteY31" fmla="*/ 121859 h 286251"/>
                <a:gd name="connsiteX32" fmla="*/ 109580 w 331788"/>
                <a:gd name="connsiteY32" fmla="*/ 117976 h 286251"/>
                <a:gd name="connsiteX33" fmla="*/ 121183 w 331788"/>
                <a:gd name="connsiteY33" fmla="*/ 117976 h 286251"/>
                <a:gd name="connsiteX34" fmla="*/ 125050 w 331788"/>
                <a:gd name="connsiteY34" fmla="*/ 121859 h 286251"/>
                <a:gd name="connsiteX35" fmla="*/ 118605 w 331788"/>
                <a:gd name="connsiteY35" fmla="*/ 134804 h 286251"/>
                <a:gd name="connsiteX36" fmla="*/ 126340 w 331788"/>
                <a:gd name="connsiteY36" fmla="*/ 160692 h 286251"/>
                <a:gd name="connsiteX37" fmla="*/ 126340 w 331788"/>
                <a:gd name="connsiteY37" fmla="*/ 165870 h 286251"/>
                <a:gd name="connsiteX38" fmla="*/ 127629 w 331788"/>
                <a:gd name="connsiteY38" fmla="*/ 165870 h 286251"/>
                <a:gd name="connsiteX39" fmla="*/ 127629 w 331788"/>
                <a:gd name="connsiteY39" fmla="*/ 172342 h 286251"/>
                <a:gd name="connsiteX40" fmla="*/ 134075 w 331788"/>
                <a:gd name="connsiteY40" fmla="*/ 172342 h 286251"/>
                <a:gd name="connsiteX41" fmla="*/ 134075 w 331788"/>
                <a:gd name="connsiteY41" fmla="*/ 169753 h 286251"/>
                <a:gd name="connsiteX42" fmla="*/ 135364 w 331788"/>
                <a:gd name="connsiteY42" fmla="*/ 165870 h 286251"/>
                <a:gd name="connsiteX43" fmla="*/ 136653 w 331788"/>
                <a:gd name="connsiteY43" fmla="*/ 160692 h 286251"/>
                <a:gd name="connsiteX44" fmla="*/ 144388 w 331788"/>
                <a:gd name="connsiteY44" fmla="*/ 123154 h 286251"/>
                <a:gd name="connsiteX45" fmla="*/ 152123 w 331788"/>
                <a:gd name="connsiteY45" fmla="*/ 117976 h 286251"/>
                <a:gd name="connsiteX46" fmla="*/ 171461 w 331788"/>
                <a:gd name="connsiteY46" fmla="*/ 117976 h 286251"/>
                <a:gd name="connsiteX47" fmla="*/ 192088 w 331788"/>
                <a:gd name="connsiteY47" fmla="*/ 138687 h 286251"/>
                <a:gd name="connsiteX48" fmla="*/ 192088 w 331788"/>
                <a:gd name="connsiteY48" fmla="*/ 152926 h 286251"/>
                <a:gd name="connsiteX49" fmla="*/ 184353 w 331788"/>
                <a:gd name="connsiteY49" fmla="*/ 152926 h 286251"/>
                <a:gd name="connsiteX50" fmla="*/ 163726 w 331788"/>
                <a:gd name="connsiteY50" fmla="*/ 160692 h 286251"/>
                <a:gd name="connsiteX51" fmla="*/ 158569 w 331788"/>
                <a:gd name="connsiteY51" fmla="*/ 165870 h 286251"/>
                <a:gd name="connsiteX52" fmla="*/ 154702 w 331788"/>
                <a:gd name="connsiteY52" fmla="*/ 172342 h 286251"/>
                <a:gd name="connsiteX53" fmla="*/ 150834 w 331788"/>
                <a:gd name="connsiteY53" fmla="*/ 186581 h 286251"/>
                <a:gd name="connsiteX54" fmla="*/ 150834 w 331788"/>
                <a:gd name="connsiteY54" fmla="*/ 202114 h 286251"/>
                <a:gd name="connsiteX55" fmla="*/ 10313 w 331788"/>
                <a:gd name="connsiteY55" fmla="*/ 202114 h 286251"/>
                <a:gd name="connsiteX56" fmla="*/ 0 w 331788"/>
                <a:gd name="connsiteY56" fmla="*/ 190464 h 286251"/>
                <a:gd name="connsiteX57" fmla="*/ 0 w 331788"/>
                <a:gd name="connsiteY57" fmla="*/ 182698 h 286251"/>
                <a:gd name="connsiteX58" fmla="*/ 10313 w 331788"/>
                <a:gd name="connsiteY58" fmla="*/ 172342 h 286251"/>
                <a:gd name="connsiteX59" fmla="*/ 38675 w 331788"/>
                <a:gd name="connsiteY59" fmla="*/ 172342 h 286251"/>
                <a:gd name="connsiteX60" fmla="*/ 38675 w 331788"/>
                <a:gd name="connsiteY60" fmla="*/ 138687 h 286251"/>
                <a:gd name="connsiteX61" fmla="*/ 59302 w 331788"/>
                <a:gd name="connsiteY61" fmla="*/ 117976 h 286251"/>
                <a:gd name="connsiteX62" fmla="*/ 206838 w 331788"/>
                <a:gd name="connsiteY62" fmla="*/ 33838 h 286251"/>
                <a:gd name="connsiteX63" fmla="*/ 208124 w 331788"/>
                <a:gd name="connsiteY63" fmla="*/ 33838 h 286251"/>
                <a:gd name="connsiteX64" fmla="*/ 278858 w 331788"/>
                <a:gd name="connsiteY64" fmla="*/ 48038 h 286251"/>
                <a:gd name="connsiteX65" fmla="*/ 296863 w 331788"/>
                <a:gd name="connsiteY65" fmla="*/ 69984 h 286251"/>
                <a:gd name="connsiteX66" fmla="*/ 296863 w 331788"/>
                <a:gd name="connsiteY66" fmla="*/ 99676 h 286251"/>
                <a:gd name="connsiteX67" fmla="*/ 246706 w 331788"/>
                <a:gd name="connsiteY67" fmla="*/ 151313 h 286251"/>
                <a:gd name="connsiteX68" fmla="*/ 195263 w 331788"/>
                <a:gd name="connsiteY68" fmla="*/ 99676 h 286251"/>
                <a:gd name="connsiteX69" fmla="*/ 195263 w 331788"/>
                <a:gd name="connsiteY69" fmla="*/ 45456 h 286251"/>
                <a:gd name="connsiteX70" fmla="*/ 206838 w 331788"/>
                <a:gd name="connsiteY70" fmla="*/ 33838 h 286251"/>
                <a:gd name="connsiteX71" fmla="*/ 150465 w 331788"/>
                <a:gd name="connsiteY71" fmla="*/ 198 h 286251"/>
                <a:gd name="connsiteX72" fmla="*/ 163513 w 331788"/>
                <a:gd name="connsiteY72" fmla="*/ 10479 h 286251"/>
                <a:gd name="connsiteX73" fmla="*/ 163513 w 331788"/>
                <a:gd name="connsiteY73" fmla="*/ 60599 h 286251"/>
                <a:gd name="connsiteX74" fmla="*/ 116540 w 331788"/>
                <a:gd name="connsiteY74" fmla="*/ 106863 h 286251"/>
                <a:gd name="connsiteX75" fmla="*/ 68263 w 331788"/>
                <a:gd name="connsiteY75" fmla="*/ 60599 h 286251"/>
                <a:gd name="connsiteX76" fmla="*/ 68263 w 331788"/>
                <a:gd name="connsiteY76" fmla="*/ 33611 h 286251"/>
                <a:gd name="connsiteX77" fmla="*/ 85225 w 331788"/>
                <a:gd name="connsiteY77" fmla="*/ 13049 h 286251"/>
                <a:gd name="connsiteX78" fmla="*/ 150465 w 331788"/>
                <a:gd name="connsiteY78" fmla="*/ 198 h 286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31788" h="286251">
                  <a:moveTo>
                    <a:pt x="19050" y="213226"/>
                  </a:moveTo>
                  <a:lnTo>
                    <a:pt x="151105" y="213226"/>
                  </a:lnTo>
                  <a:cubicBezTo>
                    <a:pt x="151105" y="213226"/>
                    <a:pt x="151105" y="213226"/>
                    <a:pt x="151105" y="278564"/>
                  </a:cubicBezTo>
                  <a:cubicBezTo>
                    <a:pt x="151105" y="281126"/>
                    <a:pt x="152400" y="283689"/>
                    <a:pt x="152400" y="286251"/>
                  </a:cubicBezTo>
                  <a:cubicBezTo>
                    <a:pt x="152400" y="286251"/>
                    <a:pt x="152400" y="286251"/>
                    <a:pt x="25523" y="286251"/>
                  </a:cubicBezTo>
                  <a:cubicBezTo>
                    <a:pt x="21639" y="286251"/>
                    <a:pt x="19050" y="282408"/>
                    <a:pt x="19050" y="278564"/>
                  </a:cubicBezTo>
                  <a:cubicBezTo>
                    <a:pt x="19050" y="278564"/>
                    <a:pt x="19050" y="278564"/>
                    <a:pt x="19050" y="213226"/>
                  </a:cubicBezTo>
                  <a:close/>
                  <a:moveTo>
                    <a:pt x="185265" y="165601"/>
                  </a:moveTo>
                  <a:lnTo>
                    <a:pt x="308448" y="165601"/>
                  </a:lnTo>
                  <a:cubicBezTo>
                    <a:pt x="309745" y="165601"/>
                    <a:pt x="312338" y="165601"/>
                    <a:pt x="313635" y="165601"/>
                  </a:cubicBezTo>
                  <a:cubicBezTo>
                    <a:pt x="324008" y="168168"/>
                    <a:pt x="331788" y="177153"/>
                    <a:pt x="331788" y="187421"/>
                  </a:cubicBezTo>
                  <a:cubicBezTo>
                    <a:pt x="331788" y="187421"/>
                    <a:pt x="331788" y="187421"/>
                    <a:pt x="331788" y="278550"/>
                  </a:cubicBezTo>
                  <a:cubicBezTo>
                    <a:pt x="331788" y="282401"/>
                    <a:pt x="327898" y="286251"/>
                    <a:pt x="324008" y="286251"/>
                  </a:cubicBezTo>
                  <a:cubicBezTo>
                    <a:pt x="324008" y="286251"/>
                    <a:pt x="324008" y="286251"/>
                    <a:pt x="169705" y="286251"/>
                  </a:cubicBezTo>
                  <a:cubicBezTo>
                    <a:pt x="165815" y="286251"/>
                    <a:pt x="161925" y="282401"/>
                    <a:pt x="161925" y="278550"/>
                  </a:cubicBezTo>
                  <a:cubicBezTo>
                    <a:pt x="161925" y="278550"/>
                    <a:pt x="161925" y="278550"/>
                    <a:pt x="161925" y="187421"/>
                  </a:cubicBezTo>
                  <a:cubicBezTo>
                    <a:pt x="161925" y="182287"/>
                    <a:pt x="164518" y="177153"/>
                    <a:pt x="168408" y="173302"/>
                  </a:cubicBezTo>
                  <a:cubicBezTo>
                    <a:pt x="169705" y="170735"/>
                    <a:pt x="172298" y="168168"/>
                    <a:pt x="174892" y="166885"/>
                  </a:cubicBezTo>
                  <a:cubicBezTo>
                    <a:pt x="177485" y="165601"/>
                    <a:pt x="181375" y="165601"/>
                    <a:pt x="185265" y="165601"/>
                  </a:cubicBezTo>
                  <a:close/>
                  <a:moveTo>
                    <a:pt x="59302" y="117976"/>
                  </a:moveTo>
                  <a:cubicBezTo>
                    <a:pt x="59302" y="117976"/>
                    <a:pt x="59302" y="117976"/>
                    <a:pt x="78640" y="117976"/>
                  </a:cubicBezTo>
                  <a:cubicBezTo>
                    <a:pt x="82507" y="117976"/>
                    <a:pt x="85086" y="120565"/>
                    <a:pt x="86375" y="123154"/>
                  </a:cubicBezTo>
                  <a:cubicBezTo>
                    <a:pt x="86375" y="123154"/>
                    <a:pt x="86375" y="123154"/>
                    <a:pt x="94110" y="160692"/>
                  </a:cubicBezTo>
                  <a:cubicBezTo>
                    <a:pt x="94110" y="160692"/>
                    <a:pt x="94110" y="160692"/>
                    <a:pt x="95399" y="165870"/>
                  </a:cubicBezTo>
                  <a:cubicBezTo>
                    <a:pt x="95399" y="165870"/>
                    <a:pt x="95399" y="165870"/>
                    <a:pt x="96688" y="169753"/>
                  </a:cubicBezTo>
                  <a:cubicBezTo>
                    <a:pt x="96688" y="171048"/>
                    <a:pt x="96688" y="171048"/>
                    <a:pt x="96688" y="172342"/>
                  </a:cubicBezTo>
                  <a:cubicBezTo>
                    <a:pt x="96688" y="172342"/>
                    <a:pt x="96688" y="172342"/>
                    <a:pt x="103134" y="172342"/>
                  </a:cubicBezTo>
                  <a:cubicBezTo>
                    <a:pt x="103134" y="169753"/>
                    <a:pt x="103134" y="168459"/>
                    <a:pt x="103134" y="165870"/>
                  </a:cubicBezTo>
                  <a:cubicBezTo>
                    <a:pt x="103134" y="165870"/>
                    <a:pt x="103134" y="165870"/>
                    <a:pt x="103134" y="164576"/>
                  </a:cubicBezTo>
                  <a:cubicBezTo>
                    <a:pt x="103134" y="164576"/>
                    <a:pt x="103134" y="164576"/>
                    <a:pt x="104424" y="160692"/>
                  </a:cubicBezTo>
                  <a:cubicBezTo>
                    <a:pt x="104424" y="160692"/>
                    <a:pt x="104424" y="160692"/>
                    <a:pt x="112159" y="134804"/>
                  </a:cubicBezTo>
                  <a:cubicBezTo>
                    <a:pt x="112159" y="134804"/>
                    <a:pt x="112159" y="134804"/>
                    <a:pt x="107002" y="121859"/>
                  </a:cubicBezTo>
                  <a:cubicBezTo>
                    <a:pt x="105713" y="120565"/>
                    <a:pt x="107002" y="117976"/>
                    <a:pt x="109580" y="117976"/>
                  </a:cubicBezTo>
                  <a:cubicBezTo>
                    <a:pt x="109580" y="117976"/>
                    <a:pt x="109580" y="117976"/>
                    <a:pt x="121183" y="117976"/>
                  </a:cubicBezTo>
                  <a:cubicBezTo>
                    <a:pt x="123761" y="117976"/>
                    <a:pt x="125050" y="120565"/>
                    <a:pt x="125050" y="121859"/>
                  </a:cubicBezTo>
                  <a:cubicBezTo>
                    <a:pt x="125050" y="121859"/>
                    <a:pt x="125050" y="121859"/>
                    <a:pt x="118605" y="134804"/>
                  </a:cubicBezTo>
                  <a:cubicBezTo>
                    <a:pt x="118605" y="134804"/>
                    <a:pt x="118605" y="134804"/>
                    <a:pt x="126340" y="160692"/>
                  </a:cubicBezTo>
                  <a:cubicBezTo>
                    <a:pt x="126340" y="160692"/>
                    <a:pt x="126340" y="160692"/>
                    <a:pt x="126340" y="165870"/>
                  </a:cubicBezTo>
                  <a:cubicBezTo>
                    <a:pt x="127629" y="165870"/>
                    <a:pt x="127629" y="165870"/>
                    <a:pt x="127629" y="165870"/>
                  </a:cubicBezTo>
                  <a:cubicBezTo>
                    <a:pt x="127629" y="168459"/>
                    <a:pt x="127629" y="169753"/>
                    <a:pt x="127629" y="172342"/>
                  </a:cubicBezTo>
                  <a:cubicBezTo>
                    <a:pt x="127629" y="172342"/>
                    <a:pt x="127629" y="172342"/>
                    <a:pt x="134075" y="172342"/>
                  </a:cubicBezTo>
                  <a:cubicBezTo>
                    <a:pt x="134075" y="171048"/>
                    <a:pt x="134075" y="171048"/>
                    <a:pt x="134075" y="169753"/>
                  </a:cubicBezTo>
                  <a:cubicBezTo>
                    <a:pt x="134075" y="169753"/>
                    <a:pt x="134075" y="169753"/>
                    <a:pt x="135364" y="165870"/>
                  </a:cubicBezTo>
                  <a:cubicBezTo>
                    <a:pt x="135364" y="165870"/>
                    <a:pt x="135364" y="165870"/>
                    <a:pt x="136653" y="160692"/>
                  </a:cubicBezTo>
                  <a:cubicBezTo>
                    <a:pt x="136653" y="160692"/>
                    <a:pt x="136653" y="160692"/>
                    <a:pt x="144388" y="123154"/>
                  </a:cubicBezTo>
                  <a:cubicBezTo>
                    <a:pt x="145677" y="120565"/>
                    <a:pt x="148256" y="117976"/>
                    <a:pt x="152123" y="117976"/>
                  </a:cubicBezTo>
                  <a:cubicBezTo>
                    <a:pt x="152123" y="117976"/>
                    <a:pt x="152123" y="117976"/>
                    <a:pt x="171461" y="117976"/>
                  </a:cubicBezTo>
                  <a:cubicBezTo>
                    <a:pt x="183064" y="117976"/>
                    <a:pt x="192088" y="127037"/>
                    <a:pt x="192088" y="138687"/>
                  </a:cubicBezTo>
                  <a:cubicBezTo>
                    <a:pt x="192088" y="138687"/>
                    <a:pt x="192088" y="138687"/>
                    <a:pt x="192088" y="152926"/>
                  </a:cubicBezTo>
                  <a:cubicBezTo>
                    <a:pt x="192088" y="152926"/>
                    <a:pt x="192088" y="152926"/>
                    <a:pt x="184353" y="152926"/>
                  </a:cubicBezTo>
                  <a:cubicBezTo>
                    <a:pt x="176618" y="152926"/>
                    <a:pt x="168883" y="156809"/>
                    <a:pt x="163726" y="160692"/>
                  </a:cubicBezTo>
                  <a:cubicBezTo>
                    <a:pt x="161148" y="161987"/>
                    <a:pt x="159858" y="164576"/>
                    <a:pt x="158569" y="165870"/>
                  </a:cubicBezTo>
                  <a:cubicBezTo>
                    <a:pt x="157280" y="168459"/>
                    <a:pt x="155991" y="169753"/>
                    <a:pt x="154702" y="172342"/>
                  </a:cubicBezTo>
                  <a:cubicBezTo>
                    <a:pt x="152123" y="176225"/>
                    <a:pt x="150834" y="181403"/>
                    <a:pt x="150834" y="186581"/>
                  </a:cubicBezTo>
                  <a:cubicBezTo>
                    <a:pt x="150834" y="186581"/>
                    <a:pt x="150834" y="186581"/>
                    <a:pt x="150834" y="202114"/>
                  </a:cubicBezTo>
                  <a:cubicBezTo>
                    <a:pt x="150834" y="202114"/>
                    <a:pt x="150834" y="202114"/>
                    <a:pt x="10313" y="202114"/>
                  </a:cubicBezTo>
                  <a:cubicBezTo>
                    <a:pt x="5157" y="202114"/>
                    <a:pt x="0" y="196936"/>
                    <a:pt x="0" y="190464"/>
                  </a:cubicBezTo>
                  <a:cubicBezTo>
                    <a:pt x="0" y="190464"/>
                    <a:pt x="0" y="190464"/>
                    <a:pt x="0" y="182698"/>
                  </a:cubicBezTo>
                  <a:cubicBezTo>
                    <a:pt x="0" y="176225"/>
                    <a:pt x="5157" y="172342"/>
                    <a:pt x="10313" y="172342"/>
                  </a:cubicBezTo>
                  <a:cubicBezTo>
                    <a:pt x="10313" y="172342"/>
                    <a:pt x="10313" y="172342"/>
                    <a:pt x="38675" y="172342"/>
                  </a:cubicBezTo>
                  <a:cubicBezTo>
                    <a:pt x="38675" y="172342"/>
                    <a:pt x="38675" y="172342"/>
                    <a:pt x="38675" y="138687"/>
                  </a:cubicBezTo>
                  <a:cubicBezTo>
                    <a:pt x="38675" y="127037"/>
                    <a:pt x="47700" y="117976"/>
                    <a:pt x="59302" y="117976"/>
                  </a:cubicBezTo>
                  <a:close/>
                  <a:moveTo>
                    <a:pt x="206838" y="33838"/>
                  </a:moveTo>
                  <a:cubicBezTo>
                    <a:pt x="206838" y="33838"/>
                    <a:pt x="208124" y="33838"/>
                    <a:pt x="208124" y="33838"/>
                  </a:cubicBezTo>
                  <a:cubicBezTo>
                    <a:pt x="223557" y="36420"/>
                    <a:pt x="258281" y="44166"/>
                    <a:pt x="278858" y="48038"/>
                  </a:cubicBezTo>
                  <a:cubicBezTo>
                    <a:pt x="289147" y="50620"/>
                    <a:pt x="296863" y="59657"/>
                    <a:pt x="296863" y="69984"/>
                  </a:cubicBezTo>
                  <a:cubicBezTo>
                    <a:pt x="296863" y="69984"/>
                    <a:pt x="296863" y="69984"/>
                    <a:pt x="296863" y="99676"/>
                  </a:cubicBezTo>
                  <a:cubicBezTo>
                    <a:pt x="296863" y="128076"/>
                    <a:pt x="275000" y="151313"/>
                    <a:pt x="246706" y="151313"/>
                  </a:cubicBezTo>
                  <a:cubicBezTo>
                    <a:pt x="218412" y="151313"/>
                    <a:pt x="195263" y="128076"/>
                    <a:pt x="195263" y="99676"/>
                  </a:cubicBezTo>
                  <a:cubicBezTo>
                    <a:pt x="195263" y="99676"/>
                    <a:pt x="195263" y="99676"/>
                    <a:pt x="195263" y="45456"/>
                  </a:cubicBezTo>
                  <a:cubicBezTo>
                    <a:pt x="195263" y="39002"/>
                    <a:pt x="200407" y="33838"/>
                    <a:pt x="206838" y="33838"/>
                  </a:cubicBezTo>
                  <a:close/>
                  <a:moveTo>
                    <a:pt x="150465" y="198"/>
                  </a:moveTo>
                  <a:cubicBezTo>
                    <a:pt x="156989" y="-1087"/>
                    <a:pt x="163513" y="4053"/>
                    <a:pt x="163513" y="10479"/>
                  </a:cubicBezTo>
                  <a:cubicBezTo>
                    <a:pt x="163513" y="10479"/>
                    <a:pt x="163513" y="10479"/>
                    <a:pt x="163513" y="60599"/>
                  </a:cubicBezTo>
                  <a:cubicBezTo>
                    <a:pt x="163513" y="86301"/>
                    <a:pt x="142636" y="106863"/>
                    <a:pt x="116540" y="106863"/>
                  </a:cubicBezTo>
                  <a:cubicBezTo>
                    <a:pt x="90444" y="106863"/>
                    <a:pt x="68263" y="86301"/>
                    <a:pt x="68263" y="60599"/>
                  </a:cubicBezTo>
                  <a:cubicBezTo>
                    <a:pt x="68263" y="60599"/>
                    <a:pt x="68263" y="60599"/>
                    <a:pt x="68263" y="33611"/>
                  </a:cubicBezTo>
                  <a:cubicBezTo>
                    <a:pt x="68263" y="23330"/>
                    <a:pt x="76092" y="14334"/>
                    <a:pt x="85225" y="13049"/>
                  </a:cubicBezTo>
                  <a:cubicBezTo>
                    <a:pt x="104797" y="9194"/>
                    <a:pt x="137417" y="2768"/>
                    <a:pt x="150465" y="198"/>
                  </a:cubicBezTo>
                  <a:close/>
                </a:path>
              </a:pathLst>
            </a:custGeom>
            <a:solidFill>
              <a:srgbClr val="FFFFFF"/>
            </a:solidFill>
            <a:ln>
              <a:noFill/>
            </a:ln>
          </p:spPr>
          <p:txBody>
            <a:bodyPr anchor="ctr"/>
            <a:lstStyle/>
            <a:p>
              <a:pPr algn="ctr"/>
              <a:endParaRPr dirty="0"/>
            </a:p>
          </p:txBody>
        </p:sp>
      </p:grpSp>
      <p:grpSp>
        <p:nvGrpSpPr>
          <p:cNvPr id="66" name="千图PPT彼岸天：ID 8661124库_组合 56">
            <a:extLst>
              <a:ext uri="{FF2B5EF4-FFF2-40B4-BE49-F238E27FC236}">
                <a16:creationId xmlns:a16="http://schemas.microsoft.com/office/drawing/2014/main" id="{1D9907A9-D27D-4076-BACC-B1A44752A8D9}"/>
              </a:ext>
            </a:extLst>
          </p:cNvPr>
          <p:cNvGrpSpPr/>
          <p:nvPr>
            <p:custDataLst>
              <p:tags r:id="rId23"/>
            </p:custDataLst>
          </p:nvPr>
        </p:nvGrpSpPr>
        <p:grpSpPr>
          <a:xfrm>
            <a:off x="8162485" y="1630188"/>
            <a:ext cx="3054403" cy="536011"/>
            <a:chOff x="858520" y="5082647"/>
            <a:chExt cx="3054403" cy="536011"/>
          </a:xfrm>
        </p:grpSpPr>
        <p:sp>
          <p:nvSpPr>
            <p:cNvPr id="68" name="矩形 67">
              <a:extLst>
                <a:ext uri="{FF2B5EF4-FFF2-40B4-BE49-F238E27FC236}">
                  <a16:creationId xmlns:a16="http://schemas.microsoft.com/office/drawing/2014/main" id="{0B567957-FE5A-477D-BC75-9B6F8A861CAE}"/>
                </a:ext>
              </a:extLst>
            </p:cNvPr>
            <p:cNvSpPr/>
            <p:nvPr/>
          </p:nvSpPr>
          <p:spPr>
            <a:xfrm>
              <a:off x="858520" y="5082647"/>
              <a:ext cx="2587220" cy="536011"/>
            </a:xfrm>
            <a:prstGeom prst="rect">
              <a:avLst/>
            </a:prstGeom>
          </p:spPr>
          <p:txBody>
            <a:bodyPr wrap="square" lIns="144000" tIns="0" rIns="144000" bIns="0">
              <a:noAutofit/>
            </a:bodyPr>
            <a:lstStyle/>
            <a:p>
              <a:pPr algn="r">
                <a:lnSpc>
                  <a:spcPct val="120000"/>
                </a:lnSpc>
              </a:pPr>
              <a:r>
                <a:rPr lang="zh-CN" altLang="zh-CN" sz="1400" dirty="0">
                  <a:latin typeface="+mn-ea"/>
                </a:rPr>
                <a:t>如何将</a:t>
              </a:r>
              <a:r>
                <a:rPr lang="en-US" altLang="zh-CN" sz="1400" dirty="0">
                  <a:latin typeface="+mn-ea"/>
                </a:rPr>
                <a:t>Django</a:t>
              </a:r>
              <a:r>
                <a:rPr lang="zh-CN" altLang="zh-CN" sz="1400" dirty="0">
                  <a:latin typeface="+mn-ea"/>
                </a:rPr>
                <a:t>构架与已开发的机器学习模型相结合？</a:t>
              </a:r>
            </a:p>
            <a:p>
              <a:pPr algn="r">
                <a:lnSpc>
                  <a:spcPct val="120000"/>
                </a:lnSpc>
              </a:pPr>
              <a:br>
                <a:rPr lang="zh-CN" altLang="en-US" sz="1400" dirty="0">
                  <a:solidFill>
                    <a:schemeClr val="dk1">
                      <a:lumMod val="100000"/>
                    </a:schemeClr>
                  </a:solidFill>
                  <a:latin typeface="+mn-ea"/>
                </a:rPr>
              </a:br>
              <a:endParaRPr lang="zh-CN" altLang="en-US" sz="1400" dirty="0">
                <a:solidFill>
                  <a:schemeClr val="dk1">
                    <a:lumMod val="100000"/>
                  </a:schemeClr>
                </a:solidFill>
                <a:latin typeface="+mn-ea"/>
              </a:endParaRPr>
            </a:p>
          </p:txBody>
        </p:sp>
        <p:sp>
          <p:nvSpPr>
            <p:cNvPr id="71" name="任意多边形: 形状 70">
              <a:extLst>
                <a:ext uri="{FF2B5EF4-FFF2-40B4-BE49-F238E27FC236}">
                  <a16:creationId xmlns:a16="http://schemas.microsoft.com/office/drawing/2014/main" id="{E35043CF-F925-416E-917F-4835116ED6AD}"/>
                </a:ext>
              </a:extLst>
            </p:cNvPr>
            <p:cNvSpPr/>
            <p:nvPr/>
          </p:nvSpPr>
          <p:spPr bwMode="auto">
            <a:xfrm>
              <a:off x="3732950" y="5225991"/>
              <a:ext cx="179973" cy="179973"/>
            </a:xfrm>
            <a:custGeom>
              <a:avLst/>
              <a:gdLst>
                <a:gd name="connsiteX0" fmla="*/ 65088 w 331788"/>
                <a:gd name="connsiteY0" fmla="*/ 223838 h 331788"/>
                <a:gd name="connsiteX1" fmla="*/ 276226 w 331788"/>
                <a:gd name="connsiteY1" fmla="*/ 223838 h 331788"/>
                <a:gd name="connsiteX2" fmla="*/ 276226 w 331788"/>
                <a:gd name="connsiteY2" fmla="*/ 265113 h 331788"/>
                <a:gd name="connsiteX3" fmla="*/ 65088 w 331788"/>
                <a:gd name="connsiteY3" fmla="*/ 265113 h 331788"/>
                <a:gd name="connsiteX4" fmla="*/ 65088 w 331788"/>
                <a:gd name="connsiteY4" fmla="*/ 157163 h 331788"/>
                <a:gd name="connsiteX5" fmla="*/ 163513 w 331788"/>
                <a:gd name="connsiteY5" fmla="*/ 157163 h 331788"/>
                <a:gd name="connsiteX6" fmla="*/ 163513 w 331788"/>
                <a:gd name="connsiteY6" fmla="*/ 198438 h 331788"/>
                <a:gd name="connsiteX7" fmla="*/ 65088 w 331788"/>
                <a:gd name="connsiteY7" fmla="*/ 198438 h 331788"/>
                <a:gd name="connsiteX8" fmla="*/ 65088 w 331788"/>
                <a:gd name="connsiteY8" fmla="*/ 90488 h 331788"/>
                <a:gd name="connsiteX9" fmla="*/ 209551 w 331788"/>
                <a:gd name="connsiteY9" fmla="*/ 90488 h 331788"/>
                <a:gd name="connsiteX10" fmla="*/ 209551 w 331788"/>
                <a:gd name="connsiteY10" fmla="*/ 133351 h 331788"/>
                <a:gd name="connsiteX11" fmla="*/ 65088 w 331788"/>
                <a:gd name="connsiteY11" fmla="*/ 133351 h 331788"/>
                <a:gd name="connsiteX12" fmla="*/ 65088 w 331788"/>
                <a:gd name="connsiteY12" fmla="*/ 25400 h 331788"/>
                <a:gd name="connsiteX13" fmla="*/ 142876 w 331788"/>
                <a:gd name="connsiteY13" fmla="*/ 25400 h 331788"/>
                <a:gd name="connsiteX14" fmla="*/ 142876 w 331788"/>
                <a:gd name="connsiteY14" fmla="*/ 66675 h 331788"/>
                <a:gd name="connsiteX15" fmla="*/ 65088 w 331788"/>
                <a:gd name="connsiteY15" fmla="*/ 66675 h 331788"/>
                <a:gd name="connsiteX16" fmla="*/ 0 w 331788"/>
                <a:gd name="connsiteY16" fmla="*/ 0 h 331788"/>
                <a:gd name="connsiteX17" fmla="*/ 38100 w 331788"/>
                <a:gd name="connsiteY17" fmla="*/ 0 h 331788"/>
                <a:gd name="connsiteX18" fmla="*/ 38100 w 331788"/>
                <a:gd name="connsiteY18" fmla="*/ 293688 h 331788"/>
                <a:gd name="connsiteX19" fmla="*/ 331788 w 331788"/>
                <a:gd name="connsiteY19" fmla="*/ 293688 h 331788"/>
                <a:gd name="connsiteX20" fmla="*/ 331788 w 331788"/>
                <a:gd name="connsiteY20" fmla="*/ 331788 h 331788"/>
                <a:gd name="connsiteX21" fmla="*/ 0 w 331788"/>
                <a:gd name="connsiteY21" fmla="*/ 331788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1788" h="331788">
                  <a:moveTo>
                    <a:pt x="65088" y="223838"/>
                  </a:moveTo>
                  <a:lnTo>
                    <a:pt x="276226" y="223838"/>
                  </a:lnTo>
                  <a:lnTo>
                    <a:pt x="276226" y="265113"/>
                  </a:lnTo>
                  <a:lnTo>
                    <a:pt x="65088" y="265113"/>
                  </a:lnTo>
                  <a:close/>
                  <a:moveTo>
                    <a:pt x="65088" y="157163"/>
                  </a:moveTo>
                  <a:lnTo>
                    <a:pt x="163513" y="157163"/>
                  </a:lnTo>
                  <a:lnTo>
                    <a:pt x="163513" y="198438"/>
                  </a:lnTo>
                  <a:lnTo>
                    <a:pt x="65088" y="198438"/>
                  </a:lnTo>
                  <a:close/>
                  <a:moveTo>
                    <a:pt x="65088" y="90488"/>
                  </a:moveTo>
                  <a:lnTo>
                    <a:pt x="209551" y="90488"/>
                  </a:lnTo>
                  <a:lnTo>
                    <a:pt x="209551" y="133351"/>
                  </a:lnTo>
                  <a:lnTo>
                    <a:pt x="65088" y="133351"/>
                  </a:lnTo>
                  <a:close/>
                  <a:moveTo>
                    <a:pt x="65088" y="25400"/>
                  </a:moveTo>
                  <a:lnTo>
                    <a:pt x="142876" y="25400"/>
                  </a:lnTo>
                  <a:lnTo>
                    <a:pt x="142876" y="66675"/>
                  </a:lnTo>
                  <a:lnTo>
                    <a:pt x="65088" y="66675"/>
                  </a:lnTo>
                  <a:close/>
                  <a:moveTo>
                    <a:pt x="0" y="0"/>
                  </a:moveTo>
                  <a:lnTo>
                    <a:pt x="38100" y="0"/>
                  </a:lnTo>
                  <a:lnTo>
                    <a:pt x="38100" y="293688"/>
                  </a:lnTo>
                  <a:lnTo>
                    <a:pt x="331788" y="293688"/>
                  </a:lnTo>
                  <a:lnTo>
                    <a:pt x="331788" y="331788"/>
                  </a:lnTo>
                  <a:lnTo>
                    <a:pt x="0" y="331788"/>
                  </a:lnTo>
                  <a:close/>
                </a:path>
              </a:pathLst>
            </a:custGeom>
            <a:solidFill>
              <a:srgbClr val="FFFFFF"/>
            </a:solidFill>
            <a:ln>
              <a:noFill/>
            </a:ln>
          </p:spPr>
          <p:txBody>
            <a:bodyPr anchor="ctr"/>
            <a:lstStyle/>
            <a:p>
              <a:pPr algn="ctr"/>
              <a:endParaRPr dirty="0"/>
            </a:p>
          </p:txBody>
        </p:sp>
      </p:grpSp>
      <p:sp>
        <p:nvSpPr>
          <p:cNvPr id="3" name="矩形 2">
            <a:extLst>
              <a:ext uri="{FF2B5EF4-FFF2-40B4-BE49-F238E27FC236}">
                <a16:creationId xmlns:a16="http://schemas.microsoft.com/office/drawing/2014/main" id="{6B8AB7FE-A111-4845-9B91-93B18C160BCE}"/>
              </a:ext>
            </a:extLst>
          </p:cNvPr>
          <p:cNvSpPr/>
          <p:nvPr/>
        </p:nvSpPr>
        <p:spPr>
          <a:xfrm>
            <a:off x="505962" y="1491359"/>
            <a:ext cx="470000" cy="646331"/>
          </a:xfrm>
          <a:prstGeom prst="rect">
            <a:avLst/>
          </a:prstGeom>
          <a:noFill/>
        </p:spPr>
        <p:txBody>
          <a:bodyPr wrap="none" lIns="91440" tIns="45720" rIns="91440" bIns="45720">
            <a:spAutoFit/>
          </a:bodyPr>
          <a:lstStyle/>
          <a:p>
            <a:pPr algn="ctr"/>
            <a:r>
              <a:rPr lang="en-US" altLang="zh-CN" sz="3600" b="1" cap="none" spc="0" dirty="0">
                <a:ln w="6600">
                  <a:solidFill>
                    <a:schemeClr val="accent2"/>
                  </a:solidFill>
                  <a:prstDash val="solid"/>
                </a:ln>
                <a:solidFill>
                  <a:srgbClr val="FFFFFF"/>
                </a:solidFill>
                <a:effectLst>
                  <a:outerShdw dist="38100" dir="2700000" algn="tl" rotWithShape="0">
                    <a:schemeClr val="accent2"/>
                  </a:outerShdw>
                </a:effectLst>
              </a:rPr>
              <a:t>1</a:t>
            </a:r>
            <a:endParaRPr lang="zh-CN" altLang="en-US" sz="3600" b="1" cap="none" spc="0"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72" name="矩形 71">
            <a:extLst>
              <a:ext uri="{FF2B5EF4-FFF2-40B4-BE49-F238E27FC236}">
                <a16:creationId xmlns:a16="http://schemas.microsoft.com/office/drawing/2014/main" id="{AFB68A0F-508E-4E51-B2F8-923EB3F3F674}"/>
              </a:ext>
            </a:extLst>
          </p:cNvPr>
          <p:cNvSpPr/>
          <p:nvPr/>
        </p:nvSpPr>
        <p:spPr>
          <a:xfrm>
            <a:off x="499741" y="3262424"/>
            <a:ext cx="470000" cy="646331"/>
          </a:xfrm>
          <a:prstGeom prst="rect">
            <a:avLst/>
          </a:prstGeom>
          <a:noFill/>
        </p:spPr>
        <p:txBody>
          <a:bodyPr wrap="none" lIns="91440" tIns="45720" rIns="91440" bIns="45720">
            <a:spAutoFit/>
          </a:bodyPr>
          <a:lstStyle/>
          <a:p>
            <a:pPr algn="ctr"/>
            <a:r>
              <a:rPr lang="en-US" altLang="zh-CN" sz="3600" b="1" dirty="0">
                <a:ln w="6600">
                  <a:solidFill>
                    <a:schemeClr val="accent2"/>
                  </a:solidFill>
                  <a:prstDash val="solid"/>
                </a:ln>
                <a:solidFill>
                  <a:srgbClr val="FFFFFF"/>
                </a:solidFill>
                <a:effectLst>
                  <a:outerShdw dist="38100" dir="2700000" algn="tl" rotWithShape="0">
                    <a:schemeClr val="accent2"/>
                  </a:outerShdw>
                </a:effectLst>
              </a:rPr>
              <a:t>2</a:t>
            </a:r>
            <a:endParaRPr lang="zh-CN" altLang="en-US" sz="3600" b="1" cap="none" spc="0"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73" name="矩形 72">
            <a:extLst>
              <a:ext uri="{FF2B5EF4-FFF2-40B4-BE49-F238E27FC236}">
                <a16:creationId xmlns:a16="http://schemas.microsoft.com/office/drawing/2014/main" id="{58235E65-C443-4649-86B0-23578DDC7481}"/>
              </a:ext>
            </a:extLst>
          </p:cNvPr>
          <p:cNvSpPr/>
          <p:nvPr/>
        </p:nvSpPr>
        <p:spPr>
          <a:xfrm>
            <a:off x="7758038" y="1487793"/>
            <a:ext cx="470000" cy="646331"/>
          </a:xfrm>
          <a:prstGeom prst="rect">
            <a:avLst/>
          </a:prstGeom>
          <a:noFill/>
        </p:spPr>
        <p:txBody>
          <a:bodyPr wrap="none" lIns="91440" tIns="45720" rIns="91440" bIns="45720">
            <a:spAutoFit/>
          </a:bodyPr>
          <a:lstStyle/>
          <a:p>
            <a:pPr algn="ctr"/>
            <a:r>
              <a:rPr lang="en-US" altLang="zh-CN" sz="3600" b="1" dirty="0">
                <a:ln w="6600">
                  <a:solidFill>
                    <a:schemeClr val="accent2"/>
                  </a:solidFill>
                  <a:prstDash val="solid"/>
                </a:ln>
                <a:solidFill>
                  <a:srgbClr val="FFFFFF"/>
                </a:solidFill>
                <a:effectLst>
                  <a:outerShdw dist="38100" dir="2700000" algn="tl" rotWithShape="0">
                    <a:schemeClr val="accent2"/>
                  </a:outerShdw>
                </a:effectLst>
              </a:rPr>
              <a:t>3</a:t>
            </a:r>
            <a:endParaRPr lang="zh-CN" altLang="en-US" sz="3600" b="1" cap="none" spc="0"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74" name="矩形 73">
            <a:extLst>
              <a:ext uri="{FF2B5EF4-FFF2-40B4-BE49-F238E27FC236}">
                <a16:creationId xmlns:a16="http://schemas.microsoft.com/office/drawing/2014/main" id="{4B59C46F-BD88-4896-AA73-62B2B7ACFD55}"/>
              </a:ext>
            </a:extLst>
          </p:cNvPr>
          <p:cNvSpPr/>
          <p:nvPr/>
        </p:nvSpPr>
        <p:spPr>
          <a:xfrm>
            <a:off x="7758038" y="3205484"/>
            <a:ext cx="470000" cy="646331"/>
          </a:xfrm>
          <a:prstGeom prst="rect">
            <a:avLst/>
          </a:prstGeom>
          <a:noFill/>
        </p:spPr>
        <p:txBody>
          <a:bodyPr wrap="none" lIns="91440" tIns="45720" rIns="91440" bIns="45720">
            <a:spAutoFit/>
          </a:bodyPr>
          <a:lstStyle/>
          <a:p>
            <a:pPr algn="ctr"/>
            <a:r>
              <a:rPr lang="en-US" altLang="zh-CN" sz="3600" b="1" dirty="0">
                <a:ln w="6600">
                  <a:solidFill>
                    <a:schemeClr val="accent2"/>
                  </a:solidFill>
                  <a:prstDash val="solid"/>
                </a:ln>
                <a:solidFill>
                  <a:srgbClr val="FFFFFF"/>
                </a:solidFill>
                <a:effectLst>
                  <a:outerShdw dist="38100" dir="2700000" algn="tl" rotWithShape="0">
                    <a:schemeClr val="accent2"/>
                  </a:outerShdw>
                </a:effectLst>
              </a:rPr>
              <a:t>4</a:t>
            </a:r>
            <a:endParaRPr lang="zh-CN" altLang="en-US" sz="3600" b="1" cap="none" spc="0" dirty="0">
              <a:ln w="6600">
                <a:solidFill>
                  <a:schemeClr val="accent2"/>
                </a:solidFill>
                <a:prstDash val="solid"/>
              </a:ln>
              <a:solidFill>
                <a:srgbClr val="FFFFFF"/>
              </a:solidFill>
              <a:effectLst>
                <a:outerShdw dist="38100" dir="2700000" algn="tl" rotWithShape="0">
                  <a:schemeClr val="accent2"/>
                </a:outerShdw>
              </a:effectLst>
            </a:endParaRPr>
          </a:p>
        </p:txBody>
      </p:sp>
    </p:spTree>
    <p:extLst>
      <p:ext uri="{BB962C8B-B14F-4D97-AF65-F5344CB8AC3E}">
        <p14:creationId xmlns:p14="http://schemas.microsoft.com/office/powerpoint/2010/main" val="395027951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Tn>
                        </p:par>
                        <p:par>
                          <p:cTn id="5" fill="hold">
                            <p:stCondLst>
                              <p:cond delay="0"/>
                            </p:stCondLst>
                            <p:childTnLst>
                              <p:par>
                                <p:cTn id="6" presetID="23" presetClass="entr" presetSubtype="16" fill="hold" grpId="0" nodeType="afterEffect">
                                  <p:childTnLst>
                                    <p:set>
                                      <p:cBhvr>
                                        <p:cTn id="7" dur="1" fill="hold">
                                          <p:stCondLst>
                                            <p:cond delay="0"/>
                                          </p:stCondLst>
                                        </p:cTn>
                                        <p:tgtEl>
                                          <p:spTgt spid="17"/>
                                        </p:tgtEl>
                                        <p:attrNameLst>
                                          <p:attrName>style.visibility</p:attrName>
                                        </p:attrNameLst>
                                      </p:cBhvr>
                                      <p:to>
                                        <p:strVal val="visible"/>
                                      </p:to>
                                    </p:set>
                                    <p:anim calcmode="lin" valueType="num">
                                      <p:cBhvr>
                                        <p:cTn id="8" dur="500" fill="hold"/>
                                        <p:tgtEl>
                                          <p:spTgt spid="17"/>
                                        </p:tgtEl>
                                        <p:attrNameLst>
                                          <p:attrName>ppt_w</p:attrName>
                                        </p:attrNameLst>
                                      </p:cBhvr>
                                      <p:tavLst>
                                        <p:tav tm="0">
                                          <p:val>
                                            <p:fltVal val="0"/>
                                          </p:val>
                                        </p:tav>
                                        <p:tav tm="100000">
                                          <p:val>
                                            <p:strVal val="#ppt_w"/>
                                          </p:val>
                                        </p:tav>
                                      </p:tavLst>
                                    </p:anim>
                                    <p:anim calcmode="lin" valueType="num">
                                      <p:cBhvr>
                                        <p:cTn id="9" dur="500" fill="hold"/>
                                        <p:tgtEl>
                                          <p:spTgt spid="17"/>
                                        </p:tgtEl>
                                        <p:attrNameLst>
                                          <p:attrName>ppt_h</p:attrName>
                                        </p:attrNameLst>
                                      </p:cBhvr>
                                      <p:tavLst>
                                        <p:tav tm="0">
                                          <p:val>
                                            <p:fltVal val="0"/>
                                          </p:val>
                                        </p:tav>
                                        <p:tav tm="100000">
                                          <p:val>
                                            <p:strVal val="#ppt_h"/>
                                          </p:val>
                                        </p:tav>
                                      </p:tavLst>
                                    </p:anim>
                                  </p:childTnLst>
                                </p:cTn>
                              </p:par>
                            </p:childTnLst>
                          </p:cTn>
                        </p:par>
                        <p:par>
                          <p:cTn id="10" fill="hold">
                            <p:stCondLst>
                              <p:cond delay="500"/>
                            </p:stCondLst>
                            <p:childTnLst>
                              <p:par>
                                <p:cTn id="11" presetID="23" presetClass="entr" presetSubtype="16" fill="hold" grpId="0" nodeType="afterEffect">
                                  <p:childTnLst>
                                    <p:set>
                                      <p:cBhvr>
                                        <p:cTn id="12" dur="1" fill="hold">
                                          <p:stCondLst>
                                            <p:cond delay="0"/>
                                          </p:stCondLst>
                                        </p:cTn>
                                        <p:tgtEl>
                                          <p:spTgt spid="18"/>
                                        </p:tgtEl>
                                        <p:attrNameLst>
                                          <p:attrName>style.visibility</p:attrName>
                                        </p:attrNameLst>
                                      </p:cBhvr>
                                      <p:to>
                                        <p:strVal val="visible"/>
                                      </p:to>
                                    </p:set>
                                    <p:anim calcmode="lin" valueType="num">
                                      <p:cBhvr>
                                        <p:cTn id="13" dur="500" fill="hold"/>
                                        <p:tgtEl>
                                          <p:spTgt spid="18"/>
                                        </p:tgtEl>
                                        <p:attrNameLst>
                                          <p:attrName>ppt_w</p:attrName>
                                        </p:attrNameLst>
                                      </p:cBhvr>
                                      <p:tavLst>
                                        <p:tav tm="0">
                                          <p:val>
                                            <p:fltVal val="0"/>
                                          </p:val>
                                        </p:tav>
                                        <p:tav tm="100000">
                                          <p:val>
                                            <p:strVal val="#ppt_w"/>
                                          </p:val>
                                        </p:tav>
                                      </p:tavLst>
                                    </p:anim>
                                    <p:anim calcmode="lin" valueType="num">
                                      <p:cBhvr>
                                        <p:cTn id="14" dur="500" fill="hold"/>
                                        <p:tgtEl>
                                          <p:spTgt spid="18"/>
                                        </p:tgtEl>
                                        <p:attrNameLst>
                                          <p:attrName>ppt_h</p:attrName>
                                        </p:attrNameLst>
                                      </p:cBhvr>
                                      <p:tavLst>
                                        <p:tav tm="0">
                                          <p:val>
                                            <p:fltVal val="0"/>
                                          </p:val>
                                        </p:tav>
                                        <p:tav tm="100000">
                                          <p:val>
                                            <p:strVal val="#ppt_h"/>
                                          </p:val>
                                        </p:tav>
                                      </p:tavLst>
                                    </p:anim>
                                  </p:childTnLst>
                                </p:cTn>
                              </p:par>
                              <p:par>
                                <p:cTn id="15" presetID="23" presetClass="entr" presetSubtype="16" fill="hold" grpId="0" nodeType="withEffect">
                                  <p:childTnLst>
                                    <p:set>
                                      <p:cBhvr>
                                        <p:cTn id="16" dur="1" fill="hold">
                                          <p:stCondLst>
                                            <p:cond delay="0"/>
                                          </p:stCondLst>
                                        </p:cTn>
                                        <p:tgtEl>
                                          <p:spTgt spid="19"/>
                                        </p:tgtEl>
                                        <p:attrNameLst>
                                          <p:attrName>style.visibility</p:attrName>
                                        </p:attrNameLst>
                                      </p:cBhvr>
                                      <p:to>
                                        <p:strVal val="visible"/>
                                      </p:to>
                                    </p:set>
                                    <p:anim calcmode="lin" valueType="num">
                                      <p:cBhvr>
                                        <p:cTn id="17" dur="500" fill="hold"/>
                                        <p:tgtEl>
                                          <p:spTgt spid="19"/>
                                        </p:tgtEl>
                                        <p:attrNameLst>
                                          <p:attrName>ppt_w</p:attrName>
                                        </p:attrNameLst>
                                      </p:cBhvr>
                                      <p:tavLst>
                                        <p:tav tm="0">
                                          <p:val>
                                            <p:fltVal val="0"/>
                                          </p:val>
                                        </p:tav>
                                        <p:tav tm="100000">
                                          <p:val>
                                            <p:strVal val="#ppt_w"/>
                                          </p:val>
                                        </p:tav>
                                      </p:tavLst>
                                    </p:anim>
                                    <p:anim calcmode="lin" valueType="num">
                                      <p:cBhvr>
                                        <p:cTn id="18" dur="500" fill="hold"/>
                                        <p:tgtEl>
                                          <p:spTgt spid="19"/>
                                        </p:tgtEl>
                                        <p:attrNameLst>
                                          <p:attrName>ppt_h</p:attrName>
                                        </p:attrNameLst>
                                      </p:cBhvr>
                                      <p:tavLst>
                                        <p:tav tm="0">
                                          <p:val>
                                            <p:fltVal val="0"/>
                                          </p:val>
                                        </p:tav>
                                        <p:tav tm="100000">
                                          <p:val>
                                            <p:strVal val="#ppt_h"/>
                                          </p:val>
                                        </p:tav>
                                      </p:tavLst>
                                    </p:anim>
                                  </p:childTnLst>
                                </p:cTn>
                              </p:par>
                              <p:par>
                                <p:cTn id="19" presetID="23" presetClass="entr" presetSubtype="16" fill="hold" grpId="0" nodeType="withEffect">
                                  <p:childTnLst>
                                    <p:set>
                                      <p:cBhvr>
                                        <p:cTn id="20" dur="1" fill="hold">
                                          <p:stCondLst>
                                            <p:cond delay="0"/>
                                          </p:stCondLst>
                                        </p:cTn>
                                        <p:tgtEl>
                                          <p:spTgt spid="20"/>
                                        </p:tgtEl>
                                        <p:attrNameLst>
                                          <p:attrName>style.visibility</p:attrName>
                                        </p:attrNameLst>
                                      </p:cBhvr>
                                      <p:to>
                                        <p:strVal val="visible"/>
                                      </p:to>
                                    </p:set>
                                    <p:anim calcmode="lin" valueType="num">
                                      <p:cBhvr>
                                        <p:cTn id="21" dur="500" fill="hold"/>
                                        <p:tgtEl>
                                          <p:spTgt spid="20"/>
                                        </p:tgtEl>
                                        <p:attrNameLst>
                                          <p:attrName>ppt_w</p:attrName>
                                        </p:attrNameLst>
                                      </p:cBhvr>
                                      <p:tavLst>
                                        <p:tav tm="0">
                                          <p:val>
                                            <p:fltVal val="0"/>
                                          </p:val>
                                        </p:tav>
                                        <p:tav tm="100000">
                                          <p:val>
                                            <p:strVal val="#ppt_w"/>
                                          </p:val>
                                        </p:tav>
                                      </p:tavLst>
                                    </p:anim>
                                    <p:anim calcmode="lin" valueType="num">
                                      <p:cBhvr>
                                        <p:cTn id="22" dur="500" fill="hold"/>
                                        <p:tgtEl>
                                          <p:spTgt spid="20"/>
                                        </p:tgtEl>
                                        <p:attrNameLst>
                                          <p:attrName>ppt_h</p:attrName>
                                        </p:attrNameLst>
                                      </p:cBhvr>
                                      <p:tavLst>
                                        <p:tav tm="0">
                                          <p:val>
                                            <p:fltVal val="0"/>
                                          </p:val>
                                        </p:tav>
                                        <p:tav tm="100000">
                                          <p:val>
                                            <p:strVal val="#ppt_h"/>
                                          </p:val>
                                        </p:tav>
                                      </p:tavLst>
                                    </p:anim>
                                  </p:childTnLst>
                                </p:cTn>
                              </p:par>
                              <p:par>
                                <p:cTn id="23" presetID="23" presetClass="entr" presetSubtype="16" fill="hold" grpId="0" nodeType="withEffect">
                                  <p:childTnLst>
                                    <p:set>
                                      <p:cBhvr>
                                        <p:cTn id="24" dur="1" fill="hold">
                                          <p:stCondLst>
                                            <p:cond delay="0"/>
                                          </p:stCondLst>
                                        </p:cTn>
                                        <p:tgtEl>
                                          <p:spTgt spid="21"/>
                                        </p:tgtEl>
                                        <p:attrNameLst>
                                          <p:attrName>style.visibility</p:attrName>
                                        </p:attrNameLst>
                                      </p:cBhvr>
                                      <p:to>
                                        <p:strVal val="visible"/>
                                      </p:to>
                                    </p:set>
                                    <p:anim calcmode="lin" valueType="num">
                                      <p:cBhvr>
                                        <p:cTn id="25" dur="500" fill="hold"/>
                                        <p:tgtEl>
                                          <p:spTgt spid="21"/>
                                        </p:tgtEl>
                                        <p:attrNameLst>
                                          <p:attrName>ppt_w</p:attrName>
                                        </p:attrNameLst>
                                      </p:cBhvr>
                                      <p:tavLst>
                                        <p:tav tm="0">
                                          <p:val>
                                            <p:fltVal val="0"/>
                                          </p:val>
                                        </p:tav>
                                        <p:tav tm="100000">
                                          <p:val>
                                            <p:strVal val="#ppt_w"/>
                                          </p:val>
                                        </p:tav>
                                      </p:tavLst>
                                    </p:anim>
                                    <p:anim calcmode="lin" valueType="num">
                                      <p:cBhvr>
                                        <p:cTn id="26" dur="500" fill="hold"/>
                                        <p:tgtEl>
                                          <p:spTgt spid="21"/>
                                        </p:tgtEl>
                                        <p:attrNameLst>
                                          <p:attrName>ppt_h</p:attrName>
                                        </p:attrNameLst>
                                      </p:cBhvr>
                                      <p:tavLst>
                                        <p:tav tm="0">
                                          <p:val>
                                            <p:fltVal val="0"/>
                                          </p:val>
                                        </p:tav>
                                        <p:tav tm="100000">
                                          <p:val>
                                            <p:strVal val="#ppt_h"/>
                                          </p:val>
                                        </p:tav>
                                      </p:tavLst>
                                    </p:anim>
                                  </p:childTnLst>
                                </p:cTn>
                              </p:par>
                              <p:par>
                                <p:cTn id="27" presetID="23" presetClass="entr" presetSubtype="16" fill="hold" grpId="0" nodeType="withEffect">
                                  <p:childTnLst>
                                    <p:set>
                                      <p:cBhvr>
                                        <p:cTn id="28" dur="1" fill="hold">
                                          <p:stCondLst>
                                            <p:cond delay="0"/>
                                          </p:stCondLst>
                                        </p:cTn>
                                        <p:tgtEl>
                                          <p:spTgt spid="22"/>
                                        </p:tgtEl>
                                        <p:attrNameLst>
                                          <p:attrName>style.visibility</p:attrName>
                                        </p:attrNameLst>
                                      </p:cBhvr>
                                      <p:to>
                                        <p:strVal val="visible"/>
                                      </p:to>
                                    </p:set>
                                    <p:anim calcmode="lin" valueType="num">
                                      <p:cBhvr>
                                        <p:cTn id="29" dur="500" fill="hold"/>
                                        <p:tgtEl>
                                          <p:spTgt spid="22"/>
                                        </p:tgtEl>
                                        <p:attrNameLst>
                                          <p:attrName>ppt_w</p:attrName>
                                        </p:attrNameLst>
                                      </p:cBhvr>
                                      <p:tavLst>
                                        <p:tav tm="0">
                                          <p:val>
                                            <p:fltVal val="0"/>
                                          </p:val>
                                        </p:tav>
                                        <p:tav tm="100000">
                                          <p:val>
                                            <p:strVal val="#ppt_w"/>
                                          </p:val>
                                        </p:tav>
                                      </p:tavLst>
                                    </p:anim>
                                    <p:anim calcmode="lin" valueType="num">
                                      <p:cBhvr>
                                        <p:cTn id="30" dur="500" fill="hold"/>
                                        <p:tgtEl>
                                          <p:spTgt spid="22"/>
                                        </p:tgtEl>
                                        <p:attrNameLst>
                                          <p:attrName>ppt_h</p:attrName>
                                        </p:attrNameLst>
                                      </p:cBhvr>
                                      <p:tavLst>
                                        <p:tav tm="0">
                                          <p:val>
                                            <p:fltVal val="0"/>
                                          </p:val>
                                        </p:tav>
                                        <p:tav tm="100000">
                                          <p:val>
                                            <p:strVal val="#ppt_h"/>
                                          </p:val>
                                        </p:tav>
                                      </p:tavLst>
                                    </p:anim>
                                  </p:childTnLst>
                                </p:cTn>
                              </p:par>
                              <p:par>
                                <p:cTn id="31" presetID="23" presetClass="entr" presetSubtype="16" fill="hold" grpId="0" nodeType="withEffect">
                                  <p:childTnLst>
                                    <p:set>
                                      <p:cBhvr>
                                        <p:cTn id="32" dur="1" fill="hold">
                                          <p:stCondLst>
                                            <p:cond delay="0"/>
                                          </p:stCondLst>
                                        </p:cTn>
                                        <p:tgtEl>
                                          <p:spTgt spid="23"/>
                                        </p:tgtEl>
                                        <p:attrNameLst>
                                          <p:attrName>style.visibility</p:attrName>
                                        </p:attrNameLst>
                                      </p:cBhvr>
                                      <p:to>
                                        <p:strVal val="visible"/>
                                      </p:to>
                                    </p:set>
                                    <p:anim calcmode="lin" valueType="num">
                                      <p:cBhvr>
                                        <p:cTn id="33" dur="500" fill="hold"/>
                                        <p:tgtEl>
                                          <p:spTgt spid="23"/>
                                        </p:tgtEl>
                                        <p:attrNameLst>
                                          <p:attrName>ppt_w</p:attrName>
                                        </p:attrNameLst>
                                      </p:cBhvr>
                                      <p:tavLst>
                                        <p:tav tm="0">
                                          <p:val>
                                            <p:fltVal val="0"/>
                                          </p:val>
                                        </p:tav>
                                        <p:tav tm="100000">
                                          <p:val>
                                            <p:strVal val="#ppt_w"/>
                                          </p:val>
                                        </p:tav>
                                      </p:tavLst>
                                    </p:anim>
                                    <p:anim calcmode="lin" valueType="num">
                                      <p:cBhvr>
                                        <p:cTn id="34" dur="500" fill="hold"/>
                                        <p:tgtEl>
                                          <p:spTgt spid="23"/>
                                        </p:tgtEl>
                                        <p:attrNameLst>
                                          <p:attrName>ppt_h</p:attrName>
                                        </p:attrNameLst>
                                      </p:cBhvr>
                                      <p:tavLst>
                                        <p:tav tm="0">
                                          <p:val>
                                            <p:fltVal val="0"/>
                                          </p:val>
                                        </p:tav>
                                        <p:tav tm="100000">
                                          <p:val>
                                            <p:strVal val="#ppt_h"/>
                                          </p:val>
                                        </p:tav>
                                      </p:tavLst>
                                    </p:anim>
                                  </p:childTnLst>
                                </p:cTn>
                              </p:par>
                              <p:par>
                                <p:cTn id="35" presetID="23" presetClass="entr" presetSubtype="16" fill="hold" grpId="0" nodeType="withEffect">
                                  <p:childTnLst>
                                    <p:set>
                                      <p:cBhvr>
                                        <p:cTn id="36" dur="1" fill="hold">
                                          <p:stCondLst>
                                            <p:cond delay="0"/>
                                          </p:stCondLst>
                                        </p:cTn>
                                        <p:tgtEl>
                                          <p:spTgt spid="24"/>
                                        </p:tgtEl>
                                        <p:attrNameLst>
                                          <p:attrName>style.visibility</p:attrName>
                                        </p:attrNameLst>
                                      </p:cBhvr>
                                      <p:to>
                                        <p:strVal val="visible"/>
                                      </p:to>
                                    </p:set>
                                    <p:anim calcmode="lin" valueType="num">
                                      <p:cBhvr>
                                        <p:cTn id="37" dur="500" fill="hold"/>
                                        <p:tgtEl>
                                          <p:spTgt spid="24"/>
                                        </p:tgtEl>
                                        <p:attrNameLst>
                                          <p:attrName>ppt_w</p:attrName>
                                        </p:attrNameLst>
                                      </p:cBhvr>
                                      <p:tavLst>
                                        <p:tav tm="0">
                                          <p:val>
                                            <p:fltVal val="0"/>
                                          </p:val>
                                        </p:tav>
                                        <p:tav tm="100000">
                                          <p:val>
                                            <p:strVal val="#ppt_w"/>
                                          </p:val>
                                        </p:tav>
                                      </p:tavLst>
                                    </p:anim>
                                    <p:anim calcmode="lin" valueType="num">
                                      <p:cBhvr>
                                        <p:cTn id="38" dur="500" fill="hold"/>
                                        <p:tgtEl>
                                          <p:spTgt spid="24"/>
                                        </p:tgtEl>
                                        <p:attrNameLst>
                                          <p:attrName>ppt_h</p:attrName>
                                        </p:attrNameLst>
                                      </p:cBhvr>
                                      <p:tavLst>
                                        <p:tav tm="0">
                                          <p:val>
                                            <p:fltVal val="0"/>
                                          </p:val>
                                        </p:tav>
                                        <p:tav tm="100000">
                                          <p:val>
                                            <p:strVal val="#ppt_h"/>
                                          </p:val>
                                        </p:tav>
                                      </p:tavLst>
                                    </p:anim>
                                  </p:childTnLst>
                                </p:cTn>
                              </p:par>
                              <p:par>
                                <p:cTn id="39" presetID="23" presetClass="entr" presetSubtype="16" fill="hold" grpId="0" nodeType="withEffect">
                                  <p:childTnLst>
                                    <p:set>
                                      <p:cBhvr>
                                        <p:cTn id="40" dur="1" fill="hold">
                                          <p:stCondLst>
                                            <p:cond delay="0"/>
                                          </p:stCondLst>
                                        </p:cTn>
                                        <p:tgtEl>
                                          <p:spTgt spid="25"/>
                                        </p:tgtEl>
                                        <p:attrNameLst>
                                          <p:attrName>style.visibility</p:attrName>
                                        </p:attrNameLst>
                                      </p:cBhvr>
                                      <p:to>
                                        <p:strVal val="visible"/>
                                      </p:to>
                                    </p:set>
                                    <p:anim calcmode="lin" valueType="num">
                                      <p:cBhvr>
                                        <p:cTn id="41" dur="500" fill="hold"/>
                                        <p:tgtEl>
                                          <p:spTgt spid="25"/>
                                        </p:tgtEl>
                                        <p:attrNameLst>
                                          <p:attrName>ppt_w</p:attrName>
                                        </p:attrNameLst>
                                      </p:cBhvr>
                                      <p:tavLst>
                                        <p:tav tm="0">
                                          <p:val>
                                            <p:fltVal val="0"/>
                                          </p:val>
                                        </p:tav>
                                        <p:tav tm="100000">
                                          <p:val>
                                            <p:strVal val="#ppt_w"/>
                                          </p:val>
                                        </p:tav>
                                      </p:tavLst>
                                    </p:anim>
                                    <p:anim calcmode="lin" valueType="num">
                                      <p:cBhvr>
                                        <p:cTn id="42" dur="500" fill="hold"/>
                                        <p:tgtEl>
                                          <p:spTgt spid="25"/>
                                        </p:tgtEl>
                                        <p:attrNameLst>
                                          <p:attrName>ppt_h</p:attrName>
                                        </p:attrNameLst>
                                      </p:cBhvr>
                                      <p:tavLst>
                                        <p:tav tm="0">
                                          <p:val>
                                            <p:fltVal val="0"/>
                                          </p:val>
                                        </p:tav>
                                        <p:tav tm="100000">
                                          <p:val>
                                            <p:strVal val="#ppt_h"/>
                                          </p:val>
                                        </p:tav>
                                      </p:tavLst>
                                    </p:anim>
                                  </p:childTnLst>
                                </p:cTn>
                              </p:par>
                              <p:par>
                                <p:cTn id="43" presetID="23" presetClass="entr" presetSubtype="16" fill="hold" grpId="0" nodeType="withEffect">
                                  <p:childTnLst>
                                    <p:set>
                                      <p:cBhvr>
                                        <p:cTn id="44" dur="1" fill="hold">
                                          <p:stCondLst>
                                            <p:cond delay="0"/>
                                          </p:stCondLst>
                                        </p:cTn>
                                        <p:tgtEl>
                                          <p:spTgt spid="26"/>
                                        </p:tgtEl>
                                        <p:attrNameLst>
                                          <p:attrName>style.visibility</p:attrName>
                                        </p:attrNameLst>
                                      </p:cBhvr>
                                      <p:to>
                                        <p:strVal val="visible"/>
                                      </p:to>
                                    </p:set>
                                    <p:anim calcmode="lin" valueType="num">
                                      <p:cBhvr>
                                        <p:cTn id="45" dur="500" fill="hold"/>
                                        <p:tgtEl>
                                          <p:spTgt spid="26"/>
                                        </p:tgtEl>
                                        <p:attrNameLst>
                                          <p:attrName>ppt_w</p:attrName>
                                        </p:attrNameLst>
                                      </p:cBhvr>
                                      <p:tavLst>
                                        <p:tav tm="0">
                                          <p:val>
                                            <p:fltVal val="0"/>
                                          </p:val>
                                        </p:tav>
                                        <p:tav tm="100000">
                                          <p:val>
                                            <p:strVal val="#ppt_w"/>
                                          </p:val>
                                        </p:tav>
                                      </p:tavLst>
                                    </p:anim>
                                    <p:anim calcmode="lin" valueType="num">
                                      <p:cBhvr>
                                        <p:cTn id="46" dur="500" fill="hold"/>
                                        <p:tgtEl>
                                          <p:spTgt spid="26"/>
                                        </p:tgtEl>
                                        <p:attrNameLst>
                                          <p:attrName>ppt_h</p:attrName>
                                        </p:attrNameLst>
                                      </p:cBhvr>
                                      <p:tavLst>
                                        <p:tav tm="0">
                                          <p:val>
                                            <p:fltVal val="0"/>
                                          </p:val>
                                        </p:tav>
                                        <p:tav tm="100000">
                                          <p:val>
                                            <p:strVal val="#ppt_h"/>
                                          </p:val>
                                        </p:tav>
                                      </p:tavLst>
                                    </p:anim>
                                  </p:childTnLst>
                                </p:cTn>
                              </p:par>
                              <p:par>
                                <p:cTn id="47" presetID="23" presetClass="entr" presetSubtype="16" fill="hold" grpId="0" nodeType="withEffect">
                                  <p:childTnLst>
                                    <p:set>
                                      <p:cBhvr>
                                        <p:cTn id="48" dur="1" fill="hold">
                                          <p:stCondLst>
                                            <p:cond delay="0"/>
                                          </p:stCondLst>
                                        </p:cTn>
                                        <p:tgtEl>
                                          <p:spTgt spid="27"/>
                                        </p:tgtEl>
                                        <p:attrNameLst>
                                          <p:attrName>style.visibility</p:attrName>
                                        </p:attrNameLst>
                                      </p:cBhvr>
                                      <p:to>
                                        <p:strVal val="visible"/>
                                      </p:to>
                                    </p:set>
                                    <p:anim calcmode="lin" valueType="num">
                                      <p:cBhvr>
                                        <p:cTn id="49" dur="500" fill="hold"/>
                                        <p:tgtEl>
                                          <p:spTgt spid="27"/>
                                        </p:tgtEl>
                                        <p:attrNameLst>
                                          <p:attrName>ppt_w</p:attrName>
                                        </p:attrNameLst>
                                      </p:cBhvr>
                                      <p:tavLst>
                                        <p:tav tm="0">
                                          <p:val>
                                            <p:fltVal val="0"/>
                                          </p:val>
                                        </p:tav>
                                        <p:tav tm="100000">
                                          <p:val>
                                            <p:strVal val="#ppt_w"/>
                                          </p:val>
                                        </p:tav>
                                      </p:tavLst>
                                    </p:anim>
                                    <p:anim calcmode="lin" valueType="num">
                                      <p:cBhvr>
                                        <p:cTn id="50" dur="500" fill="hold"/>
                                        <p:tgtEl>
                                          <p:spTgt spid="27"/>
                                        </p:tgtEl>
                                        <p:attrNameLst>
                                          <p:attrName>ppt_h</p:attrName>
                                        </p:attrNameLst>
                                      </p:cBhvr>
                                      <p:tavLst>
                                        <p:tav tm="0">
                                          <p:val>
                                            <p:fltVal val="0"/>
                                          </p:val>
                                        </p:tav>
                                        <p:tav tm="100000">
                                          <p:val>
                                            <p:strVal val="#ppt_h"/>
                                          </p:val>
                                        </p:tav>
                                      </p:tavLst>
                                    </p:anim>
                                  </p:childTnLst>
                                </p:cTn>
                              </p:par>
                              <p:par>
                                <p:cTn id="51" presetID="23" presetClass="entr" presetSubtype="16" fill="hold" grpId="0" nodeType="withEffect">
                                  <p:childTnLst>
                                    <p:set>
                                      <p:cBhvr>
                                        <p:cTn id="52" dur="1" fill="hold">
                                          <p:stCondLst>
                                            <p:cond delay="0"/>
                                          </p:stCondLst>
                                        </p:cTn>
                                        <p:tgtEl>
                                          <p:spTgt spid="28"/>
                                        </p:tgtEl>
                                        <p:attrNameLst>
                                          <p:attrName>style.visibility</p:attrName>
                                        </p:attrNameLst>
                                      </p:cBhvr>
                                      <p:to>
                                        <p:strVal val="visible"/>
                                      </p:to>
                                    </p:set>
                                    <p:anim calcmode="lin" valueType="num">
                                      <p:cBhvr>
                                        <p:cTn id="53" dur="500" fill="hold"/>
                                        <p:tgtEl>
                                          <p:spTgt spid="28"/>
                                        </p:tgtEl>
                                        <p:attrNameLst>
                                          <p:attrName>ppt_w</p:attrName>
                                        </p:attrNameLst>
                                      </p:cBhvr>
                                      <p:tavLst>
                                        <p:tav tm="0">
                                          <p:val>
                                            <p:fltVal val="0"/>
                                          </p:val>
                                        </p:tav>
                                        <p:tav tm="100000">
                                          <p:val>
                                            <p:strVal val="#ppt_w"/>
                                          </p:val>
                                        </p:tav>
                                      </p:tavLst>
                                    </p:anim>
                                    <p:anim calcmode="lin" valueType="num">
                                      <p:cBhvr>
                                        <p:cTn id="54" dur="500" fill="hold"/>
                                        <p:tgtEl>
                                          <p:spTgt spid="28"/>
                                        </p:tgtEl>
                                        <p:attrNameLst>
                                          <p:attrName>ppt_h</p:attrName>
                                        </p:attrNameLst>
                                      </p:cBhvr>
                                      <p:tavLst>
                                        <p:tav tm="0">
                                          <p:val>
                                            <p:fltVal val="0"/>
                                          </p:val>
                                        </p:tav>
                                        <p:tav tm="100000">
                                          <p:val>
                                            <p:strVal val="#ppt_h"/>
                                          </p:val>
                                        </p:tav>
                                      </p:tavLst>
                                    </p:anim>
                                  </p:childTnLst>
                                </p:cTn>
                              </p:par>
                              <p:par>
                                <p:cTn id="55" presetID="23" presetClass="entr" presetSubtype="16" fill="hold" grpId="0" nodeType="withEffect">
                                  <p:childTnLst>
                                    <p:set>
                                      <p:cBhvr>
                                        <p:cTn id="56" dur="1" fill="hold">
                                          <p:stCondLst>
                                            <p:cond delay="0"/>
                                          </p:stCondLst>
                                        </p:cTn>
                                        <p:tgtEl>
                                          <p:spTgt spid="29"/>
                                        </p:tgtEl>
                                        <p:attrNameLst>
                                          <p:attrName>style.visibility</p:attrName>
                                        </p:attrNameLst>
                                      </p:cBhvr>
                                      <p:to>
                                        <p:strVal val="visible"/>
                                      </p:to>
                                    </p:set>
                                    <p:anim calcmode="lin" valueType="num">
                                      <p:cBhvr>
                                        <p:cTn id="57" dur="500" fill="hold"/>
                                        <p:tgtEl>
                                          <p:spTgt spid="29"/>
                                        </p:tgtEl>
                                        <p:attrNameLst>
                                          <p:attrName>ppt_w</p:attrName>
                                        </p:attrNameLst>
                                      </p:cBhvr>
                                      <p:tavLst>
                                        <p:tav tm="0">
                                          <p:val>
                                            <p:fltVal val="0"/>
                                          </p:val>
                                        </p:tav>
                                        <p:tav tm="100000">
                                          <p:val>
                                            <p:strVal val="#ppt_w"/>
                                          </p:val>
                                        </p:tav>
                                      </p:tavLst>
                                    </p:anim>
                                    <p:anim calcmode="lin" valueType="num">
                                      <p:cBhvr>
                                        <p:cTn id="58" dur="500" fill="hold"/>
                                        <p:tgtEl>
                                          <p:spTgt spid="29"/>
                                        </p:tgtEl>
                                        <p:attrNameLst>
                                          <p:attrName>ppt_h</p:attrName>
                                        </p:attrNameLst>
                                      </p:cBhvr>
                                      <p:tavLst>
                                        <p:tav tm="0">
                                          <p:val>
                                            <p:fltVal val="0"/>
                                          </p:val>
                                        </p:tav>
                                        <p:tav tm="100000">
                                          <p:val>
                                            <p:strVal val="#ppt_h"/>
                                          </p:val>
                                        </p:tav>
                                      </p:tavLst>
                                    </p:anim>
                                  </p:childTnLst>
                                </p:cTn>
                              </p:par>
                              <p:par>
                                <p:cTn id="59" presetID="23" presetClass="entr" presetSubtype="16" fill="hold" grpId="0" nodeType="withEffect">
                                  <p:childTnLst>
                                    <p:set>
                                      <p:cBhvr>
                                        <p:cTn id="60" dur="1" fill="hold">
                                          <p:stCondLst>
                                            <p:cond delay="0"/>
                                          </p:stCondLst>
                                        </p:cTn>
                                        <p:tgtEl>
                                          <p:spTgt spid="30"/>
                                        </p:tgtEl>
                                        <p:attrNameLst>
                                          <p:attrName>style.visibility</p:attrName>
                                        </p:attrNameLst>
                                      </p:cBhvr>
                                      <p:to>
                                        <p:strVal val="visible"/>
                                      </p:to>
                                    </p:set>
                                    <p:anim calcmode="lin" valueType="num">
                                      <p:cBhvr>
                                        <p:cTn id="61" dur="500" fill="hold"/>
                                        <p:tgtEl>
                                          <p:spTgt spid="30"/>
                                        </p:tgtEl>
                                        <p:attrNameLst>
                                          <p:attrName>ppt_w</p:attrName>
                                        </p:attrNameLst>
                                      </p:cBhvr>
                                      <p:tavLst>
                                        <p:tav tm="0">
                                          <p:val>
                                            <p:fltVal val="0"/>
                                          </p:val>
                                        </p:tav>
                                        <p:tav tm="100000">
                                          <p:val>
                                            <p:strVal val="#ppt_w"/>
                                          </p:val>
                                        </p:tav>
                                      </p:tavLst>
                                    </p:anim>
                                    <p:anim calcmode="lin" valueType="num">
                                      <p:cBhvr>
                                        <p:cTn id="62" dur="500" fill="hold"/>
                                        <p:tgtEl>
                                          <p:spTgt spid="30"/>
                                        </p:tgtEl>
                                        <p:attrNameLst>
                                          <p:attrName>ppt_h</p:attrName>
                                        </p:attrNameLst>
                                      </p:cBhvr>
                                      <p:tavLst>
                                        <p:tav tm="0">
                                          <p:val>
                                            <p:fltVal val="0"/>
                                          </p:val>
                                        </p:tav>
                                        <p:tav tm="100000">
                                          <p:val>
                                            <p:strVal val="#ppt_h"/>
                                          </p:val>
                                        </p:tav>
                                      </p:tavLst>
                                    </p:anim>
                                  </p:childTnLst>
                                </p:cTn>
                              </p:par>
                              <p:par>
                                <p:cTn id="63" presetID="23" presetClass="entr" presetSubtype="16" fill="hold" grpId="0" nodeType="withEffect">
                                  <p:childTnLst>
                                    <p:set>
                                      <p:cBhvr>
                                        <p:cTn id="64" dur="1" fill="hold">
                                          <p:stCondLst>
                                            <p:cond delay="0"/>
                                          </p:stCondLst>
                                        </p:cTn>
                                        <p:tgtEl>
                                          <p:spTgt spid="31"/>
                                        </p:tgtEl>
                                        <p:attrNameLst>
                                          <p:attrName>style.visibility</p:attrName>
                                        </p:attrNameLst>
                                      </p:cBhvr>
                                      <p:to>
                                        <p:strVal val="visible"/>
                                      </p:to>
                                    </p:set>
                                    <p:anim calcmode="lin" valueType="num">
                                      <p:cBhvr>
                                        <p:cTn id="65" dur="500" fill="hold"/>
                                        <p:tgtEl>
                                          <p:spTgt spid="31"/>
                                        </p:tgtEl>
                                        <p:attrNameLst>
                                          <p:attrName>ppt_w</p:attrName>
                                        </p:attrNameLst>
                                      </p:cBhvr>
                                      <p:tavLst>
                                        <p:tav tm="0">
                                          <p:val>
                                            <p:fltVal val="0"/>
                                          </p:val>
                                        </p:tav>
                                        <p:tav tm="100000">
                                          <p:val>
                                            <p:strVal val="#ppt_w"/>
                                          </p:val>
                                        </p:tav>
                                      </p:tavLst>
                                    </p:anim>
                                    <p:anim calcmode="lin" valueType="num">
                                      <p:cBhvr>
                                        <p:cTn id="66" dur="500" fill="hold"/>
                                        <p:tgtEl>
                                          <p:spTgt spid="31"/>
                                        </p:tgtEl>
                                        <p:attrNameLst>
                                          <p:attrName>ppt_h</p:attrName>
                                        </p:attrNameLst>
                                      </p:cBhvr>
                                      <p:tavLst>
                                        <p:tav tm="0">
                                          <p:val>
                                            <p:fltVal val="0"/>
                                          </p:val>
                                        </p:tav>
                                        <p:tav tm="100000">
                                          <p:val>
                                            <p:strVal val="#ppt_h"/>
                                          </p:val>
                                        </p:tav>
                                      </p:tavLst>
                                    </p:anim>
                                  </p:childTnLst>
                                </p:cTn>
                              </p:par>
                              <p:par>
                                <p:cTn id="67" presetID="23" presetClass="entr" presetSubtype="16" fill="hold" grpId="0" nodeType="withEffect">
                                  <p:childTnLst>
                                    <p:set>
                                      <p:cBhvr>
                                        <p:cTn id="68" dur="1" fill="hold">
                                          <p:stCondLst>
                                            <p:cond delay="0"/>
                                          </p:stCondLst>
                                        </p:cTn>
                                        <p:tgtEl>
                                          <p:spTgt spid="32"/>
                                        </p:tgtEl>
                                        <p:attrNameLst>
                                          <p:attrName>style.visibility</p:attrName>
                                        </p:attrNameLst>
                                      </p:cBhvr>
                                      <p:to>
                                        <p:strVal val="visible"/>
                                      </p:to>
                                    </p:set>
                                    <p:anim calcmode="lin" valueType="num">
                                      <p:cBhvr>
                                        <p:cTn id="69" dur="500" fill="hold"/>
                                        <p:tgtEl>
                                          <p:spTgt spid="32"/>
                                        </p:tgtEl>
                                        <p:attrNameLst>
                                          <p:attrName>ppt_w</p:attrName>
                                        </p:attrNameLst>
                                      </p:cBhvr>
                                      <p:tavLst>
                                        <p:tav tm="0">
                                          <p:val>
                                            <p:fltVal val="0"/>
                                          </p:val>
                                        </p:tav>
                                        <p:tav tm="100000">
                                          <p:val>
                                            <p:strVal val="#ppt_w"/>
                                          </p:val>
                                        </p:tav>
                                      </p:tavLst>
                                    </p:anim>
                                    <p:anim calcmode="lin" valueType="num">
                                      <p:cBhvr>
                                        <p:cTn id="70" dur="500" fill="hold"/>
                                        <p:tgtEl>
                                          <p:spTgt spid="32"/>
                                        </p:tgtEl>
                                        <p:attrNameLst>
                                          <p:attrName>ppt_h</p:attrName>
                                        </p:attrNameLst>
                                      </p:cBhvr>
                                      <p:tavLst>
                                        <p:tav tm="0">
                                          <p:val>
                                            <p:fltVal val="0"/>
                                          </p:val>
                                        </p:tav>
                                        <p:tav tm="100000">
                                          <p:val>
                                            <p:strVal val="#ppt_h"/>
                                          </p:val>
                                        </p:tav>
                                      </p:tavLst>
                                    </p:anim>
                                  </p:childTnLst>
                                </p:cTn>
                              </p:par>
                              <p:par>
                                <p:cTn id="71" presetID="23" presetClass="entr" presetSubtype="16" fill="hold" grpId="0" nodeType="withEffect">
                                  <p:childTnLst>
                                    <p:set>
                                      <p:cBhvr>
                                        <p:cTn id="72" dur="1" fill="hold">
                                          <p:stCondLst>
                                            <p:cond delay="0"/>
                                          </p:stCondLst>
                                        </p:cTn>
                                        <p:tgtEl>
                                          <p:spTgt spid="33"/>
                                        </p:tgtEl>
                                        <p:attrNameLst>
                                          <p:attrName>style.visibility</p:attrName>
                                        </p:attrNameLst>
                                      </p:cBhvr>
                                      <p:to>
                                        <p:strVal val="visible"/>
                                      </p:to>
                                    </p:set>
                                    <p:anim calcmode="lin" valueType="num">
                                      <p:cBhvr>
                                        <p:cTn id="73" dur="500" fill="hold"/>
                                        <p:tgtEl>
                                          <p:spTgt spid="33"/>
                                        </p:tgtEl>
                                        <p:attrNameLst>
                                          <p:attrName>ppt_w</p:attrName>
                                        </p:attrNameLst>
                                      </p:cBhvr>
                                      <p:tavLst>
                                        <p:tav tm="0">
                                          <p:val>
                                            <p:fltVal val="0"/>
                                          </p:val>
                                        </p:tav>
                                        <p:tav tm="100000">
                                          <p:val>
                                            <p:strVal val="#ppt_w"/>
                                          </p:val>
                                        </p:tav>
                                      </p:tavLst>
                                    </p:anim>
                                    <p:anim calcmode="lin" valueType="num">
                                      <p:cBhvr>
                                        <p:cTn id="74" dur="500" fill="hold"/>
                                        <p:tgtEl>
                                          <p:spTgt spid="33"/>
                                        </p:tgtEl>
                                        <p:attrNameLst>
                                          <p:attrName>ppt_h</p:attrName>
                                        </p:attrNameLst>
                                      </p:cBhvr>
                                      <p:tavLst>
                                        <p:tav tm="0">
                                          <p:val>
                                            <p:fltVal val="0"/>
                                          </p:val>
                                        </p:tav>
                                        <p:tav tm="100000">
                                          <p:val>
                                            <p:strVal val="#ppt_h"/>
                                          </p:val>
                                        </p:tav>
                                      </p:tavLst>
                                    </p:anim>
                                  </p:childTnLst>
                                </p:cTn>
                              </p:par>
                              <p:par>
                                <p:cTn id="75" presetID="23" presetClass="entr" presetSubtype="16" fill="hold" grpId="0" nodeType="withEffect">
                                  <p:childTnLst>
                                    <p:set>
                                      <p:cBhvr>
                                        <p:cTn id="76" dur="1" fill="hold">
                                          <p:stCondLst>
                                            <p:cond delay="0"/>
                                          </p:stCondLst>
                                        </p:cTn>
                                        <p:tgtEl>
                                          <p:spTgt spid="34"/>
                                        </p:tgtEl>
                                        <p:attrNameLst>
                                          <p:attrName>style.visibility</p:attrName>
                                        </p:attrNameLst>
                                      </p:cBhvr>
                                      <p:to>
                                        <p:strVal val="visible"/>
                                      </p:to>
                                    </p:set>
                                    <p:anim calcmode="lin" valueType="num">
                                      <p:cBhvr>
                                        <p:cTn id="77" dur="500" fill="hold"/>
                                        <p:tgtEl>
                                          <p:spTgt spid="34"/>
                                        </p:tgtEl>
                                        <p:attrNameLst>
                                          <p:attrName>ppt_w</p:attrName>
                                        </p:attrNameLst>
                                      </p:cBhvr>
                                      <p:tavLst>
                                        <p:tav tm="0">
                                          <p:val>
                                            <p:fltVal val="0"/>
                                          </p:val>
                                        </p:tav>
                                        <p:tav tm="100000">
                                          <p:val>
                                            <p:strVal val="#ppt_w"/>
                                          </p:val>
                                        </p:tav>
                                      </p:tavLst>
                                    </p:anim>
                                    <p:anim calcmode="lin" valueType="num">
                                      <p:cBhvr>
                                        <p:cTn id="78" dur="500" fill="hold"/>
                                        <p:tgtEl>
                                          <p:spTgt spid="34"/>
                                        </p:tgtEl>
                                        <p:attrNameLst>
                                          <p:attrName>ppt_h</p:attrName>
                                        </p:attrNameLst>
                                      </p:cBhvr>
                                      <p:tavLst>
                                        <p:tav tm="0">
                                          <p:val>
                                            <p:fltVal val="0"/>
                                          </p:val>
                                        </p:tav>
                                        <p:tav tm="100000">
                                          <p:val>
                                            <p:strVal val="#ppt_h"/>
                                          </p:val>
                                        </p:tav>
                                      </p:tavLst>
                                    </p:anim>
                                  </p:childTnLst>
                                </p:cTn>
                              </p:par>
                              <p:par>
                                <p:cTn id="79" presetID="23" presetClass="entr" presetSubtype="16" fill="hold" grpId="0" nodeType="withEffect">
                                  <p:childTnLst>
                                    <p:set>
                                      <p:cBhvr>
                                        <p:cTn id="80" dur="1" fill="hold">
                                          <p:stCondLst>
                                            <p:cond delay="0"/>
                                          </p:stCondLst>
                                        </p:cTn>
                                        <p:tgtEl>
                                          <p:spTgt spid="35"/>
                                        </p:tgtEl>
                                        <p:attrNameLst>
                                          <p:attrName>style.visibility</p:attrName>
                                        </p:attrNameLst>
                                      </p:cBhvr>
                                      <p:to>
                                        <p:strVal val="visible"/>
                                      </p:to>
                                    </p:set>
                                    <p:anim calcmode="lin" valueType="num">
                                      <p:cBhvr>
                                        <p:cTn id="81" dur="500" fill="hold"/>
                                        <p:tgtEl>
                                          <p:spTgt spid="35"/>
                                        </p:tgtEl>
                                        <p:attrNameLst>
                                          <p:attrName>ppt_w</p:attrName>
                                        </p:attrNameLst>
                                      </p:cBhvr>
                                      <p:tavLst>
                                        <p:tav tm="0">
                                          <p:val>
                                            <p:fltVal val="0"/>
                                          </p:val>
                                        </p:tav>
                                        <p:tav tm="100000">
                                          <p:val>
                                            <p:strVal val="#ppt_w"/>
                                          </p:val>
                                        </p:tav>
                                      </p:tavLst>
                                    </p:anim>
                                    <p:anim calcmode="lin" valueType="num">
                                      <p:cBhvr>
                                        <p:cTn id="82" dur="500" fill="hold"/>
                                        <p:tgtEl>
                                          <p:spTgt spid="35"/>
                                        </p:tgtEl>
                                        <p:attrNameLst>
                                          <p:attrName>ppt_h</p:attrName>
                                        </p:attrNameLst>
                                      </p:cBhvr>
                                      <p:tavLst>
                                        <p:tav tm="0">
                                          <p:val>
                                            <p:fltVal val="0"/>
                                          </p:val>
                                        </p:tav>
                                        <p:tav tm="100000">
                                          <p:val>
                                            <p:strVal val="#ppt_h"/>
                                          </p:val>
                                        </p:tav>
                                      </p:tavLst>
                                    </p:anim>
                                  </p:childTnLst>
                                </p:cTn>
                              </p:par>
                            </p:childTnLst>
                          </p:cTn>
                        </p:par>
                        <p:par>
                          <p:cTn id="83" fill="hold">
                            <p:stCondLst>
                              <p:cond delay="1000"/>
                            </p:stCondLst>
                            <p:childTnLst>
                              <p:par>
                                <p:cTn id="84" presetID="53" presetClass="entr" presetSubtype="0" fill="hold" nodeType="afterEffect">
                                  <p:childTnLst>
                                    <p:set>
                                      <p:cBhvr>
                                        <p:cTn id="85" dur="1" fill="hold">
                                          <p:stCondLst>
                                            <p:cond delay="0"/>
                                          </p:stCondLst>
                                        </p:cTn>
                                        <p:tgtEl>
                                          <p:spTgt spid="54"/>
                                        </p:tgtEl>
                                        <p:attrNameLst>
                                          <p:attrName>style.visibility</p:attrName>
                                        </p:attrNameLst>
                                      </p:cBhvr>
                                      <p:to>
                                        <p:strVal val="visible"/>
                                      </p:to>
                                    </p:set>
                                    <p:anim calcmode="lin" valueType="num">
                                      <p:cBhvr>
                                        <p:cTn id="86" dur="500" fill="hold"/>
                                        <p:tgtEl>
                                          <p:spTgt spid="54"/>
                                        </p:tgtEl>
                                        <p:attrNameLst>
                                          <p:attrName>ppt_w</p:attrName>
                                        </p:attrNameLst>
                                      </p:cBhvr>
                                      <p:tavLst>
                                        <p:tav tm="0">
                                          <p:val>
                                            <p:fltVal val="0"/>
                                          </p:val>
                                        </p:tav>
                                        <p:tav tm="100000">
                                          <p:val>
                                            <p:strVal val="#ppt_w"/>
                                          </p:val>
                                        </p:tav>
                                      </p:tavLst>
                                    </p:anim>
                                    <p:anim calcmode="lin" valueType="num">
                                      <p:cBhvr>
                                        <p:cTn id="87" dur="500" fill="hold"/>
                                        <p:tgtEl>
                                          <p:spTgt spid="54"/>
                                        </p:tgtEl>
                                        <p:attrNameLst>
                                          <p:attrName>ppt_h</p:attrName>
                                        </p:attrNameLst>
                                      </p:cBhvr>
                                      <p:tavLst>
                                        <p:tav tm="0">
                                          <p:val>
                                            <p:fltVal val="0"/>
                                          </p:val>
                                        </p:tav>
                                        <p:tav tm="100000">
                                          <p:val>
                                            <p:strVal val="#ppt_h"/>
                                          </p:val>
                                        </p:tav>
                                      </p:tavLst>
                                    </p:anim>
                                    <p:animEffect transition="in" filter="fade">
                                      <p:cBhvr>
                                        <p:cTn id="88" dur="500"/>
                                        <p:tgtEl>
                                          <p:spTgt spid="54"/>
                                        </p:tgtEl>
                                      </p:cBhvr>
                                    </p:animEffect>
                                    <p:anim calcmode="lin" valueType="num">
                                      <p:cBhvr>
                                        <p:cTn id="89" dur="500" fill="hold"/>
                                        <p:tgtEl>
                                          <p:spTgt spid="54"/>
                                        </p:tgtEl>
                                        <p:attrNameLst>
                                          <p:attrName>ppt_x</p:attrName>
                                        </p:attrNameLst>
                                      </p:cBhvr>
                                      <p:tavLst>
                                        <p:tav tm="0">
                                          <p:val>
                                            <p:fltVal val="0.5"/>
                                          </p:val>
                                        </p:tav>
                                        <p:tav tm="100000">
                                          <p:val>
                                            <p:strVal val="#ppt_x"/>
                                          </p:val>
                                        </p:tav>
                                      </p:tavLst>
                                    </p:anim>
                                    <p:anim calcmode="lin" valueType="num">
                                      <p:cBhvr>
                                        <p:cTn id="90" dur="500" fill="hold"/>
                                        <p:tgtEl>
                                          <p:spTgt spid="54"/>
                                        </p:tgtEl>
                                        <p:attrNameLst>
                                          <p:attrName>ppt_y</p:attrName>
                                        </p:attrNameLst>
                                      </p:cBhvr>
                                      <p:tavLst>
                                        <p:tav tm="0">
                                          <p:val>
                                            <p:fltVal val="0.5"/>
                                          </p:val>
                                        </p:tav>
                                        <p:tav tm="100000">
                                          <p:val>
                                            <p:strVal val="#ppt_y"/>
                                          </p:val>
                                        </p:tav>
                                      </p:tavLst>
                                    </p:anim>
                                  </p:childTnLst>
                                </p:cTn>
                              </p:par>
                            </p:childTnLst>
                          </p:cTn>
                        </p:par>
                        <p:par>
                          <p:cTn id="91" fill="hold">
                            <p:stCondLst>
                              <p:cond delay="1500"/>
                            </p:stCondLst>
                            <p:childTnLst>
                              <p:par>
                                <p:cTn id="92" presetID="53" presetClass="entr" presetSubtype="0" fill="hold" nodeType="afterEffect">
                                  <p:childTnLst>
                                    <p:set>
                                      <p:cBhvr>
                                        <p:cTn id="93" dur="1" fill="hold">
                                          <p:stCondLst>
                                            <p:cond delay="0"/>
                                          </p:stCondLst>
                                        </p:cTn>
                                        <p:tgtEl>
                                          <p:spTgt spid="48"/>
                                        </p:tgtEl>
                                        <p:attrNameLst>
                                          <p:attrName>style.visibility</p:attrName>
                                        </p:attrNameLst>
                                      </p:cBhvr>
                                      <p:to>
                                        <p:strVal val="visible"/>
                                      </p:to>
                                    </p:set>
                                    <p:anim calcmode="lin" valueType="num">
                                      <p:cBhvr>
                                        <p:cTn id="94" dur="500" fill="hold"/>
                                        <p:tgtEl>
                                          <p:spTgt spid="48"/>
                                        </p:tgtEl>
                                        <p:attrNameLst>
                                          <p:attrName>ppt_w</p:attrName>
                                        </p:attrNameLst>
                                      </p:cBhvr>
                                      <p:tavLst>
                                        <p:tav tm="0">
                                          <p:val>
                                            <p:fltVal val="0"/>
                                          </p:val>
                                        </p:tav>
                                        <p:tav tm="100000">
                                          <p:val>
                                            <p:strVal val="#ppt_w"/>
                                          </p:val>
                                        </p:tav>
                                      </p:tavLst>
                                    </p:anim>
                                    <p:anim calcmode="lin" valueType="num">
                                      <p:cBhvr>
                                        <p:cTn id="95" dur="500" fill="hold"/>
                                        <p:tgtEl>
                                          <p:spTgt spid="48"/>
                                        </p:tgtEl>
                                        <p:attrNameLst>
                                          <p:attrName>ppt_h</p:attrName>
                                        </p:attrNameLst>
                                      </p:cBhvr>
                                      <p:tavLst>
                                        <p:tav tm="0">
                                          <p:val>
                                            <p:fltVal val="0"/>
                                          </p:val>
                                        </p:tav>
                                        <p:tav tm="100000">
                                          <p:val>
                                            <p:strVal val="#ppt_h"/>
                                          </p:val>
                                        </p:tav>
                                      </p:tavLst>
                                    </p:anim>
                                    <p:animEffect transition="in" filter="fade">
                                      <p:cBhvr>
                                        <p:cTn id="96" dur="500"/>
                                        <p:tgtEl>
                                          <p:spTgt spid="48"/>
                                        </p:tgtEl>
                                      </p:cBhvr>
                                    </p:animEffect>
                                    <p:anim calcmode="lin" valueType="num">
                                      <p:cBhvr>
                                        <p:cTn id="97" dur="500" fill="hold"/>
                                        <p:tgtEl>
                                          <p:spTgt spid="48"/>
                                        </p:tgtEl>
                                        <p:attrNameLst>
                                          <p:attrName>ppt_x</p:attrName>
                                        </p:attrNameLst>
                                      </p:cBhvr>
                                      <p:tavLst>
                                        <p:tav tm="0">
                                          <p:val>
                                            <p:fltVal val="0.5"/>
                                          </p:val>
                                        </p:tav>
                                        <p:tav tm="100000">
                                          <p:val>
                                            <p:strVal val="#ppt_x"/>
                                          </p:val>
                                        </p:tav>
                                      </p:tavLst>
                                    </p:anim>
                                    <p:anim calcmode="lin" valueType="num">
                                      <p:cBhvr>
                                        <p:cTn id="98" dur="500" fill="hold"/>
                                        <p:tgtEl>
                                          <p:spTgt spid="48"/>
                                        </p:tgtEl>
                                        <p:attrNameLst>
                                          <p:attrName>ppt_y</p:attrName>
                                        </p:attrNameLst>
                                      </p:cBhvr>
                                      <p:tavLst>
                                        <p:tav tm="0">
                                          <p:val>
                                            <p:fltVal val="0.5"/>
                                          </p:val>
                                        </p:tav>
                                        <p:tav tm="100000">
                                          <p:val>
                                            <p:strVal val="#ppt_y"/>
                                          </p:val>
                                        </p:tav>
                                      </p:tavLst>
                                    </p:anim>
                                  </p:childTnLst>
                                </p:cTn>
                              </p:par>
                            </p:childTnLst>
                          </p:cTn>
                        </p:par>
                        <p:par>
                          <p:cTn id="99" fill="hold">
                            <p:stCondLst>
                              <p:cond delay="2000"/>
                            </p:stCondLst>
                            <p:childTnLst>
                              <p:par>
                                <p:cTn id="100" presetID="53" presetClass="entr" presetSubtype="0" fill="hold" nodeType="afterEffect">
                                  <p:childTnLst>
                                    <p:set>
                                      <p:cBhvr>
                                        <p:cTn id="101" dur="1" fill="hold">
                                          <p:stCondLst>
                                            <p:cond delay="0"/>
                                          </p:stCondLst>
                                        </p:cTn>
                                        <p:tgtEl>
                                          <p:spTgt spid="60"/>
                                        </p:tgtEl>
                                        <p:attrNameLst>
                                          <p:attrName>style.visibility</p:attrName>
                                        </p:attrNameLst>
                                      </p:cBhvr>
                                      <p:to>
                                        <p:strVal val="visible"/>
                                      </p:to>
                                    </p:set>
                                    <p:anim calcmode="lin" valueType="num">
                                      <p:cBhvr>
                                        <p:cTn id="102" dur="500" fill="hold"/>
                                        <p:tgtEl>
                                          <p:spTgt spid="60"/>
                                        </p:tgtEl>
                                        <p:attrNameLst>
                                          <p:attrName>ppt_w</p:attrName>
                                        </p:attrNameLst>
                                      </p:cBhvr>
                                      <p:tavLst>
                                        <p:tav tm="0">
                                          <p:val>
                                            <p:fltVal val="0"/>
                                          </p:val>
                                        </p:tav>
                                        <p:tav tm="100000">
                                          <p:val>
                                            <p:strVal val="#ppt_w"/>
                                          </p:val>
                                        </p:tav>
                                      </p:tavLst>
                                    </p:anim>
                                    <p:anim calcmode="lin" valueType="num">
                                      <p:cBhvr>
                                        <p:cTn id="103" dur="500" fill="hold"/>
                                        <p:tgtEl>
                                          <p:spTgt spid="60"/>
                                        </p:tgtEl>
                                        <p:attrNameLst>
                                          <p:attrName>ppt_h</p:attrName>
                                        </p:attrNameLst>
                                      </p:cBhvr>
                                      <p:tavLst>
                                        <p:tav tm="0">
                                          <p:val>
                                            <p:fltVal val="0"/>
                                          </p:val>
                                        </p:tav>
                                        <p:tav tm="100000">
                                          <p:val>
                                            <p:strVal val="#ppt_h"/>
                                          </p:val>
                                        </p:tav>
                                      </p:tavLst>
                                    </p:anim>
                                    <p:animEffect transition="in" filter="fade">
                                      <p:cBhvr>
                                        <p:cTn id="104" dur="500"/>
                                        <p:tgtEl>
                                          <p:spTgt spid="60"/>
                                        </p:tgtEl>
                                      </p:cBhvr>
                                    </p:animEffect>
                                    <p:anim calcmode="lin" valueType="num">
                                      <p:cBhvr>
                                        <p:cTn id="105" dur="500" fill="hold"/>
                                        <p:tgtEl>
                                          <p:spTgt spid="60"/>
                                        </p:tgtEl>
                                        <p:attrNameLst>
                                          <p:attrName>ppt_x</p:attrName>
                                        </p:attrNameLst>
                                      </p:cBhvr>
                                      <p:tavLst>
                                        <p:tav tm="0">
                                          <p:val>
                                            <p:fltVal val="0.5"/>
                                          </p:val>
                                        </p:tav>
                                        <p:tav tm="100000">
                                          <p:val>
                                            <p:strVal val="#ppt_x"/>
                                          </p:val>
                                        </p:tav>
                                      </p:tavLst>
                                    </p:anim>
                                    <p:anim calcmode="lin" valueType="num">
                                      <p:cBhvr>
                                        <p:cTn id="106" dur="500" fill="hold"/>
                                        <p:tgtEl>
                                          <p:spTgt spid="60"/>
                                        </p:tgtEl>
                                        <p:attrNameLst>
                                          <p:attrName>ppt_y</p:attrName>
                                        </p:attrNameLst>
                                      </p:cBhvr>
                                      <p:tavLst>
                                        <p:tav tm="0">
                                          <p:val>
                                            <p:fltVal val="0.5"/>
                                          </p:val>
                                        </p:tav>
                                        <p:tav tm="100000">
                                          <p:val>
                                            <p:strVal val="#ppt_y"/>
                                          </p:val>
                                        </p:tav>
                                      </p:tavLst>
                                    </p:anim>
                                  </p:childTnLst>
                                </p:cTn>
                              </p:par>
                            </p:childTnLst>
                          </p:cTn>
                        </p:par>
                        <p:par>
                          <p:cTn id="107" fill="hold">
                            <p:stCondLst>
                              <p:cond delay="2500"/>
                            </p:stCondLst>
                            <p:childTnLst>
                              <p:par>
                                <p:cTn id="108" presetID="53" presetClass="entr" presetSubtype="0" fill="hold" nodeType="afterEffect">
                                  <p:childTnLst>
                                    <p:set>
                                      <p:cBhvr>
                                        <p:cTn id="109" dur="1" fill="hold">
                                          <p:stCondLst>
                                            <p:cond delay="0"/>
                                          </p:stCondLst>
                                        </p:cTn>
                                        <p:tgtEl>
                                          <p:spTgt spid="66"/>
                                        </p:tgtEl>
                                        <p:attrNameLst>
                                          <p:attrName>style.visibility</p:attrName>
                                        </p:attrNameLst>
                                      </p:cBhvr>
                                      <p:to>
                                        <p:strVal val="visible"/>
                                      </p:to>
                                    </p:set>
                                    <p:anim calcmode="lin" valueType="num">
                                      <p:cBhvr>
                                        <p:cTn id="110" dur="500" fill="hold"/>
                                        <p:tgtEl>
                                          <p:spTgt spid="66"/>
                                        </p:tgtEl>
                                        <p:attrNameLst>
                                          <p:attrName>ppt_w</p:attrName>
                                        </p:attrNameLst>
                                      </p:cBhvr>
                                      <p:tavLst>
                                        <p:tav tm="0">
                                          <p:val>
                                            <p:fltVal val="0"/>
                                          </p:val>
                                        </p:tav>
                                        <p:tav tm="100000">
                                          <p:val>
                                            <p:strVal val="#ppt_w"/>
                                          </p:val>
                                        </p:tav>
                                      </p:tavLst>
                                    </p:anim>
                                    <p:anim calcmode="lin" valueType="num">
                                      <p:cBhvr>
                                        <p:cTn id="111" dur="500" fill="hold"/>
                                        <p:tgtEl>
                                          <p:spTgt spid="66"/>
                                        </p:tgtEl>
                                        <p:attrNameLst>
                                          <p:attrName>ppt_h</p:attrName>
                                        </p:attrNameLst>
                                      </p:cBhvr>
                                      <p:tavLst>
                                        <p:tav tm="0">
                                          <p:val>
                                            <p:fltVal val="0"/>
                                          </p:val>
                                        </p:tav>
                                        <p:tav tm="100000">
                                          <p:val>
                                            <p:strVal val="#ppt_h"/>
                                          </p:val>
                                        </p:tav>
                                      </p:tavLst>
                                    </p:anim>
                                    <p:animEffect transition="in" filter="fade">
                                      <p:cBhvr>
                                        <p:cTn id="112" dur="500"/>
                                        <p:tgtEl>
                                          <p:spTgt spid="66"/>
                                        </p:tgtEl>
                                      </p:cBhvr>
                                    </p:animEffect>
                                    <p:anim calcmode="lin" valueType="num">
                                      <p:cBhvr>
                                        <p:cTn id="113" dur="500" fill="hold"/>
                                        <p:tgtEl>
                                          <p:spTgt spid="66"/>
                                        </p:tgtEl>
                                        <p:attrNameLst>
                                          <p:attrName>ppt_x</p:attrName>
                                        </p:attrNameLst>
                                      </p:cBhvr>
                                      <p:tavLst>
                                        <p:tav tm="0">
                                          <p:val>
                                            <p:fltVal val="0.5"/>
                                          </p:val>
                                        </p:tav>
                                        <p:tav tm="100000">
                                          <p:val>
                                            <p:strVal val="#ppt_x"/>
                                          </p:val>
                                        </p:tav>
                                      </p:tavLst>
                                    </p:anim>
                                    <p:anim calcmode="lin" valueType="num">
                                      <p:cBhvr>
                                        <p:cTn id="114" dur="500" fill="hold"/>
                                        <p:tgtEl>
                                          <p:spTgt spid="66"/>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0B1DC6-3254-4058-8198-427DC3D21275}"/>
              </a:ext>
            </a:extLst>
          </p:cNvPr>
          <p:cNvSpPr>
            <a:spLocks noGrp="1"/>
          </p:cNvSpPr>
          <p:nvPr>
            <p:ph type="title"/>
          </p:nvPr>
        </p:nvSpPr>
        <p:spPr>
          <a:xfrm>
            <a:off x="5285524" y="51558"/>
            <a:ext cx="1620957" cy="523220"/>
          </a:xfrm>
        </p:spPr>
        <p:txBody>
          <a:bodyPr/>
          <a:lstStyle/>
          <a:p>
            <a:r>
              <a:rPr lang="zh-CN" altLang="en-US" dirty="0"/>
              <a:t>前端开发</a:t>
            </a:r>
          </a:p>
        </p:txBody>
      </p:sp>
      <p:sp>
        <p:nvSpPr>
          <p:cNvPr id="5" name="矩形 4">
            <a:extLst>
              <a:ext uri="{FF2B5EF4-FFF2-40B4-BE49-F238E27FC236}">
                <a16:creationId xmlns:a16="http://schemas.microsoft.com/office/drawing/2014/main" id="{E9EDC40D-7331-491F-86B1-3C1AF98024EA}"/>
              </a:ext>
            </a:extLst>
          </p:cNvPr>
          <p:cNvSpPr/>
          <p:nvPr/>
        </p:nvSpPr>
        <p:spPr>
          <a:xfrm>
            <a:off x="463420" y="1081407"/>
            <a:ext cx="6096000" cy="4247317"/>
          </a:xfrm>
          <a:prstGeom prst="rect">
            <a:avLst/>
          </a:prstGeom>
        </p:spPr>
        <p:txBody>
          <a:bodyPr>
            <a:spAutoFit/>
          </a:bodyPr>
          <a:lstStyle/>
          <a:p>
            <a:pPr marL="342900" lvl="0" indent="-342900" algn="just">
              <a:spcAft>
                <a:spcPts val="0"/>
              </a:spcAft>
              <a:buFont typeface="+mj-lt"/>
              <a:buAutoNum type="arabicPeriod"/>
            </a:pPr>
            <a:r>
              <a:rPr lang="zh-CN" altLang="zh-CN" kern="100" dirty="0">
                <a:latin typeface="等线" panose="02010600030101010101" pitchFamily="2" charset="-122"/>
                <a:ea typeface="等线" panose="02010600030101010101" pitchFamily="2" charset="-122"/>
                <a:cs typeface="Times New Roman" panose="02020603050405020304" pitchFamily="18" charset="0"/>
              </a:rPr>
              <a:t>搭建后端时使用何种框架？</a:t>
            </a:r>
            <a:r>
              <a:rPr lang="en-US" altLang="zh-CN" kern="100" dirty="0">
                <a:latin typeface="等线" panose="02010600030101010101" pitchFamily="2" charset="-122"/>
                <a:ea typeface="等线" panose="02010600030101010101" pitchFamily="2" charset="-122"/>
                <a:cs typeface="Times New Roman" panose="02020603050405020304" pitchFamily="18" charset="0"/>
              </a:rPr>
              <a:t>Django</a:t>
            </a:r>
            <a:r>
              <a:rPr lang="zh-CN" altLang="zh-CN" kern="100" dirty="0">
                <a:latin typeface="等线" panose="02010600030101010101" pitchFamily="2" charset="-122"/>
                <a:ea typeface="等线" panose="02010600030101010101" pitchFamily="2" charset="-122"/>
                <a:cs typeface="Times New Roman" panose="02020603050405020304" pitchFamily="18" charset="0"/>
              </a:rPr>
              <a:t>还是</a:t>
            </a:r>
            <a:r>
              <a:rPr lang="en-US" altLang="zh-CN" kern="100" dirty="0">
                <a:latin typeface="等线" panose="02010600030101010101" pitchFamily="2" charset="-122"/>
                <a:ea typeface="等线" panose="02010600030101010101" pitchFamily="2" charset="-122"/>
                <a:cs typeface="Times New Roman" panose="02020603050405020304" pitchFamily="18" charset="0"/>
              </a:rPr>
              <a:t>Flask?</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kern="100" dirty="0">
                <a:latin typeface="等线" panose="02010600030101010101" pitchFamily="2" charset="-122"/>
                <a:ea typeface="等线" panose="02010600030101010101" pitchFamily="2" charset="-122"/>
                <a:cs typeface="Times New Roman" panose="02020603050405020304" pitchFamily="18" charset="0"/>
              </a:rPr>
              <a:t>Flask</a:t>
            </a:r>
            <a:r>
              <a:rPr lang="zh-CN" altLang="zh-CN" kern="100" dirty="0">
                <a:latin typeface="等线" panose="02010600030101010101" pitchFamily="2" charset="-122"/>
                <a:ea typeface="等线" panose="02010600030101010101" pitchFamily="2" charset="-122"/>
                <a:cs typeface="Times New Roman" panose="02020603050405020304" pitchFamily="18" charset="0"/>
              </a:rPr>
              <a:t>相对小巧、灵活，提供了一些核心功能，让程序员定制使用功能，更适用于小型网站。但使用</a:t>
            </a:r>
            <a:r>
              <a:rPr lang="en-US" altLang="zh-CN" kern="100" dirty="0">
                <a:latin typeface="等线" panose="02010600030101010101" pitchFamily="2" charset="-122"/>
                <a:ea typeface="等线" panose="02010600030101010101" pitchFamily="2" charset="-122"/>
                <a:cs typeface="Times New Roman" panose="02020603050405020304" pitchFamily="18" charset="0"/>
              </a:rPr>
              <a:t>Flask</a:t>
            </a:r>
            <a:r>
              <a:rPr lang="zh-CN" altLang="zh-CN" kern="100" dirty="0">
                <a:latin typeface="等线" panose="02010600030101010101" pitchFamily="2" charset="-122"/>
                <a:ea typeface="等线" panose="02010600030101010101" pitchFamily="2" charset="-122"/>
                <a:cs typeface="Times New Roman" panose="02020603050405020304" pitchFamily="18" charset="0"/>
              </a:rPr>
              <a:t>来开发大型网站难度较大，代码架构需要自己设计，开发成本取决于开发者的能力和经验。</a:t>
            </a:r>
          </a:p>
          <a:p>
            <a:pPr algn="just">
              <a:spcAft>
                <a:spcPts val="0"/>
              </a:spcAft>
            </a:pPr>
            <a:r>
              <a:rPr lang="en-US" altLang="zh-CN" kern="100" dirty="0">
                <a:latin typeface="等线" panose="02010600030101010101" pitchFamily="2" charset="-122"/>
                <a:ea typeface="等线" panose="02010600030101010101" pitchFamily="2" charset="-122"/>
                <a:cs typeface="Times New Roman" panose="02020603050405020304" pitchFamily="18" charset="0"/>
              </a:rPr>
              <a:t>Django</a:t>
            </a:r>
            <a:r>
              <a:rPr lang="zh-CN" altLang="zh-CN" kern="100" dirty="0">
                <a:latin typeface="等线" panose="02010600030101010101" pitchFamily="2" charset="-122"/>
                <a:ea typeface="等线" panose="02010600030101010101" pitchFamily="2" charset="-122"/>
                <a:cs typeface="Times New Roman" panose="02020603050405020304" pitchFamily="18" charset="0"/>
              </a:rPr>
              <a:t>则大而全，为用户提供一站式的解决方案，从模板、</a:t>
            </a:r>
            <a:r>
              <a:rPr lang="en-US" altLang="zh-CN" kern="100" dirty="0">
                <a:latin typeface="等线" panose="02010600030101010101" pitchFamily="2" charset="-122"/>
                <a:ea typeface="等线" panose="02010600030101010101" pitchFamily="2" charset="-122"/>
                <a:cs typeface="Times New Roman" panose="02020603050405020304" pitchFamily="18" charset="0"/>
              </a:rPr>
              <a:t>ORM</a:t>
            </a:r>
            <a:r>
              <a:rPr lang="zh-CN" altLang="zh-CN" kern="100" dirty="0">
                <a:latin typeface="等线" panose="02010600030101010101" pitchFamily="2" charset="-122"/>
                <a:ea typeface="等线" panose="02010600030101010101" pitchFamily="2" charset="-122"/>
                <a:cs typeface="Times New Roman" panose="02020603050405020304" pitchFamily="18" charset="0"/>
              </a:rPr>
              <a:t>、</a:t>
            </a:r>
            <a:r>
              <a:rPr lang="en-US" altLang="zh-CN" kern="100" dirty="0">
                <a:latin typeface="等线" panose="02010600030101010101" pitchFamily="2" charset="-122"/>
                <a:ea typeface="等线" panose="02010600030101010101" pitchFamily="2" charset="-122"/>
                <a:cs typeface="Times New Roman" panose="02020603050405020304" pitchFamily="18" charset="0"/>
              </a:rPr>
              <a:t>Session</a:t>
            </a:r>
            <a:r>
              <a:rPr lang="zh-CN" altLang="zh-CN" kern="100" dirty="0">
                <a:latin typeface="等线" panose="02010600030101010101" pitchFamily="2" charset="-122"/>
                <a:ea typeface="等线" panose="02010600030101010101" pitchFamily="2" charset="-122"/>
                <a:cs typeface="Times New Roman" panose="02020603050405020304" pitchFamily="18" charset="0"/>
              </a:rPr>
              <a:t>、</a:t>
            </a:r>
            <a:r>
              <a:rPr lang="en-US" altLang="zh-CN" kern="100" dirty="0">
                <a:latin typeface="等线" panose="02010600030101010101" pitchFamily="2" charset="-122"/>
                <a:ea typeface="等线" panose="02010600030101010101" pitchFamily="2" charset="-122"/>
                <a:cs typeface="Times New Roman" panose="02020603050405020304" pitchFamily="18" charset="0"/>
              </a:rPr>
              <a:t>Authentication</a:t>
            </a:r>
            <a:r>
              <a:rPr lang="zh-CN" altLang="zh-CN" kern="100" dirty="0">
                <a:latin typeface="等线" panose="02010600030101010101" pitchFamily="2" charset="-122"/>
                <a:ea typeface="等线" panose="02010600030101010101" pitchFamily="2" charset="-122"/>
                <a:cs typeface="Times New Roman" panose="02020603050405020304" pitchFamily="18" charset="0"/>
              </a:rPr>
              <a:t>都由模板进行分配。同时，</a:t>
            </a:r>
            <a:r>
              <a:rPr lang="en-US" altLang="zh-CN" kern="100" dirty="0">
                <a:latin typeface="等线" panose="02010600030101010101" pitchFamily="2" charset="-122"/>
                <a:ea typeface="等线" panose="02010600030101010101" pitchFamily="2" charset="-122"/>
                <a:cs typeface="Times New Roman" panose="02020603050405020304" pitchFamily="18" charset="0"/>
              </a:rPr>
              <a:t>Django</a:t>
            </a:r>
            <a:r>
              <a:rPr lang="zh-CN" altLang="zh-CN" kern="100" dirty="0">
                <a:latin typeface="等线" panose="02010600030101010101" pitchFamily="2" charset="-122"/>
                <a:ea typeface="等线" panose="02010600030101010101" pitchFamily="2" charset="-122"/>
                <a:cs typeface="Times New Roman" panose="02020603050405020304" pitchFamily="18" charset="0"/>
              </a:rPr>
              <a:t>项目的文档更全面，适合新手或者是快速原型开发。</a:t>
            </a:r>
          </a:p>
          <a:p>
            <a:pPr algn="just">
              <a:spcAft>
                <a:spcPts val="0"/>
              </a:spcAft>
            </a:pPr>
            <a:r>
              <a:rPr lang="zh-CN" altLang="zh-CN" kern="100" dirty="0">
                <a:latin typeface="等线" panose="02010600030101010101" pitchFamily="2" charset="-122"/>
                <a:ea typeface="等线" panose="02010600030101010101" pitchFamily="2" charset="-122"/>
                <a:cs typeface="Times New Roman" panose="02020603050405020304" pitchFamily="18" charset="0"/>
              </a:rPr>
              <a:t>在该项目中，考虑到项目的主要目的在于搭建出新思路的机器模型，而</a:t>
            </a:r>
            <a:r>
              <a:rPr lang="en-US" altLang="zh-CN" kern="100" dirty="0">
                <a:latin typeface="等线" panose="02010600030101010101" pitchFamily="2" charset="-122"/>
                <a:ea typeface="等线" panose="02010600030101010101" pitchFamily="2" charset="-122"/>
                <a:cs typeface="Times New Roman" panose="02020603050405020304" pitchFamily="18" charset="0"/>
              </a:rPr>
              <a:t>web</a:t>
            </a:r>
            <a:r>
              <a:rPr lang="zh-CN" altLang="zh-CN" kern="100" dirty="0">
                <a:latin typeface="等线" panose="02010600030101010101" pitchFamily="2" charset="-122"/>
                <a:ea typeface="等线" panose="02010600030101010101" pitchFamily="2" charset="-122"/>
                <a:cs typeface="Times New Roman" panose="02020603050405020304" pitchFamily="18" charset="0"/>
              </a:rPr>
              <a:t>前后端主要用于展示该项目的成果，故使用更为成熟的</a:t>
            </a:r>
            <a:r>
              <a:rPr lang="en-US" altLang="zh-CN" kern="100" dirty="0">
                <a:latin typeface="等线" panose="02010600030101010101" pitchFamily="2" charset="-122"/>
                <a:ea typeface="等线" panose="02010600030101010101" pitchFamily="2" charset="-122"/>
                <a:cs typeface="Times New Roman" panose="02020603050405020304" pitchFamily="18" charset="0"/>
              </a:rPr>
              <a:t>Django</a:t>
            </a:r>
            <a:r>
              <a:rPr lang="zh-CN" altLang="zh-CN" kern="100" dirty="0">
                <a:latin typeface="等线" panose="02010600030101010101" pitchFamily="2" charset="-122"/>
                <a:ea typeface="等线" panose="02010600030101010101" pitchFamily="2" charset="-122"/>
                <a:cs typeface="Times New Roman" panose="02020603050405020304" pitchFamily="18" charset="0"/>
              </a:rPr>
              <a:t>模板进行后端的开发，节省开发时间。以下具体介绍一些</a:t>
            </a:r>
            <a:r>
              <a:rPr lang="en-US" altLang="zh-CN" kern="100" dirty="0">
                <a:latin typeface="等线" panose="02010600030101010101" pitchFamily="2" charset="-122"/>
                <a:ea typeface="等线" panose="02010600030101010101" pitchFamily="2" charset="-122"/>
                <a:cs typeface="Times New Roman" panose="02020603050405020304" pitchFamily="18" charset="0"/>
              </a:rPr>
              <a:t>Django</a:t>
            </a:r>
            <a:r>
              <a:rPr lang="zh-CN" altLang="zh-CN" kern="100" dirty="0">
                <a:latin typeface="等线" panose="02010600030101010101" pitchFamily="2" charset="-122"/>
                <a:ea typeface="等线" panose="02010600030101010101" pitchFamily="2" charset="-122"/>
                <a:cs typeface="Times New Roman" panose="02020603050405020304" pitchFamily="18" charset="0"/>
              </a:rPr>
              <a:t>的优秀特点：</a:t>
            </a:r>
          </a:p>
          <a:p>
            <a:pPr algn="just">
              <a:spcAft>
                <a:spcPts val="0"/>
              </a:spcAft>
            </a:pPr>
            <a:r>
              <a:rPr lang="en-US" altLang="zh-CN" kern="100" dirty="0">
                <a:latin typeface="等线" panose="02010600030101010101" pitchFamily="2" charset="-122"/>
                <a:ea typeface="等线" panose="02010600030101010101" pitchFamily="2" charset="-122"/>
                <a:cs typeface="Times New Roman" panose="02020603050405020304" pitchFamily="18" charset="0"/>
              </a:rPr>
              <a:t>Django</a:t>
            </a:r>
            <a:r>
              <a:rPr lang="zh-CN" altLang="zh-CN" kern="100" dirty="0">
                <a:latin typeface="等线" panose="02010600030101010101" pitchFamily="2" charset="-122"/>
                <a:ea typeface="等线" panose="02010600030101010101" pitchFamily="2" charset="-122"/>
                <a:cs typeface="Times New Roman" panose="02020603050405020304" pitchFamily="18" charset="0"/>
              </a:rPr>
              <a:t>具有优秀的框架，节省设置</a:t>
            </a:r>
            <a:r>
              <a:rPr lang="en-US" altLang="zh-CN" kern="100" dirty="0">
                <a:latin typeface="等线" panose="02010600030101010101" pitchFamily="2" charset="-122"/>
                <a:ea typeface="等线" panose="02010600030101010101" pitchFamily="2" charset="-122"/>
                <a:cs typeface="Times New Roman" panose="02020603050405020304" pitchFamily="18" charset="0"/>
              </a:rPr>
              <a:t>Web</a:t>
            </a:r>
            <a:r>
              <a:rPr lang="zh-CN" altLang="zh-CN" kern="100" dirty="0">
                <a:latin typeface="等线" panose="02010600030101010101" pitchFamily="2" charset="-122"/>
                <a:ea typeface="等线" panose="02010600030101010101" pitchFamily="2" charset="-122"/>
                <a:cs typeface="Times New Roman" panose="02020603050405020304" pitchFamily="18" charset="0"/>
              </a:rPr>
              <a:t>应用程序重复，枯燥的组件的时间。清晰的工程项目结构也为函数的复用带来便利</a:t>
            </a:r>
          </a:p>
        </p:txBody>
      </p:sp>
      <p:pic>
        <p:nvPicPr>
          <p:cNvPr id="7" name="图片 6">
            <a:extLst>
              <a:ext uri="{FF2B5EF4-FFF2-40B4-BE49-F238E27FC236}">
                <a16:creationId xmlns:a16="http://schemas.microsoft.com/office/drawing/2014/main" id="{8B2C94B9-1304-40FB-8160-D8196BDD4D3E}"/>
              </a:ext>
            </a:extLst>
          </p:cNvPr>
          <p:cNvPicPr/>
          <p:nvPr/>
        </p:nvPicPr>
        <p:blipFill>
          <a:blip r:embed="rId2">
            <a:extLst>
              <a:ext uri="{28A0092B-C50C-407E-A947-70E740481C1C}">
                <a14:useLocalDpi xmlns:a14="http://schemas.microsoft.com/office/drawing/2010/main" val="0"/>
              </a:ext>
            </a:extLst>
          </a:blip>
          <a:stretch>
            <a:fillRect/>
          </a:stretch>
        </p:blipFill>
        <p:spPr>
          <a:xfrm>
            <a:off x="7924254" y="1081407"/>
            <a:ext cx="3160513" cy="3951347"/>
          </a:xfrm>
          <a:prstGeom prst="rect">
            <a:avLst/>
          </a:prstGeom>
        </p:spPr>
      </p:pic>
    </p:spTree>
    <p:extLst>
      <p:ext uri="{BB962C8B-B14F-4D97-AF65-F5344CB8AC3E}">
        <p14:creationId xmlns:p14="http://schemas.microsoft.com/office/powerpoint/2010/main" val="58344227"/>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4522EA-0C9A-4273-A033-A851A6351135}"/>
              </a:ext>
            </a:extLst>
          </p:cNvPr>
          <p:cNvSpPr>
            <a:spLocks noGrp="1"/>
          </p:cNvSpPr>
          <p:nvPr>
            <p:ph type="title"/>
          </p:nvPr>
        </p:nvSpPr>
        <p:spPr/>
        <p:txBody>
          <a:bodyPr/>
          <a:lstStyle/>
          <a:p>
            <a:r>
              <a:rPr lang="zh-CN" altLang="en-US" dirty="0"/>
              <a:t>前端开发</a:t>
            </a:r>
          </a:p>
        </p:txBody>
      </p:sp>
      <p:sp>
        <p:nvSpPr>
          <p:cNvPr id="3" name="矩形 2">
            <a:extLst>
              <a:ext uri="{FF2B5EF4-FFF2-40B4-BE49-F238E27FC236}">
                <a16:creationId xmlns:a16="http://schemas.microsoft.com/office/drawing/2014/main" id="{46858854-A9F5-4D2A-BE5C-0015AB49DC6E}"/>
              </a:ext>
            </a:extLst>
          </p:cNvPr>
          <p:cNvSpPr/>
          <p:nvPr/>
        </p:nvSpPr>
        <p:spPr>
          <a:xfrm>
            <a:off x="775995" y="744045"/>
            <a:ext cx="10640009" cy="2831544"/>
          </a:xfrm>
          <a:prstGeom prst="rect">
            <a:avLst/>
          </a:prstGeom>
        </p:spPr>
        <p:txBody>
          <a:bodyPr wrap="square">
            <a:spAutoFit/>
          </a:bodyPr>
          <a:lstStyle/>
          <a:p>
            <a:pPr algn="just">
              <a:spcAft>
                <a:spcPts val="0"/>
              </a:spcAft>
            </a:pPr>
            <a:r>
              <a:rPr lang="en-US" altLang="zh-CN" sz="1600" kern="100" dirty="0">
                <a:latin typeface="等线" panose="02010600030101010101" pitchFamily="2" charset="-122"/>
                <a:ea typeface="等线" panose="02010600030101010101" pitchFamily="2" charset="-122"/>
                <a:cs typeface="Times New Roman" panose="02020603050405020304" pitchFamily="18" charset="0"/>
              </a:rPr>
              <a:t>Django</a:t>
            </a:r>
            <a:r>
              <a:rPr lang="zh-CN" altLang="zh-CN" sz="1600" kern="100" dirty="0">
                <a:latin typeface="等线" panose="02010600030101010101" pitchFamily="2" charset="-122"/>
                <a:ea typeface="等线" panose="02010600030101010101" pitchFamily="2" charset="-122"/>
                <a:cs typeface="Times New Roman" panose="02020603050405020304" pitchFamily="18" charset="0"/>
              </a:rPr>
              <a:t>采用</a:t>
            </a:r>
            <a:r>
              <a:rPr lang="en-US" altLang="zh-CN" sz="1600" kern="100" dirty="0">
                <a:latin typeface="等线" panose="02010600030101010101" pitchFamily="2" charset="-122"/>
                <a:ea typeface="等线" panose="02010600030101010101" pitchFamily="2" charset="-122"/>
                <a:cs typeface="Times New Roman" panose="02020603050405020304" pitchFamily="18" charset="0"/>
              </a:rPr>
              <a:t>MTV</a:t>
            </a:r>
            <a:r>
              <a:rPr lang="zh-CN" altLang="zh-CN" sz="1600" kern="100" dirty="0">
                <a:latin typeface="等线" panose="02010600030101010101" pitchFamily="2" charset="-122"/>
                <a:ea typeface="等线" panose="02010600030101010101" pitchFamily="2" charset="-122"/>
                <a:cs typeface="Times New Roman" panose="02020603050405020304" pitchFamily="18" charset="0"/>
              </a:rPr>
              <a:t>的架构，高度模块化的架构更适用于敏捷开发流程。</a:t>
            </a:r>
          </a:p>
          <a:p>
            <a:pPr algn="just">
              <a:spcAft>
                <a:spcPts val="0"/>
              </a:spcAft>
            </a:pPr>
            <a:r>
              <a:rPr lang="en-US" altLang="zh-CN" sz="1600" kern="100" dirty="0">
                <a:latin typeface="等线" panose="02010600030101010101" pitchFamily="2" charset="-122"/>
                <a:ea typeface="等线" panose="02010600030101010101" pitchFamily="2" charset="-122"/>
                <a:cs typeface="Times New Roman" panose="02020603050405020304" pitchFamily="18" charset="0"/>
              </a:rPr>
              <a:t>M </a:t>
            </a:r>
            <a:r>
              <a:rPr lang="zh-CN" altLang="zh-CN" sz="1600" kern="100" dirty="0">
                <a:latin typeface="等线" panose="02010600030101010101" pitchFamily="2" charset="-122"/>
                <a:ea typeface="等线" panose="02010600030101010101" pitchFamily="2" charset="-122"/>
                <a:cs typeface="Times New Roman" panose="02020603050405020304" pitchFamily="18" charset="0"/>
              </a:rPr>
              <a:t>代表模型（</a:t>
            </a:r>
            <a:r>
              <a:rPr lang="en-US" altLang="zh-CN" sz="1600" kern="100" dirty="0">
                <a:latin typeface="等线" panose="02010600030101010101" pitchFamily="2" charset="-122"/>
                <a:ea typeface="等线" panose="02010600030101010101" pitchFamily="2" charset="-122"/>
                <a:cs typeface="Times New Roman" panose="02020603050405020304" pitchFamily="18" charset="0"/>
              </a:rPr>
              <a:t>Model</a:t>
            </a:r>
            <a:r>
              <a:rPr lang="zh-CN" altLang="zh-CN" sz="1600" kern="100" dirty="0">
                <a:latin typeface="等线" panose="02010600030101010101" pitchFamily="2" charset="-122"/>
                <a:ea typeface="等线" panose="02010600030101010101" pitchFamily="2" charset="-122"/>
                <a:cs typeface="Times New Roman" panose="02020603050405020304" pitchFamily="18" charset="0"/>
              </a:rPr>
              <a:t>）：负责业务对象和数据库的关系映射（</a:t>
            </a:r>
            <a:r>
              <a:rPr lang="en-US" altLang="zh-CN" sz="1600" kern="100" dirty="0">
                <a:latin typeface="等线" panose="02010600030101010101" pitchFamily="2" charset="-122"/>
                <a:ea typeface="等线" panose="02010600030101010101" pitchFamily="2" charset="-122"/>
                <a:cs typeface="Times New Roman" panose="02020603050405020304" pitchFamily="18" charset="0"/>
              </a:rPr>
              <a:t>ORM</a:t>
            </a:r>
            <a:r>
              <a:rPr lang="zh-CN" altLang="zh-CN" sz="1600" kern="100" dirty="0">
                <a:latin typeface="等线" panose="02010600030101010101" pitchFamily="2" charset="-122"/>
                <a:ea typeface="等线" panose="02010600030101010101" pitchFamily="2" charset="-122"/>
                <a:cs typeface="Times New Roman" panose="02020603050405020304" pitchFamily="18" charset="0"/>
              </a:rPr>
              <a:t>）。</a:t>
            </a:r>
          </a:p>
          <a:p>
            <a:pPr algn="just">
              <a:spcAft>
                <a:spcPts val="0"/>
              </a:spcAft>
            </a:pPr>
            <a:r>
              <a:rPr lang="en-US" altLang="zh-CN" sz="1600" kern="0" dirty="0">
                <a:latin typeface="等线" panose="02010600030101010101" pitchFamily="2" charset="-122"/>
                <a:ea typeface="等线" panose="02010600030101010101" pitchFamily="2" charset="-122"/>
                <a:cs typeface="宋体" panose="02010600030101010101" pitchFamily="2" charset="-122"/>
              </a:rPr>
              <a:t>T </a:t>
            </a:r>
            <a:r>
              <a:rPr lang="zh-CN" altLang="zh-CN" sz="1600" kern="0" dirty="0">
                <a:latin typeface="等线" panose="02010600030101010101" pitchFamily="2" charset="-122"/>
                <a:ea typeface="等线" panose="02010600030101010101" pitchFamily="2" charset="-122"/>
                <a:cs typeface="宋体" panose="02010600030101010101" pitchFamily="2" charset="-122"/>
              </a:rPr>
              <a:t>代表模板（</a:t>
            </a:r>
            <a:r>
              <a:rPr lang="en-US" altLang="zh-CN" sz="1600" kern="0" dirty="0" err="1">
                <a:latin typeface="等线" panose="02010600030101010101" pitchFamily="2" charset="-122"/>
                <a:ea typeface="等线" panose="02010600030101010101" pitchFamily="2" charset="-122"/>
                <a:cs typeface="宋体" panose="02010600030101010101" pitchFamily="2" charset="-122"/>
              </a:rPr>
              <a:t>Tempalte</a:t>
            </a:r>
            <a:r>
              <a:rPr lang="zh-CN" altLang="zh-CN" sz="1600" kern="0" dirty="0">
                <a:latin typeface="等线" panose="02010600030101010101" pitchFamily="2" charset="-122"/>
                <a:ea typeface="等线" panose="02010600030101010101" pitchFamily="2" charset="-122"/>
                <a:cs typeface="宋体" panose="02010600030101010101" pitchFamily="2" charset="-122"/>
              </a:rPr>
              <a:t>）：负责如何把页面展示给用户（</a:t>
            </a:r>
            <a:r>
              <a:rPr lang="en-US" altLang="zh-CN" sz="1600" kern="0" dirty="0">
                <a:latin typeface="等线" panose="02010600030101010101" pitchFamily="2" charset="-122"/>
                <a:ea typeface="等线" panose="02010600030101010101" pitchFamily="2" charset="-122"/>
                <a:cs typeface="宋体" panose="02010600030101010101" pitchFamily="2" charset="-122"/>
              </a:rPr>
              <a:t>html</a:t>
            </a:r>
            <a:r>
              <a:rPr lang="zh-CN" altLang="zh-CN" sz="1600" kern="0" dirty="0">
                <a:latin typeface="等线" panose="02010600030101010101" pitchFamily="2" charset="-122"/>
                <a:ea typeface="等线" panose="02010600030101010101" pitchFamily="2" charset="-122"/>
                <a:cs typeface="宋体" panose="02010600030101010101" pitchFamily="2" charset="-122"/>
              </a:rPr>
              <a:t>）。</a:t>
            </a:r>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1600" kern="0" dirty="0">
                <a:latin typeface="等线" panose="02010600030101010101" pitchFamily="2" charset="-122"/>
                <a:ea typeface="等线" panose="02010600030101010101" pitchFamily="2" charset="-122"/>
                <a:cs typeface="宋体" panose="02010600030101010101" pitchFamily="2" charset="-122"/>
              </a:rPr>
              <a:t>V </a:t>
            </a:r>
            <a:r>
              <a:rPr lang="zh-CN" altLang="zh-CN" sz="1600" kern="0" dirty="0">
                <a:latin typeface="等线" panose="02010600030101010101" pitchFamily="2" charset="-122"/>
                <a:ea typeface="等线" panose="02010600030101010101" pitchFamily="2" charset="-122"/>
                <a:cs typeface="宋体" panose="02010600030101010101" pitchFamily="2" charset="-122"/>
              </a:rPr>
              <a:t>代表视图（</a:t>
            </a:r>
            <a:r>
              <a:rPr lang="en-US" altLang="zh-CN" sz="1600" kern="0" dirty="0">
                <a:latin typeface="等线" panose="02010600030101010101" pitchFamily="2" charset="-122"/>
                <a:ea typeface="等线" panose="02010600030101010101" pitchFamily="2" charset="-122"/>
                <a:cs typeface="宋体" panose="02010600030101010101" pitchFamily="2" charset="-122"/>
              </a:rPr>
              <a:t>View</a:t>
            </a:r>
            <a:r>
              <a:rPr lang="zh-CN" altLang="zh-CN" sz="1600" kern="0" dirty="0">
                <a:latin typeface="等线" panose="02010600030101010101" pitchFamily="2" charset="-122"/>
                <a:ea typeface="等线" panose="02010600030101010101" pitchFamily="2" charset="-122"/>
                <a:cs typeface="宋体" panose="02010600030101010101" pitchFamily="2" charset="-122"/>
              </a:rPr>
              <a:t>）：负责业务逻辑，并在适当的时候调用</a:t>
            </a:r>
            <a:r>
              <a:rPr lang="en-US" altLang="zh-CN" sz="1600" kern="0" dirty="0">
                <a:latin typeface="等线" panose="02010600030101010101" pitchFamily="2" charset="-122"/>
                <a:ea typeface="等线" panose="02010600030101010101" pitchFamily="2" charset="-122"/>
                <a:cs typeface="宋体" panose="02010600030101010101" pitchFamily="2" charset="-122"/>
              </a:rPr>
              <a:t>Model</a:t>
            </a:r>
            <a:r>
              <a:rPr lang="zh-CN" altLang="zh-CN" sz="1600" kern="0" dirty="0">
                <a:latin typeface="等线" panose="02010600030101010101" pitchFamily="2" charset="-122"/>
                <a:ea typeface="等线" panose="02010600030101010101" pitchFamily="2" charset="-122"/>
                <a:cs typeface="宋体" panose="02010600030101010101" pitchFamily="2" charset="-122"/>
              </a:rPr>
              <a:t>和</a:t>
            </a:r>
            <a:r>
              <a:rPr lang="en-US" altLang="zh-CN" sz="1600" kern="0" dirty="0">
                <a:latin typeface="等线" panose="02010600030101010101" pitchFamily="2" charset="-122"/>
                <a:ea typeface="等线" panose="02010600030101010101" pitchFamily="2" charset="-122"/>
                <a:cs typeface="宋体" panose="02010600030101010101" pitchFamily="2" charset="-122"/>
              </a:rPr>
              <a:t>Template</a:t>
            </a:r>
            <a:r>
              <a:rPr lang="zh-CN" altLang="zh-CN" sz="1600" kern="0" dirty="0">
                <a:latin typeface="等线" panose="02010600030101010101" pitchFamily="2" charset="-122"/>
                <a:ea typeface="等线" panose="02010600030101010101" pitchFamily="2" charset="-122"/>
                <a:cs typeface="宋体" panose="02010600030101010101" pitchFamily="2" charset="-122"/>
              </a:rPr>
              <a:t>。</a:t>
            </a:r>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sz="1600" kern="0" dirty="0">
                <a:latin typeface="等线" panose="02010600030101010101" pitchFamily="2" charset="-122"/>
                <a:ea typeface="等线" panose="02010600030101010101" pitchFamily="2" charset="-122"/>
                <a:cs typeface="宋体" panose="02010600030101010101" pitchFamily="2" charset="-122"/>
              </a:rPr>
              <a:t>除了以上三层之外，还需要一个</a:t>
            </a:r>
            <a:r>
              <a:rPr lang="en-US" altLang="zh-CN" sz="1600" kern="0" dirty="0">
                <a:latin typeface="等线" panose="02010600030101010101" pitchFamily="2" charset="-122"/>
                <a:ea typeface="等线" panose="02010600030101010101" pitchFamily="2" charset="-122"/>
                <a:cs typeface="宋体" panose="02010600030101010101" pitchFamily="2" charset="-122"/>
              </a:rPr>
              <a:t>URL</a:t>
            </a:r>
            <a:r>
              <a:rPr lang="zh-CN" altLang="zh-CN" sz="1600" kern="0" dirty="0">
                <a:latin typeface="等线" panose="02010600030101010101" pitchFamily="2" charset="-122"/>
                <a:ea typeface="等线" panose="02010600030101010101" pitchFamily="2" charset="-122"/>
                <a:cs typeface="宋体" panose="02010600030101010101" pitchFamily="2" charset="-122"/>
              </a:rPr>
              <a:t>分发器，它的作用是将一个个的页面请求分发给不同的</a:t>
            </a:r>
            <a:r>
              <a:rPr lang="en-US" altLang="zh-CN" sz="1600" kern="0" dirty="0">
                <a:latin typeface="等线" panose="02010600030101010101" pitchFamily="2" charset="-122"/>
                <a:ea typeface="等线" panose="02010600030101010101" pitchFamily="2" charset="-122"/>
                <a:cs typeface="宋体" panose="02010600030101010101" pitchFamily="2" charset="-122"/>
              </a:rPr>
              <a:t>View</a:t>
            </a:r>
            <a:r>
              <a:rPr lang="zh-CN" altLang="zh-CN" sz="1600" kern="0" dirty="0">
                <a:latin typeface="等线" panose="02010600030101010101" pitchFamily="2" charset="-122"/>
                <a:ea typeface="等线" panose="02010600030101010101" pitchFamily="2" charset="-122"/>
                <a:cs typeface="宋体" panose="02010600030101010101" pitchFamily="2" charset="-122"/>
              </a:rPr>
              <a:t>处理，</a:t>
            </a:r>
            <a:r>
              <a:rPr lang="en-US" altLang="zh-CN" sz="1600" kern="0" dirty="0">
                <a:latin typeface="等线" panose="02010600030101010101" pitchFamily="2" charset="-122"/>
                <a:ea typeface="等线" panose="02010600030101010101" pitchFamily="2" charset="-122"/>
                <a:cs typeface="宋体" panose="02010600030101010101" pitchFamily="2" charset="-122"/>
              </a:rPr>
              <a:t>View</a:t>
            </a:r>
            <a:r>
              <a:rPr lang="zh-CN" altLang="zh-CN" sz="1600" kern="0" dirty="0">
                <a:latin typeface="等线" panose="02010600030101010101" pitchFamily="2" charset="-122"/>
                <a:ea typeface="等线" panose="02010600030101010101" pitchFamily="2" charset="-122"/>
                <a:cs typeface="宋体" panose="02010600030101010101" pitchFamily="2" charset="-122"/>
              </a:rPr>
              <a:t>再调用相应的</a:t>
            </a:r>
            <a:r>
              <a:rPr lang="en-US" altLang="zh-CN" sz="1600" kern="0" dirty="0">
                <a:latin typeface="等线" panose="02010600030101010101" pitchFamily="2" charset="-122"/>
                <a:ea typeface="等线" panose="02010600030101010101" pitchFamily="2" charset="-122"/>
                <a:cs typeface="宋体" panose="02010600030101010101" pitchFamily="2" charset="-122"/>
              </a:rPr>
              <a:t>Model</a:t>
            </a:r>
            <a:r>
              <a:rPr lang="zh-CN" altLang="zh-CN" sz="1600" kern="0" dirty="0">
                <a:latin typeface="等线" panose="02010600030101010101" pitchFamily="2" charset="-122"/>
                <a:ea typeface="等线" panose="02010600030101010101" pitchFamily="2" charset="-122"/>
                <a:cs typeface="宋体" panose="02010600030101010101" pitchFamily="2" charset="-122"/>
              </a:rPr>
              <a:t>和</a:t>
            </a:r>
            <a:r>
              <a:rPr lang="en-US" altLang="zh-CN" sz="1600" kern="0" dirty="0">
                <a:latin typeface="等线" panose="02010600030101010101" pitchFamily="2" charset="-122"/>
                <a:ea typeface="等线" panose="02010600030101010101" pitchFamily="2" charset="-122"/>
                <a:cs typeface="宋体" panose="02010600030101010101" pitchFamily="2" charset="-122"/>
              </a:rPr>
              <a:t>Template</a:t>
            </a:r>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1600" b="1" kern="100" dirty="0">
                <a:latin typeface="等线" panose="02010600030101010101" pitchFamily="2" charset="-122"/>
                <a:ea typeface="等线" panose="02010600030101010101" pitchFamily="2" charset="-122"/>
                <a:cs typeface="Times New Roman" panose="02020603050405020304" pitchFamily="18" charset="0"/>
              </a:rPr>
              <a:t>MTV</a:t>
            </a:r>
            <a:r>
              <a:rPr lang="zh-CN" altLang="zh-CN" sz="1600" b="1" kern="100" dirty="0">
                <a:latin typeface="等线" panose="02010600030101010101" pitchFamily="2" charset="-122"/>
                <a:ea typeface="等线" panose="02010600030101010101" pitchFamily="2" charset="-122"/>
                <a:cs typeface="Times New Roman" panose="02020603050405020304" pitchFamily="18" charset="0"/>
              </a:rPr>
              <a:t>架构中各组件都是松耦合的</a:t>
            </a:r>
            <a:r>
              <a:rPr lang="zh-CN" altLang="zh-CN" sz="1600" kern="100" dirty="0">
                <a:latin typeface="等线" panose="02010600030101010101" pitchFamily="2" charset="-122"/>
                <a:ea typeface="等线" panose="02010600030101010101" pitchFamily="2" charset="-122"/>
                <a:cs typeface="Times New Roman" panose="02020603050405020304" pitchFamily="18" charset="0"/>
              </a:rPr>
              <a:t>。这样，由每个</a:t>
            </a:r>
            <a:r>
              <a:rPr lang="en-US" altLang="zh-CN" sz="1600" kern="100" dirty="0">
                <a:latin typeface="等线" panose="02010600030101010101" pitchFamily="2" charset="-122"/>
                <a:ea typeface="等线" panose="02010600030101010101" pitchFamily="2" charset="-122"/>
                <a:cs typeface="Times New Roman" panose="02020603050405020304" pitchFamily="18" charset="0"/>
              </a:rPr>
              <a:t>Django</a:t>
            </a:r>
            <a:r>
              <a:rPr lang="zh-CN" altLang="zh-CN" sz="1600" kern="100" dirty="0">
                <a:latin typeface="等线" panose="02010600030101010101" pitchFamily="2" charset="-122"/>
                <a:ea typeface="等线" panose="02010600030101010101" pitchFamily="2" charset="-122"/>
                <a:cs typeface="Times New Roman" panose="02020603050405020304" pitchFamily="18" charset="0"/>
              </a:rPr>
              <a:t>驱动的</a:t>
            </a:r>
            <a:r>
              <a:rPr lang="en-US" altLang="zh-CN" sz="1600" kern="100" dirty="0">
                <a:latin typeface="等线" panose="02010600030101010101" pitchFamily="2" charset="-122"/>
                <a:ea typeface="等线" panose="02010600030101010101" pitchFamily="2" charset="-122"/>
                <a:cs typeface="Times New Roman" panose="02020603050405020304" pitchFamily="18" charset="0"/>
              </a:rPr>
              <a:t>Web</a:t>
            </a:r>
            <a:r>
              <a:rPr lang="zh-CN" altLang="zh-CN" sz="1600" kern="100" dirty="0">
                <a:latin typeface="等线" panose="02010600030101010101" pitchFamily="2" charset="-122"/>
                <a:ea typeface="等线" panose="02010600030101010101" pitchFamily="2" charset="-122"/>
                <a:cs typeface="Times New Roman" panose="02020603050405020304" pitchFamily="18" charset="0"/>
              </a:rPr>
              <a:t>应用都有明确的目的，并且</a:t>
            </a:r>
            <a:r>
              <a:rPr lang="zh-CN" altLang="zh-CN" sz="1600" b="1" kern="100" dirty="0">
                <a:latin typeface="等线" panose="02010600030101010101" pitchFamily="2" charset="-122"/>
                <a:ea typeface="等线" panose="02010600030101010101" pitchFamily="2" charset="-122"/>
                <a:cs typeface="Times New Roman" panose="02020603050405020304" pitchFamily="18" charset="0"/>
              </a:rPr>
              <a:t>可独立更改而不影响到其他的部分。</a:t>
            </a:r>
            <a:endParaRPr lang="en-US" altLang="zh-CN" sz="1600" b="1" kern="100" dirty="0">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600" dirty="0"/>
              <a:t>Django</a:t>
            </a:r>
            <a:r>
              <a:rPr lang="zh-CN" altLang="zh-CN" sz="1600" dirty="0"/>
              <a:t>占据目前</a:t>
            </a:r>
            <a:r>
              <a:rPr lang="en-US" altLang="zh-CN" sz="1600" dirty="0"/>
              <a:t>Python web</a:t>
            </a:r>
            <a:r>
              <a:rPr lang="zh-CN" altLang="zh-CN" sz="1600" dirty="0"/>
              <a:t>框架较多的用户，因此其第三方库最丰富，且开发文档详细、完善，有利于后续开发中添加需求。</a:t>
            </a:r>
          </a:p>
          <a:p>
            <a:pPr algn="just">
              <a:spcAft>
                <a:spcPts val="0"/>
              </a:spcAft>
            </a:pP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9523FEBB-2A39-445B-8AE1-A3494AC5E535}"/>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998455" y="3052369"/>
            <a:ext cx="8195090" cy="3473282"/>
          </a:xfrm>
          <a:prstGeom prst="rect">
            <a:avLst/>
          </a:prstGeom>
        </p:spPr>
      </p:pic>
    </p:spTree>
    <p:extLst>
      <p:ext uri="{BB962C8B-B14F-4D97-AF65-F5344CB8AC3E}">
        <p14:creationId xmlns:p14="http://schemas.microsoft.com/office/powerpoint/2010/main" val="1398312894"/>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5AC35D-4205-46E5-A75A-5063B6E1220A}"/>
              </a:ext>
            </a:extLst>
          </p:cNvPr>
          <p:cNvSpPr>
            <a:spLocks noGrp="1"/>
          </p:cNvSpPr>
          <p:nvPr>
            <p:ph type="title"/>
          </p:nvPr>
        </p:nvSpPr>
        <p:spPr/>
        <p:txBody>
          <a:bodyPr/>
          <a:lstStyle/>
          <a:p>
            <a:r>
              <a:rPr lang="zh-CN" altLang="en-US" dirty="0"/>
              <a:t>前端开发</a:t>
            </a:r>
          </a:p>
        </p:txBody>
      </p:sp>
      <p:sp>
        <p:nvSpPr>
          <p:cNvPr id="3" name="矩形 2">
            <a:extLst>
              <a:ext uri="{FF2B5EF4-FFF2-40B4-BE49-F238E27FC236}">
                <a16:creationId xmlns:a16="http://schemas.microsoft.com/office/drawing/2014/main" id="{07CFB887-FE17-42D5-8575-BCF9663A8FA3}"/>
              </a:ext>
            </a:extLst>
          </p:cNvPr>
          <p:cNvSpPr/>
          <p:nvPr/>
        </p:nvSpPr>
        <p:spPr>
          <a:xfrm>
            <a:off x="957943" y="1161576"/>
            <a:ext cx="6096000" cy="3416320"/>
          </a:xfrm>
          <a:prstGeom prst="rect">
            <a:avLst/>
          </a:prstGeom>
        </p:spPr>
        <p:txBody>
          <a:bodyPr>
            <a:spAutoFit/>
          </a:bodyPr>
          <a:lstStyle/>
          <a:p>
            <a:pPr lvl="0" algn="just">
              <a:spcAft>
                <a:spcPts val="0"/>
              </a:spcAft>
            </a:pPr>
            <a:r>
              <a:rPr lang="en-US" altLang="zh-CN" kern="100" dirty="0">
                <a:latin typeface="等线" panose="02010600030101010101" pitchFamily="2" charset="-122"/>
                <a:ea typeface="等线" panose="02010600030101010101" pitchFamily="2" charset="-122"/>
                <a:cs typeface="Times New Roman" panose="02020603050405020304" pitchFamily="18" charset="0"/>
              </a:rPr>
              <a:t>2. </a:t>
            </a:r>
            <a:r>
              <a:rPr lang="zh-CN" altLang="zh-CN" kern="100" dirty="0">
                <a:latin typeface="等线" panose="02010600030101010101" pitchFamily="2" charset="-122"/>
                <a:ea typeface="等线" panose="02010600030101010101" pitchFamily="2" charset="-122"/>
                <a:cs typeface="Times New Roman" panose="02020603050405020304" pitchFamily="18" charset="0"/>
              </a:rPr>
              <a:t>使用哪种平台构筑项目前端？</a:t>
            </a:r>
            <a:r>
              <a:rPr lang="en-US" altLang="zh-CN" kern="100" dirty="0">
                <a:latin typeface="等线" panose="02010600030101010101" pitchFamily="2" charset="-122"/>
                <a:ea typeface="等线" panose="02010600030101010101" pitchFamily="2" charset="-122"/>
                <a:cs typeface="Times New Roman" panose="02020603050405020304" pitchFamily="18" charset="0"/>
              </a:rPr>
              <a:t>web app</a:t>
            </a:r>
            <a:r>
              <a:rPr lang="zh-CN" altLang="zh-CN" kern="100" dirty="0">
                <a:latin typeface="等线" panose="02010600030101010101" pitchFamily="2" charset="-122"/>
                <a:ea typeface="等线" panose="02010600030101010101" pitchFamily="2" charset="-122"/>
                <a:cs typeface="Times New Roman" panose="02020603050405020304" pitchFamily="18" charset="0"/>
              </a:rPr>
              <a:t>还是微信小程序？</a:t>
            </a:r>
          </a:p>
          <a:p>
            <a:r>
              <a:rPr lang="zh-CN" altLang="zh-CN" kern="100" dirty="0">
                <a:latin typeface="等线" panose="02010600030101010101" pitchFamily="2" charset="-122"/>
                <a:ea typeface="等线" panose="02010600030101010101" pitchFamily="2" charset="-122"/>
                <a:cs typeface="Times New Roman" panose="02020603050405020304" pitchFamily="18" charset="0"/>
              </a:rPr>
              <a:t>微信自</a:t>
            </a:r>
            <a:r>
              <a:rPr lang="en-US" altLang="zh-CN" kern="100" dirty="0">
                <a:latin typeface="等线" panose="02010600030101010101" pitchFamily="2" charset="-122"/>
                <a:ea typeface="等线" panose="02010600030101010101" pitchFamily="2" charset="-122"/>
                <a:cs typeface="Times New Roman" panose="02020603050405020304" pitchFamily="18" charset="0"/>
              </a:rPr>
              <a:t>2011</a:t>
            </a:r>
            <a:r>
              <a:rPr lang="zh-CN" altLang="zh-CN" kern="100" dirty="0">
                <a:latin typeface="等线" panose="02010600030101010101" pitchFamily="2" charset="-122"/>
                <a:ea typeface="等线" panose="02010600030101010101" pitchFamily="2" charset="-122"/>
                <a:cs typeface="Times New Roman" panose="02020603050405020304" pitchFamily="18" charset="0"/>
              </a:rPr>
              <a:t>年发布至今，已经累计了</a:t>
            </a:r>
            <a:r>
              <a:rPr lang="en-US" altLang="zh-CN" kern="100" dirty="0">
                <a:latin typeface="等线" panose="02010600030101010101" pitchFamily="2" charset="-122"/>
                <a:ea typeface="等线" panose="02010600030101010101" pitchFamily="2" charset="-122"/>
                <a:cs typeface="Times New Roman" panose="02020603050405020304" pitchFamily="18" charset="0"/>
              </a:rPr>
              <a:t>9</a:t>
            </a:r>
            <a:r>
              <a:rPr lang="zh-CN" altLang="zh-CN" kern="100" dirty="0">
                <a:latin typeface="等线" panose="02010600030101010101" pitchFamily="2" charset="-122"/>
                <a:ea typeface="等线" panose="02010600030101010101" pitchFamily="2" charset="-122"/>
                <a:cs typeface="Times New Roman" panose="02020603050405020304" pitchFamily="18" charset="0"/>
              </a:rPr>
              <a:t>亿多用户，覆盖了中国</a:t>
            </a:r>
            <a:r>
              <a:rPr lang="en-US" altLang="zh-CN" kern="100" dirty="0">
                <a:latin typeface="等线" panose="02010600030101010101" pitchFamily="2" charset="-122"/>
                <a:ea typeface="等线" panose="02010600030101010101" pitchFamily="2" charset="-122"/>
                <a:cs typeface="Times New Roman" panose="02020603050405020304" pitchFamily="18" charset="0"/>
              </a:rPr>
              <a:t>94%</a:t>
            </a:r>
            <a:r>
              <a:rPr lang="zh-CN" altLang="zh-CN" kern="100" dirty="0">
                <a:latin typeface="等线" panose="02010600030101010101" pitchFamily="2" charset="-122"/>
                <a:ea typeface="等线" panose="02010600030101010101" pitchFamily="2" charset="-122"/>
                <a:cs typeface="Times New Roman" panose="02020603050405020304" pitchFamily="18" charset="0"/>
              </a:rPr>
              <a:t>以上的手机。基于微信端如此庞大的用户群体，</a:t>
            </a:r>
            <a:r>
              <a:rPr lang="en-US" altLang="zh-CN" kern="100" dirty="0">
                <a:latin typeface="等线" panose="02010600030101010101" pitchFamily="2" charset="-122"/>
                <a:ea typeface="等线" panose="02010600030101010101" pitchFamily="2" charset="-122"/>
                <a:cs typeface="Times New Roman" panose="02020603050405020304" pitchFamily="18" charset="0"/>
              </a:rPr>
              <a:t>2017</a:t>
            </a:r>
            <a:r>
              <a:rPr lang="zh-CN" altLang="zh-CN" kern="100" dirty="0">
                <a:latin typeface="等线" panose="02010600030101010101" pitchFamily="2" charset="-122"/>
                <a:ea typeface="等线" panose="02010600030101010101" pitchFamily="2" charset="-122"/>
                <a:cs typeface="Times New Roman" panose="02020603050405020304" pitchFamily="18" charset="0"/>
              </a:rPr>
              <a:t>年</a:t>
            </a:r>
            <a:r>
              <a:rPr lang="en-US" altLang="zh-CN" kern="100" dirty="0">
                <a:latin typeface="等线" panose="02010600030101010101" pitchFamily="2" charset="-122"/>
                <a:ea typeface="等线" panose="02010600030101010101" pitchFamily="2" charset="-122"/>
                <a:cs typeface="Times New Roman" panose="02020603050405020304" pitchFamily="18" charset="0"/>
              </a:rPr>
              <a:t>1</a:t>
            </a:r>
            <a:r>
              <a:rPr lang="zh-CN" altLang="zh-CN" kern="100" dirty="0">
                <a:latin typeface="等线" panose="02010600030101010101" pitchFamily="2" charset="-122"/>
                <a:ea typeface="等线" panose="02010600030101010101" pitchFamily="2" charset="-122"/>
                <a:cs typeface="Times New Roman" panose="02020603050405020304" pitchFamily="18" charset="0"/>
              </a:rPr>
              <a:t>月微信正式发布微信小程序，开启了小程序生态的打造，至今为止，微信小程序的活跃量已经超过</a:t>
            </a:r>
            <a:r>
              <a:rPr lang="en-US" altLang="zh-CN" kern="100" dirty="0">
                <a:latin typeface="等线" panose="02010600030101010101" pitchFamily="2" charset="-122"/>
                <a:ea typeface="等线" panose="02010600030101010101" pitchFamily="2" charset="-122"/>
                <a:cs typeface="Times New Roman" panose="02020603050405020304" pitchFamily="18" charset="0"/>
              </a:rPr>
              <a:t>2.5</a:t>
            </a:r>
            <a:r>
              <a:rPr lang="zh-CN" altLang="zh-CN" kern="100" dirty="0">
                <a:latin typeface="等线" panose="02010600030101010101" pitchFamily="2" charset="-122"/>
                <a:ea typeface="等线" panose="02010600030101010101" pitchFamily="2" charset="-122"/>
                <a:cs typeface="Times New Roman" panose="02020603050405020304" pitchFamily="18" charset="0"/>
              </a:rPr>
              <a:t>亿，小程序数量</a:t>
            </a:r>
            <a:r>
              <a:rPr lang="en-US" altLang="zh-CN" kern="100" dirty="0">
                <a:latin typeface="等线" panose="02010600030101010101" pitchFamily="2" charset="-122"/>
                <a:ea typeface="等线" panose="02010600030101010101" pitchFamily="2" charset="-122"/>
                <a:cs typeface="Times New Roman" panose="02020603050405020304" pitchFamily="18" charset="0"/>
              </a:rPr>
              <a:t>230</a:t>
            </a:r>
            <a:r>
              <a:rPr lang="zh-CN" altLang="zh-CN" kern="100" dirty="0">
                <a:latin typeface="等线" panose="02010600030101010101" pitchFamily="2" charset="-122"/>
                <a:ea typeface="等线" panose="02010600030101010101" pitchFamily="2" charset="-122"/>
                <a:cs typeface="Times New Roman" panose="02020603050405020304" pitchFamily="18" charset="0"/>
              </a:rPr>
              <a:t>万款。传统的电脑上看的网站，不方便直接在手机上观看。而手机用户花在手机页面上的时间并不多。他们大量的时间都花在于</a:t>
            </a:r>
            <a:r>
              <a:rPr lang="en-US" altLang="zh-CN" kern="100" dirty="0">
                <a:latin typeface="等线" panose="02010600030101010101" pitchFamily="2" charset="-122"/>
                <a:ea typeface="等线" panose="02010600030101010101" pitchFamily="2" charset="-122"/>
                <a:cs typeface="Times New Roman" panose="02020603050405020304" pitchFamily="18" charset="0"/>
              </a:rPr>
              <a:t>APP</a:t>
            </a:r>
            <a:r>
              <a:rPr lang="zh-CN" altLang="zh-CN" kern="100" dirty="0">
                <a:latin typeface="等线" panose="02010600030101010101" pitchFamily="2" charset="-122"/>
                <a:ea typeface="等线" panose="02010600030101010101" pitchFamily="2" charset="-122"/>
                <a:cs typeface="Times New Roman" panose="02020603050405020304" pitchFamily="18" charset="0"/>
              </a:rPr>
              <a:t>上。因此，扫码或关注公众号即可使用的微信小程序。</a:t>
            </a:r>
          </a:p>
          <a:p>
            <a:r>
              <a:rPr lang="zh-CN" altLang="zh-CN" kern="100" dirty="0">
                <a:latin typeface="等线" panose="02010600030101010101" pitchFamily="2" charset="-122"/>
                <a:ea typeface="等线" panose="02010600030101010101" pitchFamily="2" charset="-122"/>
                <a:cs typeface="Times New Roman" panose="02020603050405020304" pitchFamily="18" charset="0"/>
              </a:rPr>
              <a:t>考虑到本项目体量较小，因此采用微信小程序这一易开发易推广的平台进行前端部分的开发。</a:t>
            </a:r>
          </a:p>
          <a:p>
            <a:pPr algn="just">
              <a:spcAft>
                <a:spcPts val="0"/>
              </a:spcAft>
            </a:pP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0E14497F-A321-4B3D-938C-776E6EFC0D19}"/>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8173616" y="1161576"/>
            <a:ext cx="3160603" cy="5253220"/>
          </a:xfrm>
          <a:prstGeom prst="rect">
            <a:avLst/>
          </a:prstGeom>
        </p:spPr>
      </p:pic>
    </p:spTree>
    <p:extLst>
      <p:ext uri="{BB962C8B-B14F-4D97-AF65-F5344CB8AC3E}">
        <p14:creationId xmlns:p14="http://schemas.microsoft.com/office/powerpoint/2010/main" val="71745106"/>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85522" y="51558"/>
            <a:ext cx="1620957" cy="523220"/>
          </a:xfrm>
        </p:spPr>
        <p:txBody>
          <a:bodyPr/>
          <a:lstStyle/>
          <a:p>
            <a:r>
              <a:rPr lang="zh-CN" altLang="en-US" dirty="0"/>
              <a:t>前端开发</a:t>
            </a:r>
          </a:p>
        </p:txBody>
      </p:sp>
      <p:sp>
        <p:nvSpPr>
          <p:cNvPr id="3" name="文本框 2"/>
          <p:cNvSpPr txBox="1"/>
          <p:nvPr/>
        </p:nvSpPr>
        <p:spPr>
          <a:xfrm>
            <a:off x="686945" y="928281"/>
            <a:ext cx="4872533" cy="461665"/>
          </a:xfrm>
          <a:prstGeom prst="rect">
            <a:avLst/>
          </a:prstGeom>
          <a:noFill/>
          <a:effectLst/>
        </p:spPr>
        <p:txBody>
          <a:bodyPr wrap="square" rtlCol="0">
            <a:spAutoFit/>
          </a:bodyPr>
          <a:lstStyle/>
          <a:p>
            <a:r>
              <a:rPr lang="zh-CN" altLang="en-US" sz="2400" b="1" dirty="0">
                <a:solidFill>
                  <a:schemeClr val="accent1"/>
                </a:solidFill>
                <a:cs typeface="+mn-ea"/>
                <a:sym typeface="+mn-lt"/>
              </a:rPr>
              <a:t>易开发</a:t>
            </a:r>
            <a:endParaRPr lang="en-US" altLang="zh-CN" sz="2400" b="1" dirty="0">
              <a:solidFill>
                <a:schemeClr val="accent1"/>
              </a:solidFill>
              <a:cs typeface="+mn-ea"/>
              <a:sym typeface="+mn-lt"/>
            </a:endParaRPr>
          </a:p>
        </p:txBody>
      </p:sp>
      <p:cxnSp>
        <p:nvCxnSpPr>
          <p:cNvPr id="4" name="直接连接符 3"/>
          <p:cNvCxnSpPr/>
          <p:nvPr/>
        </p:nvCxnSpPr>
        <p:spPr>
          <a:xfrm>
            <a:off x="444378" y="3489311"/>
            <a:ext cx="11303243" cy="0"/>
          </a:xfrm>
          <a:prstGeom prst="line">
            <a:avLst/>
          </a:prstGeom>
          <a:ln>
            <a:solidFill>
              <a:schemeClr val="bg1">
                <a:lumMod val="50000"/>
              </a:schemeClr>
            </a:solidFill>
          </a:ln>
          <a:effectLst/>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56BA093F-D880-4EDD-9E31-87D9D7450896}"/>
              </a:ext>
            </a:extLst>
          </p:cNvPr>
          <p:cNvSpPr/>
          <p:nvPr/>
        </p:nvSpPr>
        <p:spPr>
          <a:xfrm>
            <a:off x="686944" y="1624231"/>
            <a:ext cx="10808369" cy="646331"/>
          </a:xfrm>
          <a:prstGeom prst="rect">
            <a:avLst/>
          </a:prstGeom>
        </p:spPr>
        <p:txBody>
          <a:bodyPr wrap="square">
            <a:spAutoFit/>
          </a:bodyPr>
          <a:lstStyle/>
          <a:p>
            <a:pPr algn="just">
              <a:spcAft>
                <a:spcPts val="0"/>
              </a:spcAft>
            </a:pPr>
            <a:r>
              <a:rPr lang="zh-CN" altLang="zh-CN" kern="100" dirty="0">
                <a:latin typeface="等线" panose="02010600030101010101" pitchFamily="2" charset="-122"/>
                <a:ea typeface="等线" panose="02010600030101010101" pitchFamily="2" charset="-122"/>
                <a:cs typeface="Times New Roman" panose="02020603050405020304" pitchFamily="18" charset="0"/>
              </a:rPr>
              <a:t>小程序的开发难度低，难度不及</a:t>
            </a:r>
            <a:r>
              <a:rPr lang="en-US" altLang="zh-CN" kern="100" dirty="0">
                <a:latin typeface="等线" panose="02010600030101010101" pitchFamily="2" charset="-122"/>
                <a:ea typeface="等线" panose="02010600030101010101" pitchFamily="2" charset="-122"/>
                <a:cs typeface="Times New Roman" panose="02020603050405020304" pitchFamily="18" charset="0"/>
              </a:rPr>
              <a:t>App</a:t>
            </a:r>
            <a:r>
              <a:rPr lang="zh-CN" altLang="zh-CN" kern="100" dirty="0">
                <a:latin typeface="等线" panose="02010600030101010101" pitchFamily="2" charset="-122"/>
                <a:ea typeface="等线" panose="02010600030101010101" pitchFamily="2" charset="-122"/>
                <a:cs typeface="Times New Roman" panose="02020603050405020304" pitchFamily="18" charset="0"/>
              </a:rPr>
              <a:t>，能够满足简单的基础应用。对于熟悉其他常见网络前段框架的开发人员而言能快速入门。</a:t>
            </a:r>
          </a:p>
        </p:txBody>
      </p:sp>
      <p:sp>
        <p:nvSpPr>
          <p:cNvPr id="13" name="文本框 12">
            <a:extLst>
              <a:ext uri="{FF2B5EF4-FFF2-40B4-BE49-F238E27FC236}">
                <a16:creationId xmlns:a16="http://schemas.microsoft.com/office/drawing/2014/main" id="{CCABD7A4-FFC9-4C20-ACC5-98A442C4CCF8}"/>
              </a:ext>
            </a:extLst>
          </p:cNvPr>
          <p:cNvSpPr txBox="1"/>
          <p:nvPr/>
        </p:nvSpPr>
        <p:spPr>
          <a:xfrm>
            <a:off x="686945" y="3923191"/>
            <a:ext cx="4872533" cy="461665"/>
          </a:xfrm>
          <a:prstGeom prst="rect">
            <a:avLst/>
          </a:prstGeom>
          <a:noFill/>
          <a:effectLst/>
        </p:spPr>
        <p:txBody>
          <a:bodyPr wrap="square" rtlCol="0">
            <a:spAutoFit/>
          </a:bodyPr>
          <a:lstStyle/>
          <a:p>
            <a:r>
              <a:rPr lang="zh-CN" altLang="en-US" sz="2400" b="1" dirty="0">
                <a:solidFill>
                  <a:schemeClr val="accent1"/>
                </a:solidFill>
                <a:cs typeface="+mn-ea"/>
                <a:sym typeface="+mn-lt"/>
              </a:rPr>
              <a:t>易推广</a:t>
            </a:r>
            <a:endParaRPr lang="en-US" altLang="zh-CN" sz="2400" b="1" dirty="0">
              <a:solidFill>
                <a:schemeClr val="accent1"/>
              </a:solidFill>
              <a:cs typeface="+mn-ea"/>
              <a:sym typeface="+mn-lt"/>
            </a:endParaRPr>
          </a:p>
        </p:txBody>
      </p:sp>
      <p:sp>
        <p:nvSpPr>
          <p:cNvPr id="14" name="矩形 13">
            <a:extLst>
              <a:ext uri="{FF2B5EF4-FFF2-40B4-BE49-F238E27FC236}">
                <a16:creationId xmlns:a16="http://schemas.microsoft.com/office/drawing/2014/main" id="{630A47F6-3B9D-45A6-AA95-1C6EF6F2A4FB}"/>
              </a:ext>
            </a:extLst>
          </p:cNvPr>
          <p:cNvSpPr/>
          <p:nvPr/>
        </p:nvSpPr>
        <p:spPr>
          <a:xfrm>
            <a:off x="686945" y="4568952"/>
            <a:ext cx="10874156" cy="646331"/>
          </a:xfrm>
          <a:prstGeom prst="rect">
            <a:avLst/>
          </a:prstGeom>
        </p:spPr>
        <p:txBody>
          <a:bodyPr wrap="square">
            <a:spAutoFit/>
          </a:bodyPr>
          <a:lstStyle/>
          <a:p>
            <a:r>
              <a:rPr lang="zh-CN" altLang="zh-CN" kern="100" dirty="0">
                <a:latin typeface="等线" panose="02010600030101010101" pitchFamily="2" charset="-122"/>
                <a:ea typeface="等线" panose="02010600030101010101" pitchFamily="2" charset="-122"/>
                <a:cs typeface="Times New Roman" panose="02020603050405020304" pitchFamily="18" charset="0"/>
              </a:rPr>
              <a:t>微信平台用户众多。小程序自带的附近的小程序功能自带推广，帮助小程序被更多客户访问，带来更多曝光度，且与公众号结合，便于引流。</a:t>
            </a:r>
          </a:p>
        </p:txBody>
      </p:sp>
    </p:spTree>
    <p:extLst>
      <p:ext uri="{BB962C8B-B14F-4D97-AF65-F5344CB8AC3E}">
        <p14:creationId xmlns:p14="http://schemas.microsoft.com/office/powerpoint/2010/main" val="172753484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Tn>
                        </p:par>
                        <p:par>
                          <p:cTn id="5" fill="hold" nodeType="afterGroup">
                            <p:stCondLst>
                              <p:cond delay="0"/>
                            </p:stCondLst>
                            <p:childTnLst>
                              <p:par>
                                <p:cTn id="6" presetID="9" presetClass="entr" presetSubtype="0" fill="hold" grpId="0" nodeType="afterEffect">
                                  <p:childTnLst>
                                    <p:set>
                                      <p:cBhvr>
                                        <p:cTn id="7" dur="1" fill="hold">
                                          <p:stCondLst>
                                            <p:cond delay="0"/>
                                          </p:stCondLst>
                                        </p:cTn>
                                        <p:tgtEl>
                                          <p:spTgt spid="3"/>
                                        </p:tgtEl>
                                        <p:attrNameLst>
                                          <p:attrName>style.visibility</p:attrName>
                                        </p:attrNameLst>
                                      </p:cBhvr>
                                      <p:to>
                                        <p:strVal val="visible"/>
                                      </p:to>
                                    </p:set>
                                    <p:animEffect transition="in" filter="dissolve">
                                      <p:cBhvr>
                                        <p:cTn id="8" dur="1000"/>
                                        <p:tgtEl>
                                          <p:spTgt spid="3"/>
                                        </p:tgtEl>
                                      </p:cBhvr>
                                    </p:animEffect>
                                  </p:childTnLst>
                                </p:cTn>
                              </p:par>
                            </p:childTnLst>
                          </p:cTn>
                        </p:par>
                        <p:par>
                          <p:cTn id="9" fill="hold" nodeType="withGroup">
                            <p:stCondLst>
                              <p:cond delay="1000"/>
                            </p:stCondLst>
                            <p:childTnLst>
                              <p:par>
                                <p:cTn id="10" presetID="22" presetClass="entr" presetSubtype="8" fill="hold" nodeType="afterEffect">
                                  <p:childTnLst>
                                    <p:set>
                                      <p:cBhvr>
                                        <p:cTn id="11" dur="1" fill="hold">
                                          <p:stCondLst>
                                            <p:cond delay="0"/>
                                          </p:stCondLst>
                                        </p:cTn>
                                        <p:tgtEl>
                                          <p:spTgt spid="4"/>
                                        </p:tgtEl>
                                        <p:attrNameLst>
                                          <p:attrName>style.visibility</p:attrName>
                                        </p:attrNameLst>
                                      </p:cBhvr>
                                      <p:to>
                                        <p:strVal val="visible"/>
                                      </p:to>
                                    </p:set>
                                    <p:animEffect transition="in" filter="wipe(left)">
                                      <p:cBhvr>
                                        <p:cTn id="12" dur="1000"/>
                                        <p:tgtEl>
                                          <p:spTgt spid="4"/>
                                        </p:tgtEl>
                                      </p:cBhvr>
                                    </p:animEffect>
                                  </p:childTnLst>
                                </p:cTn>
                              </p:par>
                            </p:childTnLst>
                          </p:cTn>
                        </p:par>
                        <p:par>
                          <p:cTn id="13" fill="hold">
                            <p:stCondLst>
                              <p:cond delay="2000"/>
                            </p:stCondLst>
                            <p:childTnLst>
                              <p:par>
                                <p:cTn id="14" presetID="9" presetClass="entr" presetSubtype="0" fill="hold" grpId="0" nodeType="afterEffect">
                                  <p:childTnLst>
                                    <p:set>
                                      <p:cBhvr>
                                        <p:cTn id="15" dur="1" fill="hold">
                                          <p:stCondLst>
                                            <p:cond delay="0"/>
                                          </p:stCondLst>
                                        </p:cTn>
                                        <p:tgtEl>
                                          <p:spTgt spid="13"/>
                                        </p:tgtEl>
                                        <p:attrNameLst>
                                          <p:attrName>style.visibility</p:attrName>
                                        </p:attrNameLst>
                                      </p:cBhvr>
                                      <p:to>
                                        <p:strVal val="visible"/>
                                      </p:to>
                                    </p:set>
                                    <p:animEffect transition="in" filter="dissolve">
                                      <p:cBhvr>
                                        <p:cTn id="16"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5F6FE0-ED83-4CF4-8F99-2B765547F19F}"/>
              </a:ext>
            </a:extLst>
          </p:cNvPr>
          <p:cNvSpPr>
            <a:spLocks noGrp="1"/>
          </p:cNvSpPr>
          <p:nvPr>
            <p:ph type="title"/>
          </p:nvPr>
        </p:nvSpPr>
        <p:spPr/>
        <p:txBody>
          <a:bodyPr/>
          <a:lstStyle/>
          <a:p>
            <a:r>
              <a:rPr lang="zh-CN" altLang="en-US" dirty="0"/>
              <a:t>前端开发</a:t>
            </a:r>
          </a:p>
        </p:txBody>
      </p:sp>
      <p:pic>
        <p:nvPicPr>
          <p:cNvPr id="3" name="图片 2">
            <a:extLst>
              <a:ext uri="{FF2B5EF4-FFF2-40B4-BE49-F238E27FC236}">
                <a16:creationId xmlns:a16="http://schemas.microsoft.com/office/drawing/2014/main" id="{529D45C0-21CC-4272-AED6-47DAEBC0C18E}"/>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381000" y="1517684"/>
            <a:ext cx="11429999" cy="4855830"/>
          </a:xfrm>
          <a:prstGeom prst="rect">
            <a:avLst/>
          </a:prstGeom>
        </p:spPr>
      </p:pic>
      <p:sp>
        <p:nvSpPr>
          <p:cNvPr id="4" name="文本框 3">
            <a:extLst>
              <a:ext uri="{FF2B5EF4-FFF2-40B4-BE49-F238E27FC236}">
                <a16:creationId xmlns:a16="http://schemas.microsoft.com/office/drawing/2014/main" id="{B708562D-88B7-4E29-87EB-57A35793BF53}"/>
              </a:ext>
            </a:extLst>
          </p:cNvPr>
          <p:cNvSpPr txBox="1"/>
          <p:nvPr/>
        </p:nvSpPr>
        <p:spPr>
          <a:xfrm>
            <a:off x="381000" y="755780"/>
            <a:ext cx="3043335" cy="369332"/>
          </a:xfrm>
          <a:prstGeom prst="rect">
            <a:avLst/>
          </a:prstGeom>
          <a:noFill/>
        </p:spPr>
        <p:txBody>
          <a:bodyPr wrap="square" rtlCol="0">
            <a:spAutoFit/>
          </a:bodyPr>
          <a:lstStyle/>
          <a:p>
            <a:r>
              <a:rPr lang="zh-CN" altLang="en-US" dirty="0"/>
              <a:t>小程序界面展示</a:t>
            </a:r>
          </a:p>
        </p:txBody>
      </p:sp>
    </p:spTree>
    <p:extLst>
      <p:ext uri="{BB962C8B-B14F-4D97-AF65-F5344CB8AC3E}">
        <p14:creationId xmlns:p14="http://schemas.microsoft.com/office/powerpoint/2010/main" val="802646762"/>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85526" y="51558"/>
            <a:ext cx="1620957" cy="523220"/>
          </a:xfrm>
        </p:spPr>
        <p:txBody>
          <a:bodyPr/>
          <a:lstStyle/>
          <a:p>
            <a:r>
              <a:rPr lang="zh-CN" altLang="en-US" dirty="0"/>
              <a:t>改进方向</a:t>
            </a:r>
          </a:p>
        </p:txBody>
      </p:sp>
      <p:grpSp>
        <p:nvGrpSpPr>
          <p:cNvPr id="25" name="千图PPT彼岸天：ID 8661124库_组合 56">
            <a:extLst>
              <a:ext uri="{FF2B5EF4-FFF2-40B4-BE49-F238E27FC236}">
                <a16:creationId xmlns:a16="http://schemas.microsoft.com/office/drawing/2014/main" id="{4E9EAE45-0C1C-46A4-BA6A-3D97058E86ED}"/>
              </a:ext>
            </a:extLst>
          </p:cNvPr>
          <p:cNvGrpSpPr/>
          <p:nvPr>
            <p:custDataLst>
              <p:tags r:id="rId1"/>
            </p:custDataLst>
          </p:nvPr>
        </p:nvGrpSpPr>
        <p:grpSpPr>
          <a:xfrm>
            <a:off x="4367805" y="1844823"/>
            <a:ext cx="3350566" cy="3751313"/>
            <a:chOff x="7017067" y="1397890"/>
            <a:chExt cx="4519610" cy="5060182"/>
          </a:xfrm>
        </p:grpSpPr>
        <p:grpSp>
          <p:nvGrpSpPr>
            <p:cNvPr id="26" name="Group 4">
              <a:extLst>
                <a:ext uri="{FF2B5EF4-FFF2-40B4-BE49-F238E27FC236}">
                  <a16:creationId xmlns:a16="http://schemas.microsoft.com/office/drawing/2014/main" id="{1C699ACA-353B-4751-8164-2A63C85ACAF9}"/>
                </a:ext>
              </a:extLst>
            </p:cNvPr>
            <p:cNvGrpSpPr>
              <a:grpSpLocks noChangeAspect="1"/>
            </p:cNvGrpSpPr>
            <p:nvPr/>
          </p:nvGrpSpPr>
          <p:grpSpPr>
            <a:xfrm>
              <a:off x="7017067" y="1397890"/>
              <a:ext cx="4519610" cy="5060182"/>
              <a:chOff x="4137" y="924"/>
              <a:chExt cx="2734" cy="3061"/>
            </a:xfrm>
          </p:grpSpPr>
          <p:sp>
            <p:nvSpPr>
              <p:cNvPr id="34" name="Oval 5">
                <a:extLst>
                  <a:ext uri="{FF2B5EF4-FFF2-40B4-BE49-F238E27FC236}">
                    <a16:creationId xmlns:a16="http://schemas.microsoft.com/office/drawing/2014/main" id="{68D13F71-493F-4E1E-9CF0-03A082471060}"/>
                  </a:ext>
                </a:extLst>
              </p:cNvPr>
              <p:cNvSpPr>
                <a:spLocks noChangeArrowheads="1"/>
              </p:cNvSpPr>
              <p:nvPr/>
            </p:nvSpPr>
            <p:spPr bwMode="auto">
              <a:xfrm>
                <a:off x="5008" y="1957"/>
                <a:ext cx="992" cy="994"/>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5" name="Freeform 6">
                <a:extLst>
                  <a:ext uri="{FF2B5EF4-FFF2-40B4-BE49-F238E27FC236}">
                    <a16:creationId xmlns:a16="http://schemas.microsoft.com/office/drawing/2014/main" id="{B93C415E-854F-45F2-A8C3-FABDDC640FB4}"/>
                  </a:ext>
                </a:extLst>
              </p:cNvPr>
              <p:cNvSpPr/>
              <p:nvPr/>
            </p:nvSpPr>
            <p:spPr bwMode="auto">
              <a:xfrm>
                <a:off x="4798" y="1009"/>
                <a:ext cx="838" cy="1063"/>
              </a:xfrm>
              <a:custGeom>
                <a:avLst/>
                <a:gdLst>
                  <a:gd name="T0" fmla="*/ 109 w 423"/>
                  <a:gd name="T1" fmla="*/ 537 h 537"/>
                  <a:gd name="T2" fmla="*/ 249 w 423"/>
                  <a:gd name="T3" fmla="*/ 0 h 537"/>
                  <a:gd name="T4" fmla="*/ 220 w 423"/>
                  <a:gd name="T5" fmla="*/ 182 h 537"/>
                  <a:gd name="T6" fmla="*/ 420 w 423"/>
                  <a:gd name="T7" fmla="*/ 235 h 537"/>
                  <a:gd name="T8" fmla="*/ 310 w 423"/>
                  <a:gd name="T9" fmla="*/ 419 h 537"/>
                  <a:gd name="T10" fmla="*/ 109 w 423"/>
                  <a:gd name="T11" fmla="*/ 537 h 537"/>
                </a:gdLst>
                <a:ahLst/>
                <a:cxnLst>
                  <a:cxn ang="0">
                    <a:pos x="T0" y="T1"/>
                  </a:cxn>
                  <a:cxn ang="0">
                    <a:pos x="T2" y="T3"/>
                  </a:cxn>
                  <a:cxn ang="0">
                    <a:pos x="T4" y="T5"/>
                  </a:cxn>
                  <a:cxn ang="0">
                    <a:pos x="T6" y="T7"/>
                  </a:cxn>
                  <a:cxn ang="0">
                    <a:pos x="T8" y="T9"/>
                  </a:cxn>
                  <a:cxn ang="0">
                    <a:pos x="T10" y="T11"/>
                  </a:cxn>
                </a:cxnLst>
                <a:rect l="0" t="0" r="r" b="b"/>
                <a:pathLst>
                  <a:path w="422" h="537">
                    <a:moveTo>
                      <a:pt x="109" y="537"/>
                    </a:moveTo>
                    <a:cubicBezTo>
                      <a:pt x="0" y="350"/>
                      <a:pt x="63" y="110"/>
                      <a:pt x="249" y="0"/>
                    </a:cubicBezTo>
                    <a:cubicBezTo>
                      <a:pt x="198" y="45"/>
                      <a:pt x="184" y="121"/>
                      <a:pt x="220" y="182"/>
                    </a:cubicBezTo>
                    <a:cubicBezTo>
                      <a:pt x="260" y="252"/>
                      <a:pt x="350" y="276"/>
                      <a:pt x="420" y="235"/>
                    </a:cubicBezTo>
                    <a:cubicBezTo>
                      <a:pt x="423" y="234"/>
                      <a:pt x="327" y="360"/>
                      <a:pt x="310" y="419"/>
                    </a:cubicBezTo>
                    <a:cubicBezTo>
                      <a:pt x="231" y="430"/>
                      <a:pt x="157" y="473"/>
                      <a:pt x="109" y="537"/>
                    </a:cubicBezTo>
                    <a:close/>
                  </a:path>
                </a:pathLst>
              </a:custGeom>
              <a:solidFill>
                <a:schemeClr val="accent1">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6" name="Freeform 7">
                <a:extLst>
                  <a:ext uri="{FF2B5EF4-FFF2-40B4-BE49-F238E27FC236}">
                    <a16:creationId xmlns:a16="http://schemas.microsoft.com/office/drawing/2014/main" id="{C2FF3182-95DE-456E-B463-6DD234627CDC}"/>
                  </a:ext>
                </a:extLst>
              </p:cNvPr>
              <p:cNvSpPr/>
              <p:nvPr/>
            </p:nvSpPr>
            <p:spPr bwMode="auto">
              <a:xfrm>
                <a:off x="5184" y="924"/>
                <a:ext cx="600" cy="600"/>
              </a:xfrm>
              <a:custGeom>
                <a:avLst/>
                <a:gdLst>
                  <a:gd name="T0" fmla="*/ 85 w 303"/>
                  <a:gd name="T1" fmla="*/ 37 h 303"/>
                  <a:gd name="T2" fmla="*/ 266 w 303"/>
                  <a:gd name="T3" fmla="*/ 85 h 303"/>
                  <a:gd name="T4" fmla="*/ 218 w 303"/>
                  <a:gd name="T5" fmla="*/ 267 h 303"/>
                  <a:gd name="T6" fmla="*/ 37 w 303"/>
                  <a:gd name="T7" fmla="*/ 218 h 303"/>
                  <a:gd name="T8" fmla="*/ 85 w 303"/>
                  <a:gd name="T9" fmla="*/ 37 h 303"/>
                </a:gdLst>
                <a:ahLst/>
                <a:cxnLst>
                  <a:cxn ang="0">
                    <a:pos x="T0" y="T1"/>
                  </a:cxn>
                  <a:cxn ang="0">
                    <a:pos x="T2" y="T3"/>
                  </a:cxn>
                  <a:cxn ang="0">
                    <a:pos x="T4" y="T5"/>
                  </a:cxn>
                  <a:cxn ang="0">
                    <a:pos x="T6" y="T7"/>
                  </a:cxn>
                  <a:cxn ang="0">
                    <a:pos x="T8" y="T9"/>
                  </a:cxn>
                </a:cxnLst>
                <a:rect l="0" t="0" r="r" b="b"/>
                <a:pathLst>
                  <a:path w="303" h="303">
                    <a:moveTo>
                      <a:pt x="85" y="37"/>
                    </a:moveTo>
                    <a:cubicBezTo>
                      <a:pt x="149" y="0"/>
                      <a:pt x="230" y="22"/>
                      <a:pt x="266" y="85"/>
                    </a:cubicBezTo>
                    <a:cubicBezTo>
                      <a:pt x="303" y="149"/>
                      <a:pt x="281" y="230"/>
                      <a:pt x="218" y="267"/>
                    </a:cubicBezTo>
                    <a:cubicBezTo>
                      <a:pt x="154" y="303"/>
                      <a:pt x="73" y="282"/>
                      <a:pt x="37" y="218"/>
                    </a:cubicBezTo>
                    <a:cubicBezTo>
                      <a:pt x="0" y="155"/>
                      <a:pt x="22" y="73"/>
                      <a:pt x="85" y="3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7" name="Freeform 8">
                <a:extLst>
                  <a:ext uri="{FF2B5EF4-FFF2-40B4-BE49-F238E27FC236}">
                    <a16:creationId xmlns:a16="http://schemas.microsoft.com/office/drawing/2014/main" id="{E19D81B0-43B1-4D5C-A356-7F2C29EDED7E}"/>
                  </a:ext>
                </a:extLst>
              </p:cNvPr>
              <p:cNvSpPr/>
              <p:nvPr/>
            </p:nvSpPr>
            <p:spPr bwMode="auto">
              <a:xfrm>
                <a:off x="5600" y="1342"/>
                <a:ext cx="1065" cy="740"/>
              </a:xfrm>
              <a:custGeom>
                <a:avLst/>
                <a:gdLst>
                  <a:gd name="T0" fmla="*/ 0 w 538"/>
                  <a:gd name="T1" fmla="*/ 249 h 374"/>
                  <a:gd name="T2" fmla="*/ 538 w 538"/>
                  <a:gd name="T3" fmla="*/ 108 h 374"/>
                  <a:gd name="T4" fmla="*/ 365 w 538"/>
                  <a:gd name="T5" fmla="*/ 172 h 374"/>
                  <a:gd name="T6" fmla="*/ 416 w 538"/>
                  <a:gd name="T7" fmla="*/ 372 h 374"/>
                  <a:gd name="T8" fmla="*/ 202 w 538"/>
                  <a:gd name="T9" fmla="*/ 367 h 374"/>
                  <a:gd name="T10" fmla="*/ 0 w 538"/>
                  <a:gd name="T11" fmla="*/ 249 h 374"/>
                </a:gdLst>
                <a:ahLst/>
                <a:cxnLst>
                  <a:cxn ang="0">
                    <a:pos x="T0" y="T1"/>
                  </a:cxn>
                  <a:cxn ang="0">
                    <a:pos x="T2" y="T3"/>
                  </a:cxn>
                  <a:cxn ang="0">
                    <a:pos x="T4" y="T5"/>
                  </a:cxn>
                  <a:cxn ang="0">
                    <a:pos x="T6" y="T7"/>
                  </a:cxn>
                  <a:cxn ang="0">
                    <a:pos x="T8" y="T9"/>
                  </a:cxn>
                  <a:cxn ang="0">
                    <a:pos x="T10" y="T11"/>
                  </a:cxn>
                </a:cxnLst>
                <a:rect l="0" t="0" r="r" b="b"/>
                <a:pathLst>
                  <a:path w="538" h="374">
                    <a:moveTo>
                      <a:pt x="0" y="249"/>
                    </a:moveTo>
                    <a:cubicBezTo>
                      <a:pt x="111" y="62"/>
                      <a:pt x="351" y="0"/>
                      <a:pt x="538" y="108"/>
                    </a:cubicBezTo>
                    <a:cubicBezTo>
                      <a:pt x="474" y="86"/>
                      <a:pt x="401" y="111"/>
                      <a:pt x="365" y="172"/>
                    </a:cubicBezTo>
                    <a:cubicBezTo>
                      <a:pt x="323" y="241"/>
                      <a:pt x="346" y="331"/>
                      <a:pt x="416" y="372"/>
                    </a:cubicBezTo>
                    <a:cubicBezTo>
                      <a:pt x="419" y="374"/>
                      <a:pt x="262" y="352"/>
                      <a:pt x="202" y="367"/>
                    </a:cubicBezTo>
                    <a:cubicBezTo>
                      <a:pt x="154" y="303"/>
                      <a:pt x="80" y="260"/>
                      <a:pt x="0" y="249"/>
                    </a:cubicBezTo>
                    <a:close/>
                  </a:path>
                </a:pathLst>
              </a:custGeom>
              <a:solidFill>
                <a:schemeClr val="accent3">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 name="Freeform 9">
                <a:extLst>
                  <a:ext uri="{FF2B5EF4-FFF2-40B4-BE49-F238E27FC236}">
                    <a16:creationId xmlns:a16="http://schemas.microsoft.com/office/drawing/2014/main" id="{602A1302-3449-45E8-B93B-5BBB5E88E4D6}"/>
                  </a:ext>
                </a:extLst>
              </p:cNvPr>
              <p:cNvSpPr/>
              <p:nvPr/>
            </p:nvSpPr>
            <p:spPr bwMode="auto">
              <a:xfrm>
                <a:off x="6271" y="1530"/>
                <a:ext cx="600" cy="599"/>
              </a:xfrm>
              <a:custGeom>
                <a:avLst/>
                <a:gdLst>
                  <a:gd name="T0" fmla="*/ 219 w 303"/>
                  <a:gd name="T1" fmla="*/ 37 h 303"/>
                  <a:gd name="T2" fmla="*/ 266 w 303"/>
                  <a:gd name="T3" fmla="*/ 219 h 303"/>
                  <a:gd name="T4" fmla="*/ 84 w 303"/>
                  <a:gd name="T5" fmla="*/ 265 h 303"/>
                  <a:gd name="T6" fmla="*/ 37 w 303"/>
                  <a:gd name="T7" fmla="*/ 83 h 303"/>
                  <a:gd name="T8" fmla="*/ 219 w 303"/>
                  <a:gd name="T9" fmla="*/ 37 h 303"/>
                </a:gdLst>
                <a:ahLst/>
                <a:cxnLst>
                  <a:cxn ang="0">
                    <a:pos x="T0" y="T1"/>
                  </a:cxn>
                  <a:cxn ang="0">
                    <a:pos x="T2" y="T3"/>
                  </a:cxn>
                  <a:cxn ang="0">
                    <a:pos x="T4" y="T5"/>
                  </a:cxn>
                  <a:cxn ang="0">
                    <a:pos x="T6" y="T7"/>
                  </a:cxn>
                  <a:cxn ang="0">
                    <a:pos x="T8" y="T9"/>
                  </a:cxn>
                </a:cxnLst>
                <a:rect l="0" t="0" r="r" b="b"/>
                <a:pathLst>
                  <a:path w="303" h="303">
                    <a:moveTo>
                      <a:pt x="219" y="37"/>
                    </a:moveTo>
                    <a:cubicBezTo>
                      <a:pt x="282" y="74"/>
                      <a:pt x="303" y="156"/>
                      <a:pt x="266" y="219"/>
                    </a:cubicBezTo>
                    <a:cubicBezTo>
                      <a:pt x="228" y="282"/>
                      <a:pt x="147" y="303"/>
                      <a:pt x="84" y="265"/>
                    </a:cubicBezTo>
                    <a:cubicBezTo>
                      <a:pt x="21" y="228"/>
                      <a:pt x="0" y="147"/>
                      <a:pt x="37" y="83"/>
                    </a:cubicBezTo>
                    <a:cubicBezTo>
                      <a:pt x="75" y="20"/>
                      <a:pt x="156" y="0"/>
                      <a:pt x="219" y="37"/>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9" name="Freeform 10">
                <a:extLst>
                  <a:ext uri="{FF2B5EF4-FFF2-40B4-BE49-F238E27FC236}">
                    <a16:creationId xmlns:a16="http://schemas.microsoft.com/office/drawing/2014/main" id="{5291956E-2FB1-4489-BAFC-E0B6DD80D389}"/>
                  </a:ext>
                </a:extLst>
              </p:cNvPr>
              <p:cNvSpPr/>
              <p:nvPr/>
            </p:nvSpPr>
            <p:spPr bwMode="auto">
              <a:xfrm>
                <a:off x="6089" y="2222"/>
                <a:ext cx="782" cy="839"/>
              </a:xfrm>
              <a:custGeom>
                <a:avLst/>
                <a:gdLst>
                  <a:gd name="T0" fmla="*/ 0 w 395"/>
                  <a:gd name="T1" fmla="*/ 0 h 424"/>
                  <a:gd name="T2" fmla="*/ 395 w 395"/>
                  <a:gd name="T3" fmla="*/ 390 h 424"/>
                  <a:gd name="T4" fmla="*/ 252 w 395"/>
                  <a:gd name="T5" fmla="*/ 274 h 424"/>
                  <a:gd name="T6" fmla="*/ 106 w 395"/>
                  <a:gd name="T7" fmla="*/ 420 h 424"/>
                  <a:gd name="T8" fmla="*/ 1 w 395"/>
                  <a:gd name="T9" fmla="*/ 233 h 424"/>
                  <a:gd name="T10" fmla="*/ 0 w 395"/>
                  <a:gd name="T11" fmla="*/ 0 h 424"/>
                </a:gdLst>
                <a:ahLst/>
                <a:cxnLst>
                  <a:cxn ang="0">
                    <a:pos x="T0" y="T1"/>
                  </a:cxn>
                  <a:cxn ang="0">
                    <a:pos x="T2" y="T3"/>
                  </a:cxn>
                  <a:cxn ang="0">
                    <a:pos x="T4" y="T5"/>
                  </a:cxn>
                  <a:cxn ang="0">
                    <a:pos x="T6" y="T7"/>
                  </a:cxn>
                  <a:cxn ang="0">
                    <a:pos x="T8" y="T9"/>
                  </a:cxn>
                  <a:cxn ang="0">
                    <a:pos x="T10" y="T11"/>
                  </a:cxn>
                </a:cxnLst>
                <a:rect l="0" t="0" r="r" b="b"/>
                <a:pathLst>
                  <a:path w="395" h="423">
                    <a:moveTo>
                      <a:pt x="0" y="0"/>
                    </a:moveTo>
                    <a:cubicBezTo>
                      <a:pt x="217" y="0"/>
                      <a:pt x="393" y="174"/>
                      <a:pt x="395" y="390"/>
                    </a:cubicBezTo>
                    <a:cubicBezTo>
                      <a:pt x="382" y="324"/>
                      <a:pt x="323" y="274"/>
                      <a:pt x="252" y="274"/>
                    </a:cubicBezTo>
                    <a:cubicBezTo>
                      <a:pt x="171" y="274"/>
                      <a:pt x="106" y="339"/>
                      <a:pt x="106" y="420"/>
                    </a:cubicBezTo>
                    <a:cubicBezTo>
                      <a:pt x="106" y="424"/>
                      <a:pt x="44" y="277"/>
                      <a:pt x="1" y="233"/>
                    </a:cubicBezTo>
                    <a:cubicBezTo>
                      <a:pt x="31" y="159"/>
                      <a:pt x="31" y="74"/>
                      <a:pt x="0" y="0"/>
                    </a:cubicBezTo>
                    <a:close/>
                  </a:path>
                </a:pathLst>
              </a:custGeom>
              <a:solidFill>
                <a:schemeClr val="accent1">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0" name="Oval 11">
                <a:extLst>
                  <a:ext uri="{FF2B5EF4-FFF2-40B4-BE49-F238E27FC236}">
                    <a16:creationId xmlns:a16="http://schemas.microsoft.com/office/drawing/2014/main" id="{040167BD-15BA-46DD-AD5C-7CED496CCC3C}"/>
                  </a:ext>
                </a:extLst>
              </p:cNvPr>
              <p:cNvSpPr>
                <a:spLocks noChangeArrowheads="1"/>
              </p:cNvSpPr>
              <p:nvPr/>
            </p:nvSpPr>
            <p:spPr bwMode="auto">
              <a:xfrm>
                <a:off x="6325" y="2790"/>
                <a:ext cx="526" cy="527"/>
              </a:xfrm>
              <a:prstGeom prst="ellipse">
                <a:avLst/>
              </a:pr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1" name="Freeform 12">
                <a:extLst>
                  <a:ext uri="{FF2B5EF4-FFF2-40B4-BE49-F238E27FC236}">
                    <a16:creationId xmlns:a16="http://schemas.microsoft.com/office/drawing/2014/main" id="{0237B504-C0AC-4165-B20F-8CFD0928FAF0}"/>
                  </a:ext>
                </a:extLst>
              </p:cNvPr>
              <p:cNvSpPr/>
              <p:nvPr/>
            </p:nvSpPr>
            <p:spPr bwMode="auto">
              <a:xfrm>
                <a:off x="5372" y="2838"/>
                <a:ext cx="838" cy="1064"/>
              </a:xfrm>
              <a:custGeom>
                <a:avLst/>
                <a:gdLst>
                  <a:gd name="T0" fmla="*/ 314 w 423"/>
                  <a:gd name="T1" fmla="*/ 0 h 538"/>
                  <a:gd name="T2" fmla="*/ 174 w 423"/>
                  <a:gd name="T3" fmla="*/ 538 h 538"/>
                  <a:gd name="T4" fmla="*/ 203 w 423"/>
                  <a:gd name="T5" fmla="*/ 355 h 538"/>
                  <a:gd name="T6" fmla="*/ 3 w 423"/>
                  <a:gd name="T7" fmla="*/ 302 h 538"/>
                  <a:gd name="T8" fmla="*/ 113 w 423"/>
                  <a:gd name="T9" fmla="*/ 118 h 538"/>
                  <a:gd name="T10" fmla="*/ 314 w 423"/>
                  <a:gd name="T11" fmla="*/ 0 h 538"/>
                </a:gdLst>
                <a:ahLst/>
                <a:cxnLst>
                  <a:cxn ang="0">
                    <a:pos x="T0" y="T1"/>
                  </a:cxn>
                  <a:cxn ang="0">
                    <a:pos x="T2" y="T3"/>
                  </a:cxn>
                  <a:cxn ang="0">
                    <a:pos x="T4" y="T5"/>
                  </a:cxn>
                  <a:cxn ang="0">
                    <a:pos x="T6" y="T7"/>
                  </a:cxn>
                  <a:cxn ang="0">
                    <a:pos x="T8" y="T9"/>
                  </a:cxn>
                  <a:cxn ang="0">
                    <a:pos x="T10" y="T11"/>
                  </a:cxn>
                </a:cxnLst>
                <a:rect l="0" t="0" r="r" b="b"/>
                <a:pathLst>
                  <a:path w="422" h="538">
                    <a:moveTo>
                      <a:pt x="314" y="0"/>
                    </a:moveTo>
                    <a:cubicBezTo>
                      <a:pt x="423" y="188"/>
                      <a:pt x="360" y="427"/>
                      <a:pt x="174" y="538"/>
                    </a:cubicBezTo>
                    <a:cubicBezTo>
                      <a:pt x="225" y="492"/>
                      <a:pt x="239" y="416"/>
                      <a:pt x="203" y="355"/>
                    </a:cubicBezTo>
                    <a:cubicBezTo>
                      <a:pt x="163" y="285"/>
                      <a:pt x="73" y="261"/>
                      <a:pt x="3" y="302"/>
                    </a:cubicBezTo>
                    <a:cubicBezTo>
                      <a:pt x="0" y="304"/>
                      <a:pt x="96" y="177"/>
                      <a:pt x="113" y="118"/>
                    </a:cubicBezTo>
                    <a:cubicBezTo>
                      <a:pt x="192" y="107"/>
                      <a:pt x="266" y="64"/>
                      <a:pt x="314" y="0"/>
                    </a:cubicBezTo>
                    <a:close/>
                  </a:path>
                </a:pathLst>
              </a:custGeom>
              <a:solidFill>
                <a:schemeClr val="accent3">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2" name="Freeform 13">
                <a:extLst>
                  <a:ext uri="{FF2B5EF4-FFF2-40B4-BE49-F238E27FC236}">
                    <a16:creationId xmlns:a16="http://schemas.microsoft.com/office/drawing/2014/main" id="{EA721512-ABF0-42DD-AD4D-03F125A83FA6}"/>
                  </a:ext>
                </a:extLst>
              </p:cNvPr>
              <p:cNvSpPr/>
              <p:nvPr/>
            </p:nvSpPr>
            <p:spPr bwMode="auto">
              <a:xfrm>
                <a:off x="5224" y="3386"/>
                <a:ext cx="600" cy="599"/>
              </a:xfrm>
              <a:custGeom>
                <a:avLst/>
                <a:gdLst>
                  <a:gd name="T0" fmla="*/ 218 w 303"/>
                  <a:gd name="T1" fmla="*/ 266 h 303"/>
                  <a:gd name="T2" fmla="*/ 37 w 303"/>
                  <a:gd name="T3" fmla="*/ 218 h 303"/>
                  <a:gd name="T4" fmla="*/ 85 w 303"/>
                  <a:gd name="T5" fmla="*/ 36 h 303"/>
                  <a:gd name="T6" fmla="*/ 266 w 303"/>
                  <a:gd name="T7" fmla="*/ 85 h 303"/>
                  <a:gd name="T8" fmla="*/ 218 w 303"/>
                  <a:gd name="T9" fmla="*/ 266 h 303"/>
                </a:gdLst>
                <a:ahLst/>
                <a:cxnLst>
                  <a:cxn ang="0">
                    <a:pos x="T0" y="T1"/>
                  </a:cxn>
                  <a:cxn ang="0">
                    <a:pos x="T2" y="T3"/>
                  </a:cxn>
                  <a:cxn ang="0">
                    <a:pos x="T4" y="T5"/>
                  </a:cxn>
                  <a:cxn ang="0">
                    <a:pos x="T6" y="T7"/>
                  </a:cxn>
                  <a:cxn ang="0">
                    <a:pos x="T8" y="T9"/>
                  </a:cxn>
                </a:cxnLst>
                <a:rect l="0" t="0" r="r" b="b"/>
                <a:pathLst>
                  <a:path w="303" h="303">
                    <a:moveTo>
                      <a:pt x="218" y="266"/>
                    </a:moveTo>
                    <a:cubicBezTo>
                      <a:pt x="154" y="303"/>
                      <a:pt x="73" y="281"/>
                      <a:pt x="37" y="218"/>
                    </a:cubicBezTo>
                    <a:cubicBezTo>
                      <a:pt x="0" y="154"/>
                      <a:pt x="22" y="73"/>
                      <a:pt x="85" y="36"/>
                    </a:cubicBezTo>
                    <a:cubicBezTo>
                      <a:pt x="149" y="0"/>
                      <a:pt x="230" y="22"/>
                      <a:pt x="266" y="85"/>
                    </a:cubicBezTo>
                    <a:cubicBezTo>
                      <a:pt x="303" y="149"/>
                      <a:pt x="281" y="230"/>
                      <a:pt x="218" y="266"/>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3" name="Freeform 14">
                <a:extLst>
                  <a:ext uri="{FF2B5EF4-FFF2-40B4-BE49-F238E27FC236}">
                    <a16:creationId xmlns:a16="http://schemas.microsoft.com/office/drawing/2014/main" id="{3E975D6A-ED41-4E40-87FD-EC06F614B4D5}"/>
                  </a:ext>
                </a:extLst>
              </p:cNvPr>
              <p:cNvSpPr/>
              <p:nvPr/>
            </p:nvSpPr>
            <p:spPr bwMode="auto">
              <a:xfrm>
                <a:off x="4343" y="2828"/>
                <a:ext cx="1065" cy="740"/>
              </a:xfrm>
              <a:custGeom>
                <a:avLst/>
                <a:gdLst>
                  <a:gd name="T0" fmla="*/ 538 w 538"/>
                  <a:gd name="T1" fmla="*/ 125 h 374"/>
                  <a:gd name="T2" fmla="*/ 0 w 538"/>
                  <a:gd name="T3" fmla="*/ 266 h 374"/>
                  <a:gd name="T4" fmla="*/ 173 w 538"/>
                  <a:gd name="T5" fmla="*/ 203 h 374"/>
                  <a:gd name="T6" fmla="*/ 122 w 538"/>
                  <a:gd name="T7" fmla="*/ 2 h 374"/>
                  <a:gd name="T8" fmla="*/ 336 w 538"/>
                  <a:gd name="T9" fmla="*/ 7 h 374"/>
                  <a:gd name="T10" fmla="*/ 538 w 538"/>
                  <a:gd name="T11" fmla="*/ 125 h 374"/>
                </a:gdLst>
                <a:ahLst/>
                <a:cxnLst>
                  <a:cxn ang="0">
                    <a:pos x="T0" y="T1"/>
                  </a:cxn>
                  <a:cxn ang="0">
                    <a:pos x="T2" y="T3"/>
                  </a:cxn>
                  <a:cxn ang="0">
                    <a:pos x="T4" y="T5"/>
                  </a:cxn>
                  <a:cxn ang="0">
                    <a:pos x="T6" y="T7"/>
                  </a:cxn>
                  <a:cxn ang="0">
                    <a:pos x="T8" y="T9"/>
                  </a:cxn>
                  <a:cxn ang="0">
                    <a:pos x="T10" y="T11"/>
                  </a:cxn>
                </a:cxnLst>
                <a:rect l="0" t="0" r="r" b="b"/>
                <a:pathLst>
                  <a:path w="538" h="374">
                    <a:moveTo>
                      <a:pt x="538" y="125"/>
                    </a:moveTo>
                    <a:cubicBezTo>
                      <a:pt x="427" y="312"/>
                      <a:pt x="187" y="374"/>
                      <a:pt x="0" y="266"/>
                    </a:cubicBezTo>
                    <a:cubicBezTo>
                      <a:pt x="64" y="289"/>
                      <a:pt x="137" y="263"/>
                      <a:pt x="173" y="203"/>
                    </a:cubicBezTo>
                    <a:cubicBezTo>
                      <a:pt x="215" y="133"/>
                      <a:pt x="192" y="43"/>
                      <a:pt x="122" y="2"/>
                    </a:cubicBezTo>
                    <a:cubicBezTo>
                      <a:pt x="119" y="0"/>
                      <a:pt x="276" y="22"/>
                      <a:pt x="336" y="7"/>
                    </a:cubicBezTo>
                    <a:cubicBezTo>
                      <a:pt x="384" y="71"/>
                      <a:pt x="458" y="114"/>
                      <a:pt x="538" y="125"/>
                    </a:cubicBezTo>
                    <a:close/>
                  </a:path>
                </a:pathLst>
              </a:custGeom>
              <a:solidFill>
                <a:schemeClr val="accent1">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4" name="Freeform 15">
                <a:extLst>
                  <a:ext uri="{FF2B5EF4-FFF2-40B4-BE49-F238E27FC236}">
                    <a16:creationId xmlns:a16="http://schemas.microsoft.com/office/drawing/2014/main" id="{D6192049-BCE5-40FC-86BF-2C14BEC78769}"/>
                  </a:ext>
                </a:extLst>
              </p:cNvPr>
              <p:cNvSpPr/>
              <p:nvPr/>
            </p:nvSpPr>
            <p:spPr bwMode="auto">
              <a:xfrm>
                <a:off x="4137" y="2780"/>
                <a:ext cx="600" cy="602"/>
              </a:xfrm>
              <a:custGeom>
                <a:avLst/>
                <a:gdLst>
                  <a:gd name="T0" fmla="*/ 84 w 303"/>
                  <a:gd name="T1" fmla="*/ 266 h 304"/>
                  <a:gd name="T2" fmla="*/ 37 w 303"/>
                  <a:gd name="T3" fmla="*/ 84 h 304"/>
                  <a:gd name="T4" fmla="*/ 219 w 303"/>
                  <a:gd name="T5" fmla="*/ 38 h 304"/>
                  <a:gd name="T6" fmla="*/ 266 w 303"/>
                  <a:gd name="T7" fmla="*/ 220 h 304"/>
                  <a:gd name="T8" fmla="*/ 84 w 303"/>
                  <a:gd name="T9" fmla="*/ 266 h 304"/>
                </a:gdLst>
                <a:ahLst/>
                <a:cxnLst>
                  <a:cxn ang="0">
                    <a:pos x="T0" y="T1"/>
                  </a:cxn>
                  <a:cxn ang="0">
                    <a:pos x="T2" y="T3"/>
                  </a:cxn>
                  <a:cxn ang="0">
                    <a:pos x="T4" y="T5"/>
                  </a:cxn>
                  <a:cxn ang="0">
                    <a:pos x="T6" y="T7"/>
                  </a:cxn>
                  <a:cxn ang="0">
                    <a:pos x="T8" y="T9"/>
                  </a:cxn>
                </a:cxnLst>
                <a:rect l="0" t="0" r="r" b="b"/>
                <a:pathLst>
                  <a:path w="303" h="304">
                    <a:moveTo>
                      <a:pt x="84" y="266"/>
                    </a:moveTo>
                    <a:cubicBezTo>
                      <a:pt x="21" y="229"/>
                      <a:pt x="0" y="147"/>
                      <a:pt x="37" y="84"/>
                    </a:cubicBezTo>
                    <a:cubicBezTo>
                      <a:pt x="75" y="21"/>
                      <a:pt x="156" y="0"/>
                      <a:pt x="219" y="38"/>
                    </a:cubicBezTo>
                    <a:cubicBezTo>
                      <a:pt x="282" y="75"/>
                      <a:pt x="303" y="157"/>
                      <a:pt x="266" y="220"/>
                    </a:cubicBezTo>
                    <a:cubicBezTo>
                      <a:pt x="228" y="283"/>
                      <a:pt x="147" y="304"/>
                      <a:pt x="84" y="26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5" name="Freeform 16">
                <a:extLst>
                  <a:ext uri="{FF2B5EF4-FFF2-40B4-BE49-F238E27FC236}">
                    <a16:creationId xmlns:a16="http://schemas.microsoft.com/office/drawing/2014/main" id="{5E8FB054-D890-4266-AF84-D0D46F87138A}"/>
                  </a:ext>
                </a:extLst>
              </p:cNvPr>
              <p:cNvSpPr/>
              <p:nvPr/>
            </p:nvSpPr>
            <p:spPr bwMode="auto">
              <a:xfrm>
                <a:off x="4137" y="1850"/>
                <a:ext cx="782" cy="837"/>
              </a:xfrm>
              <a:custGeom>
                <a:avLst/>
                <a:gdLst>
                  <a:gd name="T0" fmla="*/ 395 w 395"/>
                  <a:gd name="T1" fmla="*/ 423 h 423"/>
                  <a:gd name="T2" fmla="*/ 0 w 395"/>
                  <a:gd name="T3" fmla="*/ 33 h 423"/>
                  <a:gd name="T4" fmla="*/ 143 w 395"/>
                  <a:gd name="T5" fmla="*/ 149 h 423"/>
                  <a:gd name="T6" fmla="*/ 289 w 395"/>
                  <a:gd name="T7" fmla="*/ 3 h 423"/>
                  <a:gd name="T8" fmla="*/ 394 w 395"/>
                  <a:gd name="T9" fmla="*/ 190 h 423"/>
                  <a:gd name="T10" fmla="*/ 395 w 395"/>
                  <a:gd name="T11" fmla="*/ 423 h 423"/>
                </a:gdLst>
                <a:ahLst/>
                <a:cxnLst>
                  <a:cxn ang="0">
                    <a:pos x="T0" y="T1"/>
                  </a:cxn>
                  <a:cxn ang="0">
                    <a:pos x="T2" y="T3"/>
                  </a:cxn>
                  <a:cxn ang="0">
                    <a:pos x="T4" y="T5"/>
                  </a:cxn>
                  <a:cxn ang="0">
                    <a:pos x="T6" y="T7"/>
                  </a:cxn>
                  <a:cxn ang="0">
                    <a:pos x="T8" y="T9"/>
                  </a:cxn>
                  <a:cxn ang="0">
                    <a:pos x="T10" y="T11"/>
                  </a:cxn>
                </a:cxnLst>
                <a:rect l="0" t="0" r="r" b="b"/>
                <a:pathLst>
                  <a:path w="395" h="422">
                    <a:moveTo>
                      <a:pt x="395" y="423"/>
                    </a:moveTo>
                    <a:cubicBezTo>
                      <a:pt x="179" y="423"/>
                      <a:pt x="3" y="249"/>
                      <a:pt x="0" y="33"/>
                    </a:cubicBezTo>
                    <a:cubicBezTo>
                      <a:pt x="13" y="100"/>
                      <a:pt x="72" y="149"/>
                      <a:pt x="143" y="149"/>
                    </a:cubicBezTo>
                    <a:cubicBezTo>
                      <a:pt x="224" y="149"/>
                      <a:pt x="289" y="84"/>
                      <a:pt x="289" y="3"/>
                    </a:cubicBezTo>
                    <a:cubicBezTo>
                      <a:pt x="289" y="0"/>
                      <a:pt x="351" y="146"/>
                      <a:pt x="394" y="190"/>
                    </a:cubicBezTo>
                    <a:cubicBezTo>
                      <a:pt x="364" y="264"/>
                      <a:pt x="364" y="349"/>
                      <a:pt x="395" y="423"/>
                    </a:cubicBezTo>
                    <a:close/>
                  </a:path>
                </a:pathLst>
              </a:custGeom>
              <a:solidFill>
                <a:schemeClr val="accent3">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6" name="Oval 17">
                <a:extLst>
                  <a:ext uri="{FF2B5EF4-FFF2-40B4-BE49-F238E27FC236}">
                    <a16:creationId xmlns:a16="http://schemas.microsoft.com/office/drawing/2014/main" id="{391DD142-F403-4666-A143-A449EFA07FA4}"/>
                  </a:ext>
                </a:extLst>
              </p:cNvPr>
              <p:cNvSpPr>
                <a:spLocks noChangeArrowheads="1"/>
              </p:cNvSpPr>
              <p:nvPr/>
            </p:nvSpPr>
            <p:spPr bwMode="auto">
              <a:xfrm>
                <a:off x="4157" y="1593"/>
                <a:ext cx="526" cy="527"/>
              </a:xfrm>
              <a:prstGeom prst="ellipse">
                <a:avLst/>
              </a:pr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3" name="Shape 2540">
              <a:extLst>
                <a:ext uri="{FF2B5EF4-FFF2-40B4-BE49-F238E27FC236}">
                  <a16:creationId xmlns:a16="http://schemas.microsoft.com/office/drawing/2014/main" id="{E1DB985B-0615-4793-9A78-EFEAD59D5F05}"/>
                </a:ext>
              </a:extLst>
            </p:cNvPr>
            <p:cNvSpPr/>
            <p:nvPr/>
          </p:nvSpPr>
          <p:spPr>
            <a:xfrm>
              <a:off x="8944180" y="3561394"/>
              <a:ext cx="731520" cy="731520"/>
            </a:xfrm>
            <a:custGeom>
              <a:avLst/>
              <a:gdLst/>
              <a:ahLst/>
              <a:cxnLst>
                <a:cxn ang="0">
                  <a:pos x="wd2" y="hd2"/>
                </a:cxn>
                <a:cxn ang="5400000">
                  <a:pos x="wd2" y="hd2"/>
                </a:cxn>
                <a:cxn ang="10800000">
                  <a:pos x="wd2" y="hd2"/>
                </a:cxn>
                <a:cxn ang="16200000">
                  <a:pos x="wd2" y="hd2"/>
                </a:cxn>
              </a:cxnLst>
              <a:rect l="0" t="0" r="r" b="b"/>
              <a:pathLst>
                <a:path w="21600" h="21600" extrusionOk="0">
                  <a:moveTo>
                    <a:pt x="20732" y="6661"/>
                  </a:moveTo>
                  <a:cubicBezTo>
                    <a:pt x="20540" y="6471"/>
                    <a:pt x="20228" y="6473"/>
                    <a:pt x="20038" y="6667"/>
                  </a:cubicBezTo>
                  <a:cubicBezTo>
                    <a:pt x="19903" y="6804"/>
                    <a:pt x="19870" y="7000"/>
                    <a:pt x="19929" y="7171"/>
                  </a:cubicBezTo>
                  <a:lnTo>
                    <a:pt x="19918" y="7175"/>
                  </a:lnTo>
                  <a:cubicBezTo>
                    <a:pt x="20365" y="8298"/>
                    <a:pt x="20618" y="9518"/>
                    <a:pt x="20618" y="10800"/>
                  </a:cubicBezTo>
                  <a:cubicBezTo>
                    <a:pt x="20618" y="16223"/>
                    <a:pt x="16223" y="20618"/>
                    <a:pt x="10800" y="20618"/>
                  </a:cubicBezTo>
                  <a:cubicBezTo>
                    <a:pt x="5378" y="20618"/>
                    <a:pt x="982" y="16223"/>
                    <a:pt x="982" y="10800"/>
                  </a:cubicBezTo>
                  <a:cubicBezTo>
                    <a:pt x="982" y="5377"/>
                    <a:pt x="5378" y="982"/>
                    <a:pt x="10800" y="982"/>
                  </a:cubicBezTo>
                  <a:cubicBezTo>
                    <a:pt x="13575" y="982"/>
                    <a:pt x="16077" y="2136"/>
                    <a:pt x="17862" y="3989"/>
                  </a:cubicBezTo>
                  <a:lnTo>
                    <a:pt x="17868" y="3982"/>
                  </a:lnTo>
                  <a:cubicBezTo>
                    <a:pt x="18062" y="4157"/>
                    <a:pt x="18359" y="4153"/>
                    <a:pt x="18544" y="3965"/>
                  </a:cubicBezTo>
                  <a:cubicBezTo>
                    <a:pt x="18734" y="3771"/>
                    <a:pt x="18732" y="3461"/>
                    <a:pt x="18539" y="3270"/>
                  </a:cubicBezTo>
                  <a:cubicBezTo>
                    <a:pt x="18520" y="3252"/>
                    <a:pt x="18496" y="3244"/>
                    <a:pt x="18476" y="3230"/>
                  </a:cubicBezTo>
                  <a:cubicBezTo>
                    <a:pt x="16521" y="1241"/>
                    <a:pt x="13810" y="0"/>
                    <a:pt x="10800" y="0"/>
                  </a:cubicBezTo>
                  <a:cubicBezTo>
                    <a:pt x="4835" y="0"/>
                    <a:pt x="0" y="4835"/>
                    <a:pt x="0" y="10800"/>
                  </a:cubicBezTo>
                  <a:cubicBezTo>
                    <a:pt x="0" y="16764"/>
                    <a:pt x="4835" y="21600"/>
                    <a:pt x="10800" y="21600"/>
                  </a:cubicBezTo>
                  <a:cubicBezTo>
                    <a:pt x="16765" y="21600"/>
                    <a:pt x="21600" y="16764"/>
                    <a:pt x="21600" y="10800"/>
                  </a:cubicBezTo>
                  <a:cubicBezTo>
                    <a:pt x="21600" y="9412"/>
                    <a:pt x="21329" y="8089"/>
                    <a:pt x="20851" y="6869"/>
                  </a:cubicBezTo>
                  <a:cubicBezTo>
                    <a:pt x="20828" y="6794"/>
                    <a:pt x="20793" y="6721"/>
                    <a:pt x="20732" y="6661"/>
                  </a:cubicBezTo>
                  <a:moveTo>
                    <a:pt x="10792" y="13534"/>
                  </a:moveTo>
                  <a:lnTo>
                    <a:pt x="6238" y="8980"/>
                  </a:lnTo>
                  <a:cubicBezTo>
                    <a:pt x="6149" y="8891"/>
                    <a:pt x="6027" y="8836"/>
                    <a:pt x="5891" y="8836"/>
                  </a:cubicBezTo>
                  <a:cubicBezTo>
                    <a:pt x="5620" y="8836"/>
                    <a:pt x="5400" y="9056"/>
                    <a:pt x="5400" y="9327"/>
                  </a:cubicBezTo>
                  <a:cubicBezTo>
                    <a:pt x="5400" y="9463"/>
                    <a:pt x="5455" y="9585"/>
                    <a:pt x="5544" y="9675"/>
                  </a:cubicBezTo>
                  <a:lnTo>
                    <a:pt x="10453" y="14583"/>
                  </a:lnTo>
                  <a:cubicBezTo>
                    <a:pt x="10542" y="14672"/>
                    <a:pt x="10664" y="14727"/>
                    <a:pt x="10800" y="14727"/>
                  </a:cubicBezTo>
                  <a:cubicBezTo>
                    <a:pt x="10940" y="14727"/>
                    <a:pt x="11064" y="14668"/>
                    <a:pt x="11154" y="14574"/>
                  </a:cubicBezTo>
                  <a:lnTo>
                    <a:pt x="11155" y="14576"/>
                  </a:lnTo>
                  <a:lnTo>
                    <a:pt x="19353" y="5988"/>
                  </a:lnTo>
                  <a:cubicBezTo>
                    <a:pt x="19353" y="5989"/>
                    <a:pt x="19354" y="5990"/>
                    <a:pt x="19354" y="5991"/>
                  </a:cubicBezTo>
                  <a:lnTo>
                    <a:pt x="20055" y="5255"/>
                  </a:lnTo>
                  <a:cubicBezTo>
                    <a:pt x="20055" y="5255"/>
                    <a:pt x="20054" y="5254"/>
                    <a:pt x="20054" y="5253"/>
                  </a:cubicBezTo>
                  <a:lnTo>
                    <a:pt x="21464" y="3775"/>
                  </a:lnTo>
                  <a:lnTo>
                    <a:pt x="21463" y="3774"/>
                  </a:lnTo>
                  <a:cubicBezTo>
                    <a:pt x="21547" y="3686"/>
                    <a:pt x="21600" y="3567"/>
                    <a:pt x="21600" y="3436"/>
                  </a:cubicBezTo>
                  <a:cubicBezTo>
                    <a:pt x="21600" y="3166"/>
                    <a:pt x="21380" y="2945"/>
                    <a:pt x="21109" y="2945"/>
                  </a:cubicBezTo>
                  <a:cubicBezTo>
                    <a:pt x="20969" y="2945"/>
                    <a:pt x="20844" y="3005"/>
                    <a:pt x="20755" y="3099"/>
                  </a:cubicBezTo>
                  <a:lnTo>
                    <a:pt x="20754" y="3097"/>
                  </a:lnTo>
                  <a:lnTo>
                    <a:pt x="19493" y="4419"/>
                  </a:lnTo>
                  <a:cubicBezTo>
                    <a:pt x="19492" y="4418"/>
                    <a:pt x="19491" y="4416"/>
                    <a:pt x="19490" y="4415"/>
                  </a:cubicBezTo>
                  <a:lnTo>
                    <a:pt x="18805" y="5133"/>
                  </a:lnTo>
                  <a:cubicBezTo>
                    <a:pt x="18806" y="5134"/>
                    <a:pt x="18807" y="5136"/>
                    <a:pt x="18807" y="5137"/>
                  </a:cubicBezTo>
                  <a:cubicBezTo>
                    <a:pt x="18807" y="5137"/>
                    <a:pt x="10792" y="13534"/>
                    <a:pt x="10792" y="13534"/>
                  </a:cubicBezTo>
                  <a:close/>
                </a:path>
              </a:pathLst>
            </a:custGeom>
            <a:solidFill>
              <a:schemeClr val="bg1"/>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dirty="0">
                <a:latin typeface="Source Sans Pro Light" charset="0"/>
                <a:ea typeface="Source Sans Pro Light" charset="0"/>
                <a:cs typeface="Source Sans Pro Light" charset="0"/>
              </a:endParaRPr>
            </a:p>
          </p:txBody>
        </p:sp>
      </p:grpSp>
      <p:grpSp>
        <p:nvGrpSpPr>
          <p:cNvPr id="47" name="千图PPT彼岸天：ID 8661124库_组合 12">
            <a:extLst>
              <a:ext uri="{FF2B5EF4-FFF2-40B4-BE49-F238E27FC236}">
                <a16:creationId xmlns:a16="http://schemas.microsoft.com/office/drawing/2014/main" id="{937B89FE-4372-4BDF-B08E-A40B8C4D7C1F}"/>
              </a:ext>
            </a:extLst>
          </p:cNvPr>
          <p:cNvGrpSpPr/>
          <p:nvPr>
            <p:custDataLst>
              <p:tags r:id="rId2"/>
            </p:custDataLst>
          </p:nvPr>
        </p:nvGrpSpPr>
        <p:grpSpPr>
          <a:xfrm>
            <a:off x="8396867" y="2030994"/>
            <a:ext cx="3075996" cy="2955593"/>
            <a:chOff x="8170814" y="1912116"/>
            <a:chExt cx="2749722" cy="2955593"/>
          </a:xfrm>
        </p:grpSpPr>
        <p:grpSp>
          <p:nvGrpSpPr>
            <p:cNvPr id="48" name="组合 47">
              <a:extLst>
                <a:ext uri="{FF2B5EF4-FFF2-40B4-BE49-F238E27FC236}">
                  <a16:creationId xmlns:a16="http://schemas.microsoft.com/office/drawing/2014/main" id="{CACA2BF4-BAA8-4C47-A645-81BE4C6FE6CB}"/>
                </a:ext>
              </a:extLst>
            </p:cNvPr>
            <p:cNvGrpSpPr/>
            <p:nvPr/>
          </p:nvGrpSpPr>
          <p:grpSpPr>
            <a:xfrm>
              <a:off x="8170814" y="1912116"/>
              <a:ext cx="2611177" cy="2955593"/>
              <a:chOff x="1193500" y="1491637"/>
              <a:chExt cx="3761195" cy="2955593"/>
            </a:xfrm>
          </p:grpSpPr>
          <p:sp>
            <p:nvSpPr>
              <p:cNvPr id="59" name="Rectangle 254">
                <a:extLst>
                  <a:ext uri="{FF2B5EF4-FFF2-40B4-BE49-F238E27FC236}">
                    <a16:creationId xmlns:a16="http://schemas.microsoft.com/office/drawing/2014/main" id="{BF7DCF54-945B-4DE1-BEE1-69A422B8209C}"/>
                  </a:ext>
                </a:extLst>
              </p:cNvPr>
              <p:cNvSpPr/>
              <p:nvPr/>
            </p:nvSpPr>
            <p:spPr>
              <a:xfrm>
                <a:off x="1193500" y="1491637"/>
                <a:ext cx="3761195" cy="307777"/>
              </a:xfrm>
              <a:prstGeom prst="rect">
                <a:avLst/>
              </a:prstGeom>
            </p:spPr>
            <p:txBody>
              <a:bodyPr wrap="square" lIns="0" tIns="0" rIns="0" bIns="0">
                <a:normAutofit/>
              </a:bodyPr>
              <a:lstStyle/>
              <a:p>
                <a:pPr algn="r"/>
                <a:r>
                  <a:rPr lang="zh-CN" altLang="en-US" sz="1600" b="1" dirty="0">
                    <a:solidFill>
                      <a:schemeClr val="accent3"/>
                    </a:solidFill>
                    <a:cs typeface="+mn-ea"/>
                    <a:sym typeface="+mn-lt"/>
                  </a:rPr>
                  <a:t>输入输出多样化</a:t>
                </a:r>
                <a:endParaRPr lang="en-US" sz="1600" b="1" dirty="0">
                  <a:solidFill>
                    <a:schemeClr val="accent3"/>
                  </a:solidFill>
                  <a:cs typeface="+mn-ea"/>
                  <a:sym typeface="+mn-lt"/>
                </a:endParaRPr>
              </a:p>
            </p:txBody>
          </p:sp>
          <p:sp>
            <p:nvSpPr>
              <p:cNvPr id="57" name="Rectangle 254">
                <a:extLst>
                  <a:ext uri="{FF2B5EF4-FFF2-40B4-BE49-F238E27FC236}">
                    <a16:creationId xmlns:a16="http://schemas.microsoft.com/office/drawing/2014/main" id="{09DC3773-D0CF-4E55-A3D5-81AC56843B29}"/>
                  </a:ext>
                </a:extLst>
              </p:cNvPr>
              <p:cNvSpPr/>
              <p:nvPr/>
            </p:nvSpPr>
            <p:spPr>
              <a:xfrm>
                <a:off x="1193500" y="2815545"/>
                <a:ext cx="3761195" cy="307777"/>
              </a:xfrm>
              <a:prstGeom prst="rect">
                <a:avLst/>
              </a:prstGeom>
            </p:spPr>
            <p:txBody>
              <a:bodyPr wrap="square" lIns="0" tIns="0" rIns="0" bIns="0">
                <a:normAutofit/>
              </a:bodyPr>
              <a:lstStyle/>
              <a:p>
                <a:pPr algn="r"/>
                <a:r>
                  <a:rPr lang="zh-CN" altLang="en-US" sz="1600" b="1" dirty="0">
                    <a:solidFill>
                      <a:schemeClr val="accent3"/>
                    </a:solidFill>
                    <a:cs typeface="+mn-ea"/>
                    <a:sym typeface="+mn-lt"/>
                  </a:rPr>
                  <a:t>无监督学习</a:t>
                </a:r>
                <a:endParaRPr lang="en-US" sz="1600" b="1" dirty="0">
                  <a:solidFill>
                    <a:schemeClr val="accent3"/>
                  </a:solidFill>
                  <a:cs typeface="+mn-ea"/>
                  <a:sym typeface="+mn-lt"/>
                </a:endParaRPr>
              </a:p>
            </p:txBody>
          </p:sp>
          <p:sp>
            <p:nvSpPr>
              <p:cNvPr id="55" name="Rectangle 254">
                <a:extLst>
                  <a:ext uri="{FF2B5EF4-FFF2-40B4-BE49-F238E27FC236}">
                    <a16:creationId xmlns:a16="http://schemas.microsoft.com/office/drawing/2014/main" id="{48A7759C-80A2-4878-A781-89BF11B5277C}"/>
                  </a:ext>
                </a:extLst>
              </p:cNvPr>
              <p:cNvSpPr/>
              <p:nvPr/>
            </p:nvSpPr>
            <p:spPr>
              <a:xfrm>
                <a:off x="1193500" y="4139453"/>
                <a:ext cx="3761195" cy="307777"/>
              </a:xfrm>
              <a:prstGeom prst="rect">
                <a:avLst/>
              </a:prstGeom>
            </p:spPr>
            <p:txBody>
              <a:bodyPr wrap="square" lIns="0" tIns="0" rIns="0" bIns="0">
                <a:normAutofit/>
              </a:bodyPr>
              <a:lstStyle/>
              <a:p>
                <a:pPr algn="r"/>
                <a:r>
                  <a:rPr lang="en-US" sz="1600" b="1" dirty="0">
                    <a:solidFill>
                      <a:schemeClr val="accent3"/>
                    </a:solidFill>
                    <a:cs typeface="+mn-ea"/>
                    <a:sym typeface="+mn-lt"/>
                  </a:rPr>
                  <a:t>….</a:t>
                </a:r>
              </a:p>
            </p:txBody>
          </p:sp>
        </p:grpSp>
        <p:cxnSp>
          <p:nvCxnSpPr>
            <p:cNvPr id="49" name="直接连接符 48">
              <a:extLst>
                <a:ext uri="{FF2B5EF4-FFF2-40B4-BE49-F238E27FC236}">
                  <a16:creationId xmlns:a16="http://schemas.microsoft.com/office/drawing/2014/main" id="{97745A1B-BEF4-4353-AF6E-43E7E5B8778E}"/>
                </a:ext>
              </a:extLst>
            </p:cNvPr>
            <p:cNvCxnSpPr/>
            <p:nvPr/>
          </p:nvCxnSpPr>
          <p:spPr>
            <a:xfrm>
              <a:off x="8472264" y="2924944"/>
              <a:ext cx="2448272"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00703CAD-4238-4DD8-B477-FFE970E6FB2B}"/>
                </a:ext>
              </a:extLst>
            </p:cNvPr>
            <p:cNvCxnSpPr/>
            <p:nvPr/>
          </p:nvCxnSpPr>
          <p:spPr>
            <a:xfrm>
              <a:off x="8472264" y="4263691"/>
              <a:ext cx="2448272"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grpSp>
      <p:grpSp>
        <p:nvGrpSpPr>
          <p:cNvPr id="60" name="千图PPT彼岸天：ID 8661124库_组合 13">
            <a:extLst>
              <a:ext uri="{FF2B5EF4-FFF2-40B4-BE49-F238E27FC236}">
                <a16:creationId xmlns:a16="http://schemas.microsoft.com/office/drawing/2014/main" id="{762BFDAB-5CEE-43B9-A309-5A135A609B57}"/>
              </a:ext>
            </a:extLst>
          </p:cNvPr>
          <p:cNvGrpSpPr/>
          <p:nvPr>
            <p:custDataLst>
              <p:tags r:id="rId3"/>
            </p:custDataLst>
          </p:nvPr>
        </p:nvGrpSpPr>
        <p:grpSpPr>
          <a:xfrm>
            <a:off x="719137" y="2030994"/>
            <a:ext cx="3035721" cy="2955593"/>
            <a:chOff x="1307468" y="1697288"/>
            <a:chExt cx="2713719" cy="2955593"/>
          </a:xfrm>
        </p:grpSpPr>
        <p:grpSp>
          <p:nvGrpSpPr>
            <p:cNvPr id="61" name="组合 60">
              <a:extLst>
                <a:ext uri="{FF2B5EF4-FFF2-40B4-BE49-F238E27FC236}">
                  <a16:creationId xmlns:a16="http://schemas.microsoft.com/office/drawing/2014/main" id="{42F01535-00B0-47C4-8AB7-2A0333AD6888}"/>
                </a:ext>
              </a:extLst>
            </p:cNvPr>
            <p:cNvGrpSpPr/>
            <p:nvPr/>
          </p:nvGrpSpPr>
          <p:grpSpPr>
            <a:xfrm>
              <a:off x="1410010" y="1697288"/>
              <a:ext cx="2611177" cy="2955593"/>
              <a:chOff x="1193500" y="1491637"/>
              <a:chExt cx="3761195" cy="2955593"/>
            </a:xfrm>
          </p:grpSpPr>
          <p:sp>
            <p:nvSpPr>
              <p:cNvPr id="73" name="Rectangle 254">
                <a:extLst>
                  <a:ext uri="{FF2B5EF4-FFF2-40B4-BE49-F238E27FC236}">
                    <a16:creationId xmlns:a16="http://schemas.microsoft.com/office/drawing/2014/main" id="{51B7C2CA-D239-4538-91EA-7466C3D2B4DB}"/>
                  </a:ext>
                </a:extLst>
              </p:cNvPr>
              <p:cNvSpPr/>
              <p:nvPr/>
            </p:nvSpPr>
            <p:spPr>
              <a:xfrm>
                <a:off x="1193500" y="1491637"/>
                <a:ext cx="3761195" cy="307777"/>
              </a:xfrm>
              <a:prstGeom prst="rect">
                <a:avLst/>
              </a:prstGeom>
            </p:spPr>
            <p:txBody>
              <a:bodyPr wrap="square" lIns="0" tIns="0" rIns="0" bIns="0">
                <a:normAutofit/>
              </a:bodyPr>
              <a:lstStyle/>
              <a:p>
                <a:r>
                  <a:rPr lang="zh-CN" altLang="en-US" sz="1600" b="1" dirty="0">
                    <a:solidFill>
                      <a:schemeClr val="accent1"/>
                    </a:solidFill>
                    <a:cs typeface="+mn-ea"/>
                    <a:sym typeface="+mn-lt"/>
                  </a:rPr>
                  <a:t>强化学习</a:t>
                </a:r>
                <a:endParaRPr lang="en-US" sz="1600" b="1" dirty="0">
                  <a:solidFill>
                    <a:schemeClr val="accent1"/>
                  </a:solidFill>
                  <a:cs typeface="+mn-ea"/>
                  <a:sym typeface="+mn-lt"/>
                </a:endParaRPr>
              </a:p>
            </p:txBody>
          </p:sp>
          <p:sp>
            <p:nvSpPr>
              <p:cNvPr id="71" name="Rectangle 254">
                <a:extLst>
                  <a:ext uri="{FF2B5EF4-FFF2-40B4-BE49-F238E27FC236}">
                    <a16:creationId xmlns:a16="http://schemas.microsoft.com/office/drawing/2014/main" id="{825229D5-F391-4DFF-9A4D-37A9EDBB5156}"/>
                  </a:ext>
                </a:extLst>
              </p:cNvPr>
              <p:cNvSpPr/>
              <p:nvPr/>
            </p:nvSpPr>
            <p:spPr>
              <a:xfrm>
                <a:off x="1193500" y="2815545"/>
                <a:ext cx="3761195" cy="307777"/>
              </a:xfrm>
              <a:prstGeom prst="rect">
                <a:avLst/>
              </a:prstGeom>
            </p:spPr>
            <p:txBody>
              <a:bodyPr wrap="square" lIns="0" tIns="0" rIns="0" bIns="0">
                <a:normAutofit/>
              </a:bodyPr>
              <a:lstStyle/>
              <a:p>
                <a:r>
                  <a:rPr lang="zh-CN" altLang="en-US" sz="1600" b="1" dirty="0">
                    <a:solidFill>
                      <a:schemeClr val="accent1"/>
                    </a:solidFill>
                    <a:cs typeface="+mn-ea"/>
                    <a:sym typeface="+mn-lt"/>
                  </a:rPr>
                  <a:t>多种网络模型</a:t>
                </a:r>
                <a:endParaRPr lang="en-US" sz="1600" b="1" dirty="0">
                  <a:solidFill>
                    <a:schemeClr val="accent1"/>
                  </a:solidFill>
                  <a:cs typeface="+mn-ea"/>
                  <a:sym typeface="+mn-lt"/>
                </a:endParaRPr>
              </a:p>
            </p:txBody>
          </p:sp>
          <p:sp>
            <p:nvSpPr>
              <p:cNvPr id="69" name="Rectangle 254">
                <a:extLst>
                  <a:ext uri="{FF2B5EF4-FFF2-40B4-BE49-F238E27FC236}">
                    <a16:creationId xmlns:a16="http://schemas.microsoft.com/office/drawing/2014/main" id="{370316CE-80D4-4FDB-BA93-5332180F95D8}"/>
                  </a:ext>
                </a:extLst>
              </p:cNvPr>
              <p:cNvSpPr/>
              <p:nvPr/>
            </p:nvSpPr>
            <p:spPr>
              <a:xfrm>
                <a:off x="1193500" y="4139453"/>
                <a:ext cx="3761195" cy="307777"/>
              </a:xfrm>
              <a:prstGeom prst="rect">
                <a:avLst/>
              </a:prstGeom>
            </p:spPr>
            <p:txBody>
              <a:bodyPr wrap="square" lIns="0" tIns="0" rIns="0" bIns="0">
                <a:normAutofit/>
              </a:bodyPr>
              <a:lstStyle/>
              <a:p>
                <a:r>
                  <a:rPr lang="zh-CN" altLang="en-US" sz="1600" b="1" dirty="0">
                    <a:solidFill>
                      <a:schemeClr val="accent1"/>
                    </a:solidFill>
                    <a:cs typeface="+mn-ea"/>
                    <a:sym typeface="+mn-lt"/>
                  </a:rPr>
                  <a:t>压缩输入信息</a:t>
                </a:r>
                <a:endParaRPr lang="en-US" sz="1600" b="1" dirty="0">
                  <a:solidFill>
                    <a:schemeClr val="accent1"/>
                  </a:solidFill>
                  <a:cs typeface="+mn-ea"/>
                  <a:sym typeface="+mn-lt"/>
                </a:endParaRPr>
              </a:p>
            </p:txBody>
          </p:sp>
        </p:grpSp>
        <p:grpSp>
          <p:nvGrpSpPr>
            <p:cNvPr id="62" name="组合 61">
              <a:extLst>
                <a:ext uri="{FF2B5EF4-FFF2-40B4-BE49-F238E27FC236}">
                  <a16:creationId xmlns:a16="http://schemas.microsoft.com/office/drawing/2014/main" id="{A3781955-C970-4496-A9BF-69499BF0B3E8}"/>
                </a:ext>
              </a:extLst>
            </p:cNvPr>
            <p:cNvGrpSpPr/>
            <p:nvPr/>
          </p:nvGrpSpPr>
          <p:grpSpPr>
            <a:xfrm>
              <a:off x="1307468" y="2710116"/>
              <a:ext cx="2448272" cy="1338747"/>
              <a:chOff x="1307468" y="2924944"/>
              <a:chExt cx="2448272" cy="1338747"/>
            </a:xfrm>
          </p:grpSpPr>
          <p:cxnSp>
            <p:nvCxnSpPr>
              <p:cNvPr id="63" name="直接连接符 62">
                <a:extLst>
                  <a:ext uri="{FF2B5EF4-FFF2-40B4-BE49-F238E27FC236}">
                    <a16:creationId xmlns:a16="http://schemas.microsoft.com/office/drawing/2014/main" id="{B8AACF84-4CE7-4251-9F76-473907FE51D1}"/>
                  </a:ext>
                </a:extLst>
              </p:cNvPr>
              <p:cNvCxnSpPr/>
              <p:nvPr/>
            </p:nvCxnSpPr>
            <p:spPr>
              <a:xfrm>
                <a:off x="1307468" y="2924944"/>
                <a:ext cx="2448272"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D7C03376-7FFC-4606-B72B-607475E0CDE8}"/>
                  </a:ext>
                </a:extLst>
              </p:cNvPr>
              <p:cNvCxnSpPr/>
              <p:nvPr/>
            </p:nvCxnSpPr>
            <p:spPr>
              <a:xfrm>
                <a:off x="1307468" y="4263691"/>
                <a:ext cx="2448272"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71691725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 calcmode="lin" valueType="num">
                                      <p:cBhvr>
                                        <p:cTn id="9" dur="500" fill="hold"/>
                                        <p:tgtEl>
                                          <p:spTgt spid="25"/>
                                        </p:tgtEl>
                                        <p:attrNameLst>
                                          <p:attrName>transform.rotation_z</p:attrName>
                                        </p:attrNameLst>
                                      </p:cBhvr>
                                      <p:tavLst>
                                        <p:tav tm="0">
                                          <p:val>
                                            <p:fltVal val="360"/>
                                          </p:val>
                                        </p:tav>
                                        <p:tav tm="100000">
                                          <p:val>
                                            <p:fltVal val="0"/>
                                          </p:val>
                                        </p:tav>
                                      </p:tavLst>
                                    </p:anim>
                                    <p:animEffect transition="in" filter="fade">
                                      <p:cBhvr>
                                        <p:cTn id="10" dur="500"/>
                                        <p:tgtEl>
                                          <p:spTgt spid="25"/>
                                        </p:tgtEl>
                                      </p:cBhvr>
                                    </p:animEffect>
                                  </p:childTnLst>
                                </p:cTn>
                              </p:par>
                            </p:childTnLst>
                          </p:cTn>
                        </p:par>
                        <p:par>
                          <p:cTn id="11" fill="hold">
                            <p:stCondLst>
                              <p:cond delay="500"/>
                            </p:stCondLst>
                            <p:childTnLst>
                              <p:par>
                                <p:cTn id="12" presetID="2" presetClass="entr" presetSubtype="8" fill="hold" nodeType="afterEffect">
                                  <p:childTnLst>
                                    <p:set>
                                      <p:cBhvr>
                                        <p:cTn id="13" dur="1" fill="hold">
                                          <p:stCondLst>
                                            <p:cond delay="0"/>
                                          </p:stCondLst>
                                        </p:cTn>
                                        <p:tgtEl>
                                          <p:spTgt spid="60"/>
                                        </p:tgtEl>
                                        <p:attrNameLst>
                                          <p:attrName>style.visibility</p:attrName>
                                        </p:attrNameLst>
                                      </p:cBhvr>
                                      <p:to>
                                        <p:strVal val="visible"/>
                                      </p:to>
                                    </p:set>
                                    <p:anim calcmode="lin" valueType="num">
                                      <p:cBhvr additive="base">
                                        <p:cTn id="14" dur="500" fill="hold"/>
                                        <p:tgtEl>
                                          <p:spTgt spid="60"/>
                                        </p:tgtEl>
                                        <p:attrNameLst>
                                          <p:attrName>ppt_x</p:attrName>
                                        </p:attrNameLst>
                                      </p:cBhvr>
                                      <p:tavLst>
                                        <p:tav tm="0">
                                          <p:val>
                                            <p:strVal val="0-#ppt_w/2"/>
                                          </p:val>
                                        </p:tav>
                                        <p:tav tm="100000">
                                          <p:val>
                                            <p:strVal val="#ppt_x"/>
                                          </p:val>
                                        </p:tav>
                                      </p:tavLst>
                                    </p:anim>
                                    <p:anim calcmode="lin" valueType="num">
                                      <p:cBhvr additive="base">
                                        <p:cTn id="15" dur="500" fill="hold"/>
                                        <p:tgtEl>
                                          <p:spTgt spid="60"/>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2" fill="hold" nodeType="afterEffect">
                                  <p:childTnLst>
                                    <p:set>
                                      <p:cBhvr>
                                        <p:cTn id="18" dur="1" fill="hold">
                                          <p:stCondLst>
                                            <p:cond delay="0"/>
                                          </p:stCondLst>
                                        </p:cTn>
                                        <p:tgtEl>
                                          <p:spTgt spid="47"/>
                                        </p:tgtEl>
                                        <p:attrNameLst>
                                          <p:attrName>style.visibility</p:attrName>
                                        </p:attrNameLst>
                                      </p:cBhvr>
                                      <p:to>
                                        <p:strVal val="visible"/>
                                      </p:to>
                                    </p:set>
                                    <p:anim calcmode="lin" valueType="num">
                                      <p:cBhvr additive="base">
                                        <p:cTn id="19" dur="500" fill="hold"/>
                                        <p:tgtEl>
                                          <p:spTgt spid="47"/>
                                        </p:tgtEl>
                                        <p:attrNameLst>
                                          <p:attrName>ppt_x</p:attrName>
                                        </p:attrNameLst>
                                      </p:cBhvr>
                                      <p:tavLst>
                                        <p:tav tm="0">
                                          <p:val>
                                            <p:strVal val="1+#ppt_w/2"/>
                                          </p:val>
                                        </p:tav>
                                        <p:tav tm="100000">
                                          <p:val>
                                            <p:strVal val="#ppt_x"/>
                                          </p:val>
                                        </p:tav>
                                      </p:tavLst>
                                    </p:anim>
                                    <p:anim calcmode="lin" valueType="num">
                                      <p:cBhvr additive="base">
                                        <p:cTn id="20" dur="500" fill="hold"/>
                                        <p:tgtEl>
                                          <p:spTgt spid="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97B3FAA9-17A5-49E6-B4E5-CA9D63CC46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V="1">
            <a:off x="0" y="0"/>
            <a:ext cx="12192000" cy="6858000"/>
          </a:xfrm>
          <a:prstGeom prst="rect">
            <a:avLst/>
          </a:prstGeom>
        </p:spPr>
      </p:pic>
      <p:pic>
        <p:nvPicPr>
          <p:cNvPr id="11" name="图片 10">
            <a:extLst>
              <a:ext uri="{FF2B5EF4-FFF2-40B4-BE49-F238E27FC236}">
                <a16:creationId xmlns:a16="http://schemas.microsoft.com/office/drawing/2014/main" id="{E87FFD35-F767-4C66-B91F-03BD106509CD}"/>
              </a:ext>
            </a:extLst>
          </p:cNvPr>
          <p:cNvPicPr>
            <a:picLocks noChangeAspect="1"/>
          </p:cNvPicPr>
          <p:nvPr/>
        </p:nvPicPr>
        <p:blipFill>
          <a:blip r:embed="rId4" cstate="print">
            <a:biLevel thresh="25000"/>
            <a:extLst>
              <a:ext uri="{28A0092B-C50C-407E-A947-70E740481C1C}">
                <a14:useLocalDpi xmlns:a14="http://schemas.microsoft.com/office/drawing/2010/main" val="0"/>
              </a:ext>
            </a:extLst>
          </a:blip>
          <a:srcRect/>
          <a:stretch/>
        </p:blipFill>
        <p:spPr>
          <a:xfrm>
            <a:off x="3677480" y="104356"/>
            <a:ext cx="4837040" cy="6723254"/>
          </a:xfrm>
          <a:prstGeom prst="rect">
            <a:avLst/>
          </a:prstGeom>
        </p:spPr>
      </p:pic>
      <p:sp>
        <p:nvSpPr>
          <p:cNvPr id="7" name="文本框 6"/>
          <p:cNvSpPr txBox="1"/>
          <p:nvPr/>
        </p:nvSpPr>
        <p:spPr>
          <a:xfrm>
            <a:off x="1095093" y="2726633"/>
            <a:ext cx="9944668" cy="923330"/>
          </a:xfrm>
          <a:prstGeom prst="rect">
            <a:avLst/>
          </a:prstGeom>
          <a:noFill/>
        </p:spPr>
        <p:txBody>
          <a:bodyPr wrap="square" rtlCol="0">
            <a:spAutoFit/>
          </a:bodyPr>
          <a:lstStyle/>
          <a:p>
            <a:pPr algn="ctr"/>
            <a:r>
              <a:rPr lang="zh-CN" altLang="en-US" sz="5400">
                <a:solidFill>
                  <a:schemeClr val="bg1"/>
                </a:solidFill>
                <a:cs typeface="+mn-ea"/>
                <a:sym typeface="+mn-lt"/>
              </a:rPr>
              <a:t>感谢您的观看</a:t>
            </a:r>
          </a:p>
        </p:txBody>
      </p:sp>
      <p:sp>
        <p:nvSpPr>
          <p:cNvPr id="8" name="文本框 7"/>
          <p:cNvSpPr txBox="1"/>
          <p:nvPr/>
        </p:nvSpPr>
        <p:spPr>
          <a:xfrm>
            <a:off x="1822248" y="3637622"/>
            <a:ext cx="8547504" cy="523220"/>
          </a:xfrm>
          <a:prstGeom prst="rect">
            <a:avLst/>
          </a:prstGeom>
          <a:noFill/>
        </p:spPr>
        <p:txBody>
          <a:bodyPr wrap="square" rtlCol="0">
            <a:spAutoFit/>
          </a:bodyPr>
          <a:lstStyle/>
          <a:p>
            <a:pPr algn="ctr"/>
            <a:r>
              <a:rPr lang="en-US" altLang="zh-CN" sz="2800" dirty="0">
                <a:solidFill>
                  <a:schemeClr val="bg1"/>
                </a:solidFill>
                <a:cs typeface="+mn-ea"/>
                <a:sym typeface="+mn-lt"/>
              </a:rPr>
              <a:t>THANK YOU FOR YOUR WATCHING</a:t>
            </a:r>
            <a:endParaRPr lang="zh-CN" altLang="en-US" sz="2800">
              <a:solidFill>
                <a:schemeClr val="bg1"/>
              </a:solidFill>
              <a:cs typeface="+mn-ea"/>
              <a:sym typeface="+mn-lt"/>
            </a:endParaRPr>
          </a:p>
        </p:txBody>
      </p:sp>
      <p:cxnSp>
        <p:nvCxnSpPr>
          <p:cNvPr id="12" name="直接连接符 11"/>
          <p:cNvCxnSpPr/>
          <p:nvPr/>
        </p:nvCxnSpPr>
        <p:spPr>
          <a:xfrm>
            <a:off x="1822248" y="4253705"/>
            <a:ext cx="8547504" cy="0"/>
          </a:xfrm>
          <a:prstGeom prst="line">
            <a:avLst/>
          </a:prstGeom>
          <a:ln>
            <a:gradFill>
              <a:gsLst>
                <a:gs pos="0">
                  <a:schemeClr val="bg1">
                    <a:alpha val="0"/>
                  </a:schemeClr>
                </a:gs>
                <a:gs pos="50000">
                  <a:schemeClr val="bg1"/>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819020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afterEffec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nodeType="withGroup">
                            <p:stCondLst>
                              <p:cond delay="1000"/>
                            </p:stCondLst>
                            <p:childTnLst>
                              <p:par>
                                <p:cTn id="11" presetID="10" presetClass="entr" presetSubtype="0" fill="hold" grpId="1" nodeType="afterEffect">
                                  <p:childTnLst>
                                    <p:set>
                                      <p:cBhvr>
                                        <p:cTn id="12" dur="1" fill="hold">
                                          <p:stCondLst>
                                            <p:cond delay="0"/>
                                          </p:stCondLst>
                                        </p:cTn>
                                        <p:tgtEl>
                                          <p:spTgt spid="8"/>
                                        </p:tgtEl>
                                        <p:attrNameLst>
                                          <p:attrName>style.visibility</p:attrName>
                                        </p:attrNameLst>
                                      </p:cBhvr>
                                      <p:to>
                                        <p:strVal val="visible"/>
                                      </p:to>
                                    </p:set>
                                    <p:animEffect transition="in" filter="fade">
                                      <p:cBhvr>
                                        <p:cTn id="13" dur="750"/>
                                        <p:tgtEl>
                                          <p:spTgt spid="8"/>
                                        </p:tgtEl>
                                      </p:cBhvr>
                                    </p:animEffect>
                                  </p:childTnLst>
                                </p:cTn>
                              </p:par>
                            </p:childTnLst>
                          </p:cTn>
                        </p:par>
                        <p:par>
                          <p:cTn id="14" fill="hold" nodeType="withGroup">
                            <p:stCondLst>
                              <p:cond delay="1750"/>
                            </p:stCondLst>
                            <p:childTnLst>
                              <p:par>
                                <p:cTn id="15" presetID="16" presetClass="entr" presetSubtype="37" fill="hold" nodeType="afterEffect">
                                  <p:childTnLst>
                                    <p:set>
                                      <p:cBhvr>
                                        <p:cTn id="16" dur="1" fill="hold">
                                          <p:stCondLst>
                                            <p:cond delay="0"/>
                                          </p:stCondLst>
                                        </p:cTn>
                                        <p:tgtEl>
                                          <p:spTgt spid="12"/>
                                        </p:tgtEl>
                                        <p:attrNameLst>
                                          <p:attrName>style.visibility</p:attrName>
                                        </p:attrNameLst>
                                      </p:cBhvr>
                                      <p:to>
                                        <p:strVal val="visible"/>
                                      </p:to>
                                    </p:set>
                                    <p:animEffect transition="in" filter="barn(outVertical)">
                                      <p:cBhvr>
                                        <p:cTn id="17" dur="500"/>
                                        <p:tgtEl>
                                          <p:spTgt spid="12"/>
                                        </p:tgtEl>
                                      </p:cBhvr>
                                    </p:animEffect>
                                  </p:childTnLst>
                                </p:cTn>
                              </p:par>
                              <p:par>
                                <p:cTn id="18" presetID="9" presetClass="entr" presetSubtype="0" fill="hold" nodeType="withEffect">
                                  <p:childTnLst>
                                    <p:set>
                                      <p:cBhvr>
                                        <p:cTn id="19" dur="1" fill="hold">
                                          <p:stCondLst>
                                            <p:cond delay="0"/>
                                          </p:stCondLst>
                                        </p:cTn>
                                        <p:tgtEl>
                                          <p:spTgt spid="11"/>
                                        </p:tgtEl>
                                        <p:attrNameLst>
                                          <p:attrName>style.visibility</p:attrName>
                                        </p:attrNameLst>
                                      </p:cBhvr>
                                      <p:to>
                                        <p:strVal val="visible"/>
                                      </p:to>
                                    </p:set>
                                    <p:animEffect transition="in" filter="dissolve">
                                      <p:cBhvr>
                                        <p:cTn id="20"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t>企业责任</a:t>
            </a:r>
          </a:p>
        </p:txBody>
      </p:sp>
      <p:sp>
        <p:nvSpPr>
          <p:cNvPr id="3" name="文本占位符 2"/>
          <p:cNvSpPr>
            <a:spLocks noGrp="1"/>
          </p:cNvSpPr>
          <p:nvPr>
            <p:ph type="body" sz="quarter" idx="11"/>
          </p:nvPr>
        </p:nvSpPr>
        <p:spPr/>
        <p:txBody>
          <a:bodyPr/>
          <a:lstStyle/>
          <a:p>
            <a:r>
              <a:rPr lang="zh-CN" altLang="en-US"/>
              <a:t>企业使命</a:t>
            </a:r>
          </a:p>
        </p:txBody>
      </p:sp>
      <p:sp>
        <p:nvSpPr>
          <p:cNvPr id="4" name="文本占位符 3"/>
          <p:cNvSpPr>
            <a:spLocks noGrp="1"/>
          </p:cNvSpPr>
          <p:nvPr>
            <p:ph type="body" sz="quarter" idx="12"/>
          </p:nvPr>
        </p:nvSpPr>
        <p:spPr/>
        <p:txBody>
          <a:bodyPr/>
          <a:lstStyle/>
          <a:p>
            <a:r>
              <a:rPr lang="zh-CN" altLang="en-US"/>
              <a:t>经营方针</a:t>
            </a:r>
          </a:p>
        </p:txBody>
      </p:sp>
      <p:sp>
        <p:nvSpPr>
          <p:cNvPr id="6" name="文本占位符 5"/>
          <p:cNvSpPr>
            <a:spLocks noGrp="1"/>
          </p:cNvSpPr>
          <p:nvPr>
            <p:ph type="body" sz="quarter" idx="13"/>
          </p:nvPr>
        </p:nvSpPr>
        <p:spPr/>
        <p:txBody>
          <a:bodyPr/>
          <a:lstStyle/>
          <a:p>
            <a:r>
              <a:rPr lang="zh-CN" altLang="en-US"/>
              <a:t>经营理念</a:t>
            </a:r>
          </a:p>
        </p:txBody>
      </p:sp>
      <p:sp>
        <p:nvSpPr>
          <p:cNvPr id="7" name="文本占位符 6"/>
          <p:cNvSpPr>
            <a:spLocks noGrp="1"/>
          </p:cNvSpPr>
          <p:nvPr>
            <p:ph type="body" sz="quarter" idx="14"/>
          </p:nvPr>
        </p:nvSpPr>
        <p:spPr/>
        <p:txBody>
          <a:bodyPr/>
          <a:lstStyle/>
          <a:p>
            <a:r>
              <a:rPr lang="zh-CN" altLang="en-US">
                <a:cs typeface="+mn-ea"/>
                <a:sym typeface="+mn-lt"/>
              </a:rPr>
              <a:t>企业文化</a:t>
            </a:r>
          </a:p>
        </p:txBody>
      </p:sp>
      <p:sp>
        <p:nvSpPr>
          <p:cNvPr id="8" name="文本占位符 7"/>
          <p:cNvSpPr>
            <a:spLocks noGrp="1"/>
          </p:cNvSpPr>
          <p:nvPr>
            <p:ph type="body" sz="quarter" idx="15"/>
          </p:nvPr>
        </p:nvSpPr>
        <p:spPr/>
        <p:txBody>
          <a:bodyPr/>
          <a:lstStyle/>
          <a:p>
            <a:r>
              <a:rPr lang="en-US" altLang="zh-CN" dirty="0">
                <a:latin typeface="+mn-ea"/>
                <a:cs typeface="+mn-ea"/>
                <a:sym typeface="+mn-lt"/>
              </a:rPr>
              <a:t>COMPANY CULTRUE</a:t>
            </a:r>
            <a:endParaRPr lang="zh-CN" altLang="en-US">
              <a:latin typeface="+mn-ea"/>
              <a:cs typeface="+mn-ea"/>
              <a:sym typeface="+mn-lt"/>
            </a:endParaRPr>
          </a:p>
        </p:txBody>
      </p:sp>
    </p:spTree>
    <p:extLst>
      <p:ext uri="{BB962C8B-B14F-4D97-AF65-F5344CB8AC3E}">
        <p14:creationId xmlns:p14="http://schemas.microsoft.com/office/powerpoint/2010/main" val="114778663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企业责任</a:t>
            </a:r>
          </a:p>
        </p:txBody>
      </p:sp>
      <p:sp>
        <p:nvSpPr>
          <p:cNvPr id="35" name="千图PPT彼岸天：ID 8661124库_任意多边形 31">
            <a:extLst>
              <a:ext uri="{FF2B5EF4-FFF2-40B4-BE49-F238E27FC236}">
                <a16:creationId xmlns:a16="http://schemas.microsoft.com/office/drawing/2014/main" id="{E8898AAA-B77E-42B1-A009-053D754A5CFF}"/>
              </a:ext>
            </a:extLst>
          </p:cNvPr>
          <p:cNvSpPr/>
          <p:nvPr>
            <p:custDataLst>
              <p:tags r:id="rId1"/>
            </p:custDataLst>
          </p:nvPr>
        </p:nvSpPr>
        <p:spPr bwMode="auto">
          <a:xfrm>
            <a:off x="4822262" y="2106842"/>
            <a:ext cx="2606584" cy="2594250"/>
          </a:xfrm>
          <a:custGeom>
            <a:avLst/>
            <a:gdLst>
              <a:gd name="T0" fmla="*/ 569 w 713"/>
              <a:gd name="T1" fmla="*/ 74 h 709"/>
              <a:gd name="T2" fmla="*/ 571 w 713"/>
              <a:gd name="T3" fmla="*/ 89 h 709"/>
              <a:gd name="T4" fmla="*/ 555 w 713"/>
              <a:gd name="T5" fmla="*/ 92 h 709"/>
              <a:gd name="T6" fmla="*/ 379 w 713"/>
              <a:gd name="T7" fmla="*/ 24 h 709"/>
              <a:gd name="T8" fmla="*/ 358 w 713"/>
              <a:gd name="T9" fmla="*/ 23 h 709"/>
              <a:gd name="T10" fmla="*/ 358 w 713"/>
              <a:gd name="T11" fmla="*/ 1 h 709"/>
              <a:gd name="T12" fmla="*/ 380 w 713"/>
              <a:gd name="T13" fmla="*/ 2 h 709"/>
              <a:gd name="T14" fmla="*/ 569 w 713"/>
              <a:gd name="T15" fmla="*/ 74 h 709"/>
              <a:gd name="T16" fmla="*/ 358 w 713"/>
              <a:gd name="T17" fmla="*/ 708 h 709"/>
              <a:gd name="T18" fmla="*/ 358 w 713"/>
              <a:gd name="T19" fmla="*/ 686 h 709"/>
              <a:gd name="T20" fmla="*/ 470 w 713"/>
              <a:gd name="T21" fmla="*/ 664 h 709"/>
              <a:gd name="T22" fmla="*/ 634 w 713"/>
              <a:gd name="T23" fmla="*/ 531 h 709"/>
              <a:gd name="T24" fmla="*/ 683 w 713"/>
              <a:gd name="T25" fmla="*/ 322 h 709"/>
              <a:gd name="T26" fmla="*/ 694 w 713"/>
              <a:gd name="T27" fmla="*/ 310 h 709"/>
              <a:gd name="T28" fmla="*/ 706 w 713"/>
              <a:gd name="T29" fmla="*/ 320 h 709"/>
              <a:gd name="T30" fmla="*/ 653 w 713"/>
              <a:gd name="T31" fmla="*/ 544 h 709"/>
              <a:gd name="T32" fmla="*/ 478 w 713"/>
              <a:gd name="T33" fmla="*/ 686 h 709"/>
              <a:gd name="T34" fmla="*/ 358 w 713"/>
              <a:gd name="T35" fmla="*/ 708 h 709"/>
              <a:gd name="T36" fmla="*/ 358 w 713"/>
              <a:gd name="T37" fmla="*/ 23 h 709"/>
              <a:gd name="T38" fmla="*/ 218 w 713"/>
              <a:gd name="T39" fmla="*/ 53 h 709"/>
              <a:gd name="T40" fmla="*/ 90 w 713"/>
              <a:gd name="T41" fmla="*/ 154 h 709"/>
              <a:gd name="T42" fmla="*/ 24 w 713"/>
              <a:gd name="T43" fmla="*/ 331 h 709"/>
              <a:gd name="T44" fmla="*/ 24 w 713"/>
              <a:gd name="T45" fmla="*/ 331 h 709"/>
              <a:gd name="T46" fmla="*/ 24 w 713"/>
              <a:gd name="T47" fmla="*/ 331 h 709"/>
              <a:gd name="T48" fmla="*/ 23 w 713"/>
              <a:gd name="T49" fmla="*/ 358 h 709"/>
              <a:gd name="T50" fmla="*/ 25 w 713"/>
              <a:gd name="T51" fmla="*/ 385 h 709"/>
              <a:gd name="T52" fmla="*/ 14 w 713"/>
              <a:gd name="T53" fmla="*/ 397 h 709"/>
              <a:gd name="T54" fmla="*/ 2 w 713"/>
              <a:gd name="T55" fmla="*/ 387 h 709"/>
              <a:gd name="T56" fmla="*/ 0 w 713"/>
              <a:gd name="T57" fmla="*/ 358 h 709"/>
              <a:gd name="T58" fmla="*/ 1 w 713"/>
              <a:gd name="T59" fmla="*/ 330 h 709"/>
              <a:gd name="T60" fmla="*/ 1 w 713"/>
              <a:gd name="T61" fmla="*/ 330 h 709"/>
              <a:gd name="T62" fmla="*/ 72 w 713"/>
              <a:gd name="T63" fmla="*/ 140 h 709"/>
              <a:gd name="T64" fmla="*/ 209 w 713"/>
              <a:gd name="T65" fmla="*/ 32 h 709"/>
              <a:gd name="T66" fmla="*/ 358 w 713"/>
              <a:gd name="T67" fmla="*/ 1 h 709"/>
              <a:gd name="T68" fmla="*/ 358 w 713"/>
              <a:gd name="T69" fmla="*/ 23 h 709"/>
              <a:gd name="T70" fmla="*/ 358 w 713"/>
              <a:gd name="T71" fmla="*/ 686 h 709"/>
              <a:gd name="T72" fmla="*/ 358 w 713"/>
              <a:gd name="T73" fmla="*/ 708 h 709"/>
              <a:gd name="T74" fmla="*/ 299 w 713"/>
              <a:gd name="T75" fmla="*/ 704 h 709"/>
              <a:gd name="T76" fmla="*/ 148 w 713"/>
              <a:gd name="T77" fmla="*/ 639 h 709"/>
              <a:gd name="T78" fmla="*/ 146 w 713"/>
              <a:gd name="T79" fmla="*/ 623 h 709"/>
              <a:gd name="T80" fmla="*/ 162 w 713"/>
              <a:gd name="T81" fmla="*/ 621 h 709"/>
              <a:gd name="T82" fmla="*/ 302 w 713"/>
              <a:gd name="T83" fmla="*/ 681 h 709"/>
              <a:gd name="T84" fmla="*/ 358 w 713"/>
              <a:gd name="T85" fmla="*/ 686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13" h="709">
                <a:moveTo>
                  <a:pt x="569" y="74"/>
                </a:moveTo>
                <a:cubicBezTo>
                  <a:pt x="574" y="77"/>
                  <a:pt x="575" y="84"/>
                  <a:pt x="571" y="89"/>
                </a:cubicBezTo>
                <a:cubicBezTo>
                  <a:pt x="567" y="94"/>
                  <a:pt x="560" y="95"/>
                  <a:pt x="555" y="92"/>
                </a:cubicBezTo>
                <a:cubicBezTo>
                  <a:pt x="501" y="50"/>
                  <a:pt x="440" y="29"/>
                  <a:pt x="379" y="24"/>
                </a:cubicBezTo>
                <a:cubicBezTo>
                  <a:pt x="372" y="24"/>
                  <a:pt x="365" y="24"/>
                  <a:pt x="358" y="23"/>
                </a:cubicBezTo>
                <a:cubicBezTo>
                  <a:pt x="358" y="1"/>
                  <a:pt x="358" y="1"/>
                  <a:pt x="358" y="1"/>
                </a:cubicBezTo>
                <a:cubicBezTo>
                  <a:pt x="366" y="1"/>
                  <a:pt x="373" y="1"/>
                  <a:pt x="380" y="2"/>
                </a:cubicBezTo>
                <a:cubicBezTo>
                  <a:pt x="445" y="6"/>
                  <a:pt x="511" y="29"/>
                  <a:pt x="569" y="74"/>
                </a:cubicBezTo>
                <a:close/>
                <a:moveTo>
                  <a:pt x="358" y="708"/>
                </a:moveTo>
                <a:cubicBezTo>
                  <a:pt x="358" y="686"/>
                  <a:pt x="358" y="686"/>
                  <a:pt x="358" y="686"/>
                </a:cubicBezTo>
                <a:cubicBezTo>
                  <a:pt x="395" y="685"/>
                  <a:pt x="432" y="678"/>
                  <a:pt x="470" y="664"/>
                </a:cubicBezTo>
                <a:cubicBezTo>
                  <a:pt x="542" y="637"/>
                  <a:pt x="598" y="590"/>
                  <a:pt x="634" y="531"/>
                </a:cubicBezTo>
                <a:cubicBezTo>
                  <a:pt x="673" y="469"/>
                  <a:pt x="690" y="395"/>
                  <a:pt x="683" y="322"/>
                </a:cubicBezTo>
                <a:cubicBezTo>
                  <a:pt x="683" y="316"/>
                  <a:pt x="687" y="311"/>
                  <a:pt x="694" y="310"/>
                </a:cubicBezTo>
                <a:cubicBezTo>
                  <a:pt x="700" y="310"/>
                  <a:pt x="705" y="314"/>
                  <a:pt x="706" y="320"/>
                </a:cubicBezTo>
                <a:cubicBezTo>
                  <a:pt x="713" y="398"/>
                  <a:pt x="695" y="477"/>
                  <a:pt x="653" y="544"/>
                </a:cubicBezTo>
                <a:cubicBezTo>
                  <a:pt x="614" y="606"/>
                  <a:pt x="555" y="657"/>
                  <a:pt x="478" y="686"/>
                </a:cubicBezTo>
                <a:cubicBezTo>
                  <a:pt x="438" y="701"/>
                  <a:pt x="398" y="708"/>
                  <a:pt x="358" y="708"/>
                </a:cubicBezTo>
                <a:close/>
                <a:moveTo>
                  <a:pt x="358" y="23"/>
                </a:moveTo>
                <a:cubicBezTo>
                  <a:pt x="310" y="23"/>
                  <a:pt x="262" y="34"/>
                  <a:pt x="218" y="53"/>
                </a:cubicBezTo>
                <a:cubicBezTo>
                  <a:pt x="168" y="76"/>
                  <a:pt x="124" y="110"/>
                  <a:pt x="90" y="154"/>
                </a:cubicBezTo>
                <a:cubicBezTo>
                  <a:pt x="53" y="203"/>
                  <a:pt x="29" y="263"/>
                  <a:pt x="24" y="331"/>
                </a:cubicBezTo>
                <a:cubicBezTo>
                  <a:pt x="24" y="331"/>
                  <a:pt x="24" y="331"/>
                  <a:pt x="24" y="331"/>
                </a:cubicBezTo>
                <a:cubicBezTo>
                  <a:pt x="24" y="331"/>
                  <a:pt x="24" y="331"/>
                  <a:pt x="24" y="331"/>
                </a:cubicBezTo>
                <a:cubicBezTo>
                  <a:pt x="23" y="340"/>
                  <a:pt x="23" y="349"/>
                  <a:pt x="23" y="358"/>
                </a:cubicBezTo>
                <a:cubicBezTo>
                  <a:pt x="23" y="367"/>
                  <a:pt x="24" y="376"/>
                  <a:pt x="25" y="385"/>
                </a:cubicBezTo>
                <a:cubicBezTo>
                  <a:pt x="25" y="391"/>
                  <a:pt x="20" y="396"/>
                  <a:pt x="14" y="397"/>
                </a:cubicBezTo>
                <a:cubicBezTo>
                  <a:pt x="8" y="398"/>
                  <a:pt x="2" y="393"/>
                  <a:pt x="2" y="387"/>
                </a:cubicBezTo>
                <a:cubicBezTo>
                  <a:pt x="1" y="377"/>
                  <a:pt x="1" y="368"/>
                  <a:pt x="0" y="358"/>
                </a:cubicBezTo>
                <a:cubicBezTo>
                  <a:pt x="0" y="349"/>
                  <a:pt x="1" y="339"/>
                  <a:pt x="1" y="330"/>
                </a:cubicBezTo>
                <a:cubicBezTo>
                  <a:pt x="1" y="330"/>
                  <a:pt x="1" y="330"/>
                  <a:pt x="1" y="330"/>
                </a:cubicBezTo>
                <a:cubicBezTo>
                  <a:pt x="6" y="256"/>
                  <a:pt x="32" y="192"/>
                  <a:pt x="72" y="140"/>
                </a:cubicBezTo>
                <a:cubicBezTo>
                  <a:pt x="108" y="93"/>
                  <a:pt x="156" y="56"/>
                  <a:pt x="209" y="32"/>
                </a:cubicBezTo>
                <a:cubicBezTo>
                  <a:pt x="256" y="11"/>
                  <a:pt x="307" y="0"/>
                  <a:pt x="358" y="1"/>
                </a:cubicBezTo>
                <a:cubicBezTo>
                  <a:pt x="358" y="23"/>
                  <a:pt x="358" y="23"/>
                  <a:pt x="358" y="23"/>
                </a:cubicBezTo>
                <a:close/>
                <a:moveTo>
                  <a:pt x="358" y="686"/>
                </a:moveTo>
                <a:cubicBezTo>
                  <a:pt x="358" y="708"/>
                  <a:pt x="358" y="708"/>
                  <a:pt x="358" y="708"/>
                </a:cubicBezTo>
                <a:cubicBezTo>
                  <a:pt x="338" y="709"/>
                  <a:pt x="318" y="707"/>
                  <a:pt x="299" y="704"/>
                </a:cubicBezTo>
                <a:cubicBezTo>
                  <a:pt x="237" y="694"/>
                  <a:pt x="195" y="676"/>
                  <a:pt x="148" y="639"/>
                </a:cubicBezTo>
                <a:cubicBezTo>
                  <a:pt x="143" y="635"/>
                  <a:pt x="142" y="627"/>
                  <a:pt x="146" y="623"/>
                </a:cubicBezTo>
                <a:cubicBezTo>
                  <a:pt x="150" y="618"/>
                  <a:pt x="157" y="617"/>
                  <a:pt x="162" y="621"/>
                </a:cubicBezTo>
                <a:cubicBezTo>
                  <a:pt x="206" y="656"/>
                  <a:pt x="245" y="672"/>
                  <a:pt x="302" y="681"/>
                </a:cubicBezTo>
                <a:cubicBezTo>
                  <a:pt x="321" y="684"/>
                  <a:pt x="339" y="686"/>
                  <a:pt x="358" y="686"/>
                </a:cubicBezTo>
                <a:close/>
              </a:path>
            </a:pathLst>
          </a:custGeom>
          <a:solidFill>
            <a:schemeClr val="tx1">
              <a:lumMod val="20000"/>
              <a:lumOff val="80000"/>
            </a:schemeClr>
          </a:solidFill>
          <a:ln>
            <a:noFill/>
          </a:ln>
        </p:spPr>
        <p:txBody>
          <a:bodyPr anchor="ctr"/>
          <a:lstStyle/>
          <a:p>
            <a:pPr algn="ctr"/>
            <a:endParaRPr dirty="0"/>
          </a:p>
        </p:txBody>
      </p:sp>
      <p:sp>
        <p:nvSpPr>
          <p:cNvPr id="36" name="千图PPT彼岸天：ID 8661124库_任意多边形 32">
            <a:extLst>
              <a:ext uri="{FF2B5EF4-FFF2-40B4-BE49-F238E27FC236}">
                <a16:creationId xmlns:a16="http://schemas.microsoft.com/office/drawing/2014/main" id="{50B15BB8-3B1C-4FBD-8EF7-419EFAC2055E}"/>
              </a:ext>
            </a:extLst>
          </p:cNvPr>
          <p:cNvSpPr/>
          <p:nvPr>
            <p:custDataLst>
              <p:tags r:id="rId2"/>
            </p:custDataLst>
          </p:nvPr>
        </p:nvSpPr>
        <p:spPr>
          <a:xfrm>
            <a:off x="5548757" y="2797726"/>
            <a:ext cx="1153594" cy="932804"/>
          </a:xfrm>
          <a:custGeom>
            <a:avLst/>
            <a:gdLst>
              <a:gd name="connsiteX0" fmla="*/ 0 w 331788"/>
              <a:gd name="connsiteY0" fmla="*/ 255587 h 268287"/>
              <a:gd name="connsiteX1" fmla="*/ 331788 w 331788"/>
              <a:gd name="connsiteY1" fmla="*/ 255587 h 268287"/>
              <a:gd name="connsiteX2" fmla="*/ 331788 w 331788"/>
              <a:gd name="connsiteY2" fmla="*/ 268287 h 268287"/>
              <a:gd name="connsiteX3" fmla="*/ 0 w 331788"/>
              <a:gd name="connsiteY3" fmla="*/ 268287 h 268287"/>
              <a:gd name="connsiteX4" fmla="*/ 76201 w 331788"/>
              <a:gd name="connsiteY4" fmla="*/ 207962 h 268287"/>
              <a:gd name="connsiteX5" fmla="*/ 82551 w 331788"/>
              <a:gd name="connsiteY5" fmla="*/ 207962 h 268287"/>
              <a:gd name="connsiteX6" fmla="*/ 82551 w 331788"/>
              <a:gd name="connsiteY6" fmla="*/ 247650 h 268287"/>
              <a:gd name="connsiteX7" fmla="*/ 55563 w 331788"/>
              <a:gd name="connsiteY7" fmla="*/ 247650 h 268287"/>
              <a:gd name="connsiteX8" fmla="*/ 55563 w 331788"/>
              <a:gd name="connsiteY8" fmla="*/ 227012 h 268287"/>
              <a:gd name="connsiteX9" fmla="*/ 115888 w 331788"/>
              <a:gd name="connsiteY9" fmla="*/ 168275 h 268287"/>
              <a:gd name="connsiteX10" fmla="*/ 127168 w 331788"/>
              <a:gd name="connsiteY10" fmla="*/ 168275 h 268287"/>
              <a:gd name="connsiteX11" fmla="*/ 139701 w 331788"/>
              <a:gd name="connsiteY11" fmla="*/ 170835 h 268287"/>
              <a:gd name="connsiteX12" fmla="*/ 139701 w 331788"/>
              <a:gd name="connsiteY12" fmla="*/ 247650 h 268287"/>
              <a:gd name="connsiteX13" fmla="*/ 115888 w 331788"/>
              <a:gd name="connsiteY13" fmla="*/ 247650 h 268287"/>
              <a:gd name="connsiteX14" fmla="*/ 198438 w 331788"/>
              <a:gd name="connsiteY14" fmla="*/ 155575 h 268287"/>
              <a:gd name="connsiteX15" fmla="*/ 198438 w 331788"/>
              <a:gd name="connsiteY15" fmla="*/ 247650 h 268287"/>
              <a:gd name="connsiteX16" fmla="*/ 173038 w 331788"/>
              <a:gd name="connsiteY16" fmla="*/ 247650 h 268287"/>
              <a:gd name="connsiteX17" fmla="*/ 173038 w 331788"/>
              <a:gd name="connsiteY17" fmla="*/ 168363 h 268287"/>
              <a:gd name="connsiteX18" fmla="*/ 198438 w 331788"/>
              <a:gd name="connsiteY18" fmla="*/ 155575 h 268287"/>
              <a:gd name="connsiteX19" fmla="*/ 149226 w 331788"/>
              <a:gd name="connsiteY19" fmla="*/ 41376 h 268287"/>
              <a:gd name="connsiteX20" fmla="*/ 114947 w 331788"/>
              <a:gd name="connsiteY20" fmla="*/ 55968 h 268287"/>
              <a:gd name="connsiteX21" fmla="*/ 114947 w 331788"/>
              <a:gd name="connsiteY21" fmla="*/ 123418 h 268287"/>
              <a:gd name="connsiteX22" fmla="*/ 183504 w 331788"/>
              <a:gd name="connsiteY22" fmla="*/ 123418 h 268287"/>
              <a:gd name="connsiteX23" fmla="*/ 183504 w 331788"/>
              <a:gd name="connsiteY23" fmla="*/ 55968 h 268287"/>
              <a:gd name="connsiteX24" fmla="*/ 149226 w 331788"/>
              <a:gd name="connsiteY24" fmla="*/ 41376 h 268287"/>
              <a:gd name="connsiteX25" fmla="*/ 228600 w 331788"/>
              <a:gd name="connsiteY25" fmla="*/ 39687 h 268287"/>
              <a:gd name="connsiteX26" fmla="*/ 254000 w 331788"/>
              <a:gd name="connsiteY26" fmla="*/ 39687 h 268287"/>
              <a:gd name="connsiteX27" fmla="*/ 254000 w 331788"/>
              <a:gd name="connsiteY27" fmla="*/ 247650 h 268287"/>
              <a:gd name="connsiteX28" fmla="*/ 228600 w 331788"/>
              <a:gd name="connsiteY28" fmla="*/ 247650 h 268287"/>
              <a:gd name="connsiteX29" fmla="*/ 228600 w 331788"/>
              <a:gd name="connsiteY29" fmla="*/ 110730 h 268287"/>
              <a:gd name="connsiteX30" fmla="*/ 231140 w 331788"/>
              <a:gd name="connsiteY30" fmla="*/ 90063 h 268287"/>
              <a:gd name="connsiteX31" fmla="*/ 228600 w 331788"/>
              <a:gd name="connsiteY31" fmla="*/ 69396 h 268287"/>
              <a:gd name="connsiteX32" fmla="*/ 228600 w 331788"/>
              <a:gd name="connsiteY32" fmla="*/ 39687 h 268287"/>
              <a:gd name="connsiteX33" fmla="*/ 149707 w 331788"/>
              <a:gd name="connsiteY33" fmla="*/ 22312 h 268287"/>
              <a:gd name="connsiteX34" fmla="*/ 196764 w 331788"/>
              <a:gd name="connsiteY34" fmla="*/ 41623 h 268287"/>
              <a:gd name="connsiteX35" fmla="*/ 196764 w 331788"/>
              <a:gd name="connsiteY35" fmla="*/ 136893 h 268287"/>
              <a:gd name="connsiteX36" fmla="*/ 109096 w 331788"/>
              <a:gd name="connsiteY36" fmla="*/ 143330 h 268287"/>
              <a:gd name="connsiteX37" fmla="*/ 97492 w 331788"/>
              <a:gd name="connsiteY37" fmla="*/ 154917 h 268287"/>
              <a:gd name="connsiteX38" fmla="*/ 93625 w 331788"/>
              <a:gd name="connsiteY38" fmla="*/ 170366 h 268287"/>
              <a:gd name="connsiteX39" fmla="*/ 43344 w 331788"/>
              <a:gd name="connsiteY39" fmla="*/ 220576 h 268287"/>
              <a:gd name="connsiteX40" fmla="*/ 18848 w 331788"/>
              <a:gd name="connsiteY40" fmla="*/ 220576 h 268287"/>
              <a:gd name="connsiteX41" fmla="*/ 18848 w 331788"/>
              <a:gd name="connsiteY41" fmla="*/ 196115 h 268287"/>
              <a:gd name="connsiteX42" fmla="*/ 67840 w 331788"/>
              <a:gd name="connsiteY42" fmla="*/ 145905 h 268287"/>
              <a:gd name="connsiteX43" fmla="*/ 84600 w 331788"/>
              <a:gd name="connsiteY43" fmla="*/ 140755 h 268287"/>
              <a:gd name="connsiteX44" fmla="*/ 96203 w 331788"/>
              <a:gd name="connsiteY44" fmla="*/ 129168 h 268287"/>
              <a:gd name="connsiteX45" fmla="*/ 102649 w 331788"/>
              <a:gd name="connsiteY45" fmla="*/ 41623 h 268287"/>
              <a:gd name="connsiteX46" fmla="*/ 149707 w 331788"/>
              <a:gd name="connsiteY46" fmla="*/ 22312 h 268287"/>
              <a:gd name="connsiteX47" fmla="*/ 280988 w 331788"/>
              <a:gd name="connsiteY47" fmla="*/ 0 h 268287"/>
              <a:gd name="connsiteX48" fmla="*/ 306388 w 331788"/>
              <a:gd name="connsiteY48" fmla="*/ 0 h 268287"/>
              <a:gd name="connsiteX49" fmla="*/ 306388 w 331788"/>
              <a:gd name="connsiteY49" fmla="*/ 247650 h 268287"/>
              <a:gd name="connsiteX50" fmla="*/ 280988 w 331788"/>
              <a:gd name="connsiteY50" fmla="*/ 247650 h 268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31788" h="268287">
                <a:moveTo>
                  <a:pt x="0" y="255587"/>
                </a:moveTo>
                <a:lnTo>
                  <a:pt x="331788" y="255587"/>
                </a:lnTo>
                <a:lnTo>
                  <a:pt x="331788" y="268287"/>
                </a:lnTo>
                <a:lnTo>
                  <a:pt x="0" y="268287"/>
                </a:lnTo>
                <a:close/>
                <a:moveTo>
                  <a:pt x="76201" y="207962"/>
                </a:moveTo>
                <a:lnTo>
                  <a:pt x="82551" y="207962"/>
                </a:lnTo>
                <a:lnTo>
                  <a:pt x="82551" y="247650"/>
                </a:lnTo>
                <a:lnTo>
                  <a:pt x="55563" y="247650"/>
                </a:lnTo>
                <a:lnTo>
                  <a:pt x="55563" y="227012"/>
                </a:lnTo>
                <a:close/>
                <a:moveTo>
                  <a:pt x="115888" y="168275"/>
                </a:moveTo>
                <a:cubicBezTo>
                  <a:pt x="115888" y="168275"/>
                  <a:pt x="115888" y="168275"/>
                  <a:pt x="127168" y="168275"/>
                </a:cubicBezTo>
                <a:cubicBezTo>
                  <a:pt x="130928" y="169555"/>
                  <a:pt x="135941" y="170835"/>
                  <a:pt x="139701" y="170835"/>
                </a:cubicBezTo>
                <a:cubicBezTo>
                  <a:pt x="139701" y="170835"/>
                  <a:pt x="139701" y="170835"/>
                  <a:pt x="139701" y="247650"/>
                </a:cubicBezTo>
                <a:cubicBezTo>
                  <a:pt x="139701" y="247650"/>
                  <a:pt x="139701" y="247650"/>
                  <a:pt x="115888" y="247650"/>
                </a:cubicBezTo>
                <a:close/>
                <a:moveTo>
                  <a:pt x="198438" y="155575"/>
                </a:moveTo>
                <a:cubicBezTo>
                  <a:pt x="198438" y="155575"/>
                  <a:pt x="198438" y="155575"/>
                  <a:pt x="198438" y="247650"/>
                </a:cubicBezTo>
                <a:cubicBezTo>
                  <a:pt x="198438" y="247650"/>
                  <a:pt x="198438" y="247650"/>
                  <a:pt x="173038" y="247650"/>
                </a:cubicBezTo>
                <a:lnTo>
                  <a:pt x="173038" y="168363"/>
                </a:lnTo>
                <a:cubicBezTo>
                  <a:pt x="181928" y="165805"/>
                  <a:pt x="190818" y="161969"/>
                  <a:pt x="198438" y="155575"/>
                </a:cubicBezTo>
                <a:close/>
                <a:moveTo>
                  <a:pt x="149226" y="41376"/>
                </a:moveTo>
                <a:cubicBezTo>
                  <a:pt x="136937" y="41376"/>
                  <a:pt x="124649" y="46240"/>
                  <a:pt x="114947" y="55968"/>
                </a:cubicBezTo>
                <a:cubicBezTo>
                  <a:pt x="96838" y="74128"/>
                  <a:pt x="96838" y="105259"/>
                  <a:pt x="114947" y="123418"/>
                </a:cubicBezTo>
                <a:cubicBezTo>
                  <a:pt x="134350" y="142875"/>
                  <a:pt x="164101" y="142875"/>
                  <a:pt x="183504" y="123418"/>
                </a:cubicBezTo>
                <a:cubicBezTo>
                  <a:pt x="201613" y="105259"/>
                  <a:pt x="201613" y="74128"/>
                  <a:pt x="183504" y="55968"/>
                </a:cubicBezTo>
                <a:cubicBezTo>
                  <a:pt x="173803" y="46240"/>
                  <a:pt x="161514" y="41376"/>
                  <a:pt x="149226" y="41376"/>
                </a:cubicBezTo>
                <a:close/>
                <a:moveTo>
                  <a:pt x="228600" y="39687"/>
                </a:moveTo>
                <a:cubicBezTo>
                  <a:pt x="228600" y="39687"/>
                  <a:pt x="228600" y="39687"/>
                  <a:pt x="254000" y="39687"/>
                </a:cubicBezTo>
                <a:lnTo>
                  <a:pt x="254000" y="247650"/>
                </a:lnTo>
                <a:cubicBezTo>
                  <a:pt x="254000" y="247650"/>
                  <a:pt x="254000" y="247650"/>
                  <a:pt x="228600" y="247650"/>
                </a:cubicBezTo>
                <a:cubicBezTo>
                  <a:pt x="228600" y="247650"/>
                  <a:pt x="228600" y="247650"/>
                  <a:pt x="228600" y="110730"/>
                </a:cubicBezTo>
                <a:cubicBezTo>
                  <a:pt x="231140" y="104272"/>
                  <a:pt x="231140" y="96521"/>
                  <a:pt x="231140" y="90063"/>
                </a:cubicBezTo>
                <a:cubicBezTo>
                  <a:pt x="231140" y="83604"/>
                  <a:pt x="231140" y="75854"/>
                  <a:pt x="228600" y="69396"/>
                </a:cubicBezTo>
                <a:cubicBezTo>
                  <a:pt x="228600" y="69396"/>
                  <a:pt x="228600" y="69396"/>
                  <a:pt x="228600" y="39687"/>
                </a:cubicBezTo>
                <a:close/>
                <a:moveTo>
                  <a:pt x="149707" y="22312"/>
                </a:moveTo>
                <a:cubicBezTo>
                  <a:pt x="166789" y="22312"/>
                  <a:pt x="183872" y="28749"/>
                  <a:pt x="196764" y="41623"/>
                </a:cubicBezTo>
                <a:cubicBezTo>
                  <a:pt x="223838" y="68659"/>
                  <a:pt x="223838" y="111144"/>
                  <a:pt x="196764" y="136893"/>
                </a:cubicBezTo>
                <a:cubicBezTo>
                  <a:pt x="173558" y="161354"/>
                  <a:pt x="136170" y="162641"/>
                  <a:pt x="109096" y="143330"/>
                </a:cubicBezTo>
                <a:cubicBezTo>
                  <a:pt x="109096" y="143330"/>
                  <a:pt x="109096" y="143330"/>
                  <a:pt x="97492" y="154917"/>
                </a:cubicBezTo>
                <a:cubicBezTo>
                  <a:pt x="98782" y="160067"/>
                  <a:pt x="97492" y="166504"/>
                  <a:pt x="93625" y="170366"/>
                </a:cubicBezTo>
                <a:cubicBezTo>
                  <a:pt x="93625" y="170366"/>
                  <a:pt x="93625" y="170366"/>
                  <a:pt x="43344" y="220576"/>
                </a:cubicBezTo>
                <a:cubicBezTo>
                  <a:pt x="35608" y="227013"/>
                  <a:pt x="25295" y="227013"/>
                  <a:pt x="18848" y="220576"/>
                </a:cubicBezTo>
                <a:cubicBezTo>
                  <a:pt x="11113" y="214139"/>
                  <a:pt x="11113" y="202552"/>
                  <a:pt x="18848" y="196115"/>
                </a:cubicBezTo>
                <a:cubicBezTo>
                  <a:pt x="18848" y="196115"/>
                  <a:pt x="18848" y="196115"/>
                  <a:pt x="67840" y="145905"/>
                </a:cubicBezTo>
                <a:cubicBezTo>
                  <a:pt x="72997" y="142043"/>
                  <a:pt x="78154" y="140755"/>
                  <a:pt x="84600" y="140755"/>
                </a:cubicBezTo>
                <a:cubicBezTo>
                  <a:pt x="84600" y="140755"/>
                  <a:pt x="84600" y="140755"/>
                  <a:pt x="96203" y="129168"/>
                </a:cubicBezTo>
                <a:cubicBezTo>
                  <a:pt x="75575" y="103420"/>
                  <a:pt x="78154" y="66084"/>
                  <a:pt x="102649" y="41623"/>
                </a:cubicBezTo>
                <a:cubicBezTo>
                  <a:pt x="115542" y="28749"/>
                  <a:pt x="132624" y="22312"/>
                  <a:pt x="149707" y="22312"/>
                </a:cubicBezTo>
                <a:close/>
                <a:moveTo>
                  <a:pt x="280988" y="0"/>
                </a:moveTo>
                <a:lnTo>
                  <a:pt x="306388" y="0"/>
                </a:lnTo>
                <a:lnTo>
                  <a:pt x="306388" y="247650"/>
                </a:lnTo>
                <a:lnTo>
                  <a:pt x="280988" y="24765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37" name="千图PPT彼岸天：ID 8661124库_矩形 33">
            <a:extLst>
              <a:ext uri="{FF2B5EF4-FFF2-40B4-BE49-F238E27FC236}">
                <a16:creationId xmlns:a16="http://schemas.microsoft.com/office/drawing/2014/main" id="{D3EC091E-BB22-4A04-9497-C512F4F2D720}"/>
              </a:ext>
            </a:extLst>
          </p:cNvPr>
          <p:cNvSpPr/>
          <p:nvPr>
            <p:custDataLst>
              <p:tags r:id="rId3"/>
            </p:custDataLst>
          </p:nvPr>
        </p:nvSpPr>
        <p:spPr>
          <a:xfrm>
            <a:off x="5686972" y="3802647"/>
            <a:ext cx="877164" cy="369332"/>
          </a:xfrm>
          <a:prstGeom prst="rect">
            <a:avLst/>
          </a:prstGeom>
        </p:spPr>
        <p:txBody>
          <a:bodyPr wrap="none">
            <a:spAutoFit/>
          </a:bodyPr>
          <a:lstStyle/>
          <a:p>
            <a:pPr algn="ctr"/>
            <a:r>
              <a:rPr lang="zh-CN" altLang="en-US" b="1"/>
              <a:t>关键词</a:t>
            </a:r>
          </a:p>
        </p:txBody>
      </p:sp>
      <p:sp>
        <p:nvSpPr>
          <p:cNvPr id="38" name="千图PPT彼岸天：ID 8661124库_椭圆 34">
            <a:extLst>
              <a:ext uri="{FF2B5EF4-FFF2-40B4-BE49-F238E27FC236}">
                <a16:creationId xmlns:a16="http://schemas.microsoft.com/office/drawing/2014/main" id="{D1A86A7B-B1E5-4B7B-8A66-266B893D347A}"/>
              </a:ext>
            </a:extLst>
          </p:cNvPr>
          <p:cNvSpPr/>
          <p:nvPr>
            <p:custDataLst>
              <p:tags r:id="rId4"/>
            </p:custDataLst>
          </p:nvPr>
        </p:nvSpPr>
        <p:spPr>
          <a:xfrm>
            <a:off x="6832105" y="2431783"/>
            <a:ext cx="731886" cy="73188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39" name="千图PPT彼岸天：ID 8661124库_椭圆 35">
            <a:extLst>
              <a:ext uri="{FF2B5EF4-FFF2-40B4-BE49-F238E27FC236}">
                <a16:creationId xmlns:a16="http://schemas.microsoft.com/office/drawing/2014/main" id="{D0945D92-E9F2-4C81-8438-CDF966E8ACCE}"/>
              </a:ext>
            </a:extLst>
          </p:cNvPr>
          <p:cNvSpPr/>
          <p:nvPr>
            <p:custDataLst>
              <p:tags r:id="rId5"/>
            </p:custDataLst>
          </p:nvPr>
        </p:nvSpPr>
        <p:spPr>
          <a:xfrm>
            <a:off x="4628009" y="3677032"/>
            <a:ext cx="731886" cy="73188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40" name="千图PPT彼岸天：ID 8661124库_任意多边形 36">
            <a:extLst>
              <a:ext uri="{FF2B5EF4-FFF2-40B4-BE49-F238E27FC236}">
                <a16:creationId xmlns:a16="http://schemas.microsoft.com/office/drawing/2014/main" id="{489D4AB1-4DCF-4DC8-9F02-BCA71368B166}"/>
              </a:ext>
            </a:extLst>
          </p:cNvPr>
          <p:cNvSpPr/>
          <p:nvPr>
            <p:custDataLst>
              <p:tags r:id="rId6"/>
            </p:custDataLst>
          </p:nvPr>
        </p:nvSpPr>
        <p:spPr>
          <a:xfrm>
            <a:off x="6999213" y="2651844"/>
            <a:ext cx="400739" cy="297261"/>
          </a:xfrm>
          <a:custGeom>
            <a:avLst/>
            <a:gdLst>
              <a:gd name="connsiteX0" fmla="*/ 9246 w 338138"/>
              <a:gd name="connsiteY0" fmla="*/ 217487 h 250825"/>
              <a:gd name="connsiteX1" fmla="*/ 328892 w 338138"/>
              <a:gd name="connsiteY1" fmla="*/ 217487 h 250825"/>
              <a:gd name="connsiteX2" fmla="*/ 338138 w 338138"/>
              <a:gd name="connsiteY2" fmla="*/ 226822 h 250825"/>
              <a:gd name="connsiteX3" fmla="*/ 314363 w 338138"/>
              <a:gd name="connsiteY3" fmla="*/ 250825 h 250825"/>
              <a:gd name="connsiteX4" fmla="*/ 23775 w 338138"/>
              <a:gd name="connsiteY4" fmla="*/ 250825 h 250825"/>
              <a:gd name="connsiteX5" fmla="*/ 0 w 338138"/>
              <a:gd name="connsiteY5" fmla="*/ 226822 h 250825"/>
              <a:gd name="connsiteX6" fmla="*/ 9246 w 338138"/>
              <a:gd name="connsiteY6" fmla="*/ 217487 h 250825"/>
              <a:gd name="connsiteX7" fmla="*/ 100182 w 338138"/>
              <a:gd name="connsiteY7" fmla="*/ 100012 h 250825"/>
              <a:gd name="connsiteX8" fmla="*/ 123655 w 338138"/>
              <a:gd name="connsiteY8" fmla="*/ 100012 h 250825"/>
              <a:gd name="connsiteX9" fmla="*/ 130175 w 338138"/>
              <a:gd name="connsiteY9" fmla="*/ 106705 h 250825"/>
              <a:gd name="connsiteX10" fmla="*/ 130175 w 338138"/>
              <a:gd name="connsiteY10" fmla="*/ 161583 h 250825"/>
              <a:gd name="connsiteX11" fmla="*/ 123655 w 338138"/>
              <a:gd name="connsiteY11" fmla="*/ 168275 h 250825"/>
              <a:gd name="connsiteX12" fmla="*/ 100182 w 338138"/>
              <a:gd name="connsiteY12" fmla="*/ 168275 h 250825"/>
              <a:gd name="connsiteX13" fmla="*/ 93662 w 338138"/>
              <a:gd name="connsiteY13" fmla="*/ 161583 h 250825"/>
              <a:gd name="connsiteX14" fmla="*/ 93662 w 338138"/>
              <a:gd name="connsiteY14" fmla="*/ 106705 h 250825"/>
              <a:gd name="connsiteX15" fmla="*/ 100182 w 338138"/>
              <a:gd name="connsiteY15" fmla="*/ 100012 h 250825"/>
              <a:gd name="connsiteX16" fmla="*/ 157332 w 338138"/>
              <a:gd name="connsiteY16" fmla="*/ 77787 h 250825"/>
              <a:gd name="connsiteX17" fmla="*/ 180805 w 338138"/>
              <a:gd name="connsiteY17" fmla="*/ 77787 h 250825"/>
              <a:gd name="connsiteX18" fmla="*/ 187325 w 338138"/>
              <a:gd name="connsiteY18" fmla="*/ 84441 h 250825"/>
              <a:gd name="connsiteX19" fmla="*/ 187325 w 338138"/>
              <a:gd name="connsiteY19" fmla="*/ 161622 h 250825"/>
              <a:gd name="connsiteX20" fmla="*/ 180805 w 338138"/>
              <a:gd name="connsiteY20" fmla="*/ 168275 h 250825"/>
              <a:gd name="connsiteX21" fmla="*/ 157332 w 338138"/>
              <a:gd name="connsiteY21" fmla="*/ 168275 h 250825"/>
              <a:gd name="connsiteX22" fmla="*/ 150812 w 338138"/>
              <a:gd name="connsiteY22" fmla="*/ 161622 h 250825"/>
              <a:gd name="connsiteX23" fmla="*/ 150812 w 338138"/>
              <a:gd name="connsiteY23" fmla="*/ 84441 h 250825"/>
              <a:gd name="connsiteX24" fmla="*/ 157332 w 338138"/>
              <a:gd name="connsiteY24" fmla="*/ 77787 h 250825"/>
              <a:gd name="connsiteX25" fmla="*/ 216070 w 338138"/>
              <a:gd name="connsiteY25" fmla="*/ 49212 h 250825"/>
              <a:gd name="connsiteX26" fmla="*/ 239543 w 338138"/>
              <a:gd name="connsiteY26" fmla="*/ 49212 h 250825"/>
              <a:gd name="connsiteX27" fmla="*/ 246063 w 338138"/>
              <a:gd name="connsiteY27" fmla="*/ 55827 h 250825"/>
              <a:gd name="connsiteX28" fmla="*/ 246063 w 338138"/>
              <a:gd name="connsiteY28" fmla="*/ 161661 h 250825"/>
              <a:gd name="connsiteX29" fmla="*/ 239543 w 338138"/>
              <a:gd name="connsiteY29" fmla="*/ 168275 h 250825"/>
              <a:gd name="connsiteX30" fmla="*/ 216070 w 338138"/>
              <a:gd name="connsiteY30" fmla="*/ 168275 h 250825"/>
              <a:gd name="connsiteX31" fmla="*/ 209550 w 338138"/>
              <a:gd name="connsiteY31" fmla="*/ 161661 h 250825"/>
              <a:gd name="connsiteX32" fmla="*/ 209550 w 338138"/>
              <a:gd name="connsiteY32" fmla="*/ 55827 h 250825"/>
              <a:gd name="connsiteX33" fmla="*/ 216070 w 338138"/>
              <a:gd name="connsiteY33" fmla="*/ 49212 h 250825"/>
              <a:gd name="connsiteX34" fmla="*/ 53428 w 338138"/>
              <a:gd name="connsiteY34" fmla="*/ 22225 h 250825"/>
              <a:gd name="connsiteX35" fmla="*/ 50800 w 338138"/>
              <a:gd name="connsiteY35" fmla="*/ 24858 h 250825"/>
              <a:gd name="connsiteX36" fmla="*/ 50800 w 338138"/>
              <a:gd name="connsiteY36" fmla="*/ 182834 h 250825"/>
              <a:gd name="connsiteX37" fmla="*/ 53428 w 338138"/>
              <a:gd name="connsiteY37" fmla="*/ 184150 h 250825"/>
              <a:gd name="connsiteX38" fmla="*/ 284710 w 338138"/>
              <a:gd name="connsiteY38" fmla="*/ 184150 h 250825"/>
              <a:gd name="connsiteX39" fmla="*/ 287338 w 338138"/>
              <a:gd name="connsiteY39" fmla="*/ 182834 h 250825"/>
              <a:gd name="connsiteX40" fmla="*/ 287338 w 338138"/>
              <a:gd name="connsiteY40" fmla="*/ 24858 h 250825"/>
              <a:gd name="connsiteX41" fmla="*/ 284710 w 338138"/>
              <a:gd name="connsiteY41" fmla="*/ 22225 h 250825"/>
              <a:gd name="connsiteX42" fmla="*/ 53428 w 338138"/>
              <a:gd name="connsiteY42" fmla="*/ 22225 h 250825"/>
              <a:gd name="connsiteX43" fmla="*/ 53663 w 338138"/>
              <a:gd name="connsiteY43" fmla="*/ 0 h 250825"/>
              <a:gd name="connsiteX44" fmla="*/ 286062 w 338138"/>
              <a:gd name="connsiteY44" fmla="*/ 0 h 250825"/>
              <a:gd name="connsiteX45" fmla="*/ 311150 w 338138"/>
              <a:gd name="connsiteY45" fmla="*/ 25008 h 250825"/>
              <a:gd name="connsiteX46" fmla="*/ 311150 w 338138"/>
              <a:gd name="connsiteY46" fmla="*/ 182955 h 250825"/>
              <a:gd name="connsiteX47" fmla="*/ 286062 w 338138"/>
              <a:gd name="connsiteY47" fmla="*/ 207963 h 250825"/>
              <a:gd name="connsiteX48" fmla="*/ 53663 w 338138"/>
              <a:gd name="connsiteY48" fmla="*/ 207963 h 250825"/>
              <a:gd name="connsiteX49" fmla="*/ 28575 w 338138"/>
              <a:gd name="connsiteY49" fmla="*/ 182955 h 250825"/>
              <a:gd name="connsiteX50" fmla="*/ 28575 w 338138"/>
              <a:gd name="connsiteY50" fmla="*/ 25008 h 250825"/>
              <a:gd name="connsiteX51" fmla="*/ 53663 w 338138"/>
              <a:gd name="connsiteY51" fmla="*/ 0 h 25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38138" h="250825">
                <a:moveTo>
                  <a:pt x="9246" y="217487"/>
                </a:moveTo>
                <a:cubicBezTo>
                  <a:pt x="9246" y="217487"/>
                  <a:pt x="9246" y="217487"/>
                  <a:pt x="328892" y="217487"/>
                </a:cubicBezTo>
                <a:cubicBezTo>
                  <a:pt x="334176" y="217487"/>
                  <a:pt x="338138" y="221488"/>
                  <a:pt x="338138" y="226822"/>
                </a:cubicBezTo>
                <a:cubicBezTo>
                  <a:pt x="338138" y="240157"/>
                  <a:pt x="327571" y="250825"/>
                  <a:pt x="314363" y="250825"/>
                </a:cubicBezTo>
                <a:cubicBezTo>
                  <a:pt x="314363" y="250825"/>
                  <a:pt x="314363" y="250825"/>
                  <a:pt x="23775" y="250825"/>
                </a:cubicBezTo>
                <a:cubicBezTo>
                  <a:pt x="10567" y="250825"/>
                  <a:pt x="0" y="240157"/>
                  <a:pt x="0" y="226822"/>
                </a:cubicBezTo>
                <a:cubicBezTo>
                  <a:pt x="0" y="221488"/>
                  <a:pt x="3962" y="217487"/>
                  <a:pt x="9246" y="217487"/>
                </a:cubicBezTo>
                <a:close/>
                <a:moveTo>
                  <a:pt x="100182" y="100012"/>
                </a:moveTo>
                <a:cubicBezTo>
                  <a:pt x="100182" y="100012"/>
                  <a:pt x="100182" y="100012"/>
                  <a:pt x="123655" y="100012"/>
                </a:cubicBezTo>
                <a:cubicBezTo>
                  <a:pt x="127567" y="100012"/>
                  <a:pt x="130175" y="102689"/>
                  <a:pt x="130175" y="106705"/>
                </a:cubicBezTo>
                <a:cubicBezTo>
                  <a:pt x="130175" y="106705"/>
                  <a:pt x="130175" y="106705"/>
                  <a:pt x="130175" y="161583"/>
                </a:cubicBezTo>
                <a:cubicBezTo>
                  <a:pt x="130175" y="165598"/>
                  <a:pt x="127567" y="168275"/>
                  <a:pt x="123655" y="168275"/>
                </a:cubicBezTo>
                <a:cubicBezTo>
                  <a:pt x="123655" y="168275"/>
                  <a:pt x="123655" y="168275"/>
                  <a:pt x="100182" y="168275"/>
                </a:cubicBezTo>
                <a:cubicBezTo>
                  <a:pt x="96270" y="168275"/>
                  <a:pt x="93662" y="165598"/>
                  <a:pt x="93662" y="161583"/>
                </a:cubicBezTo>
                <a:cubicBezTo>
                  <a:pt x="93662" y="161583"/>
                  <a:pt x="93662" y="161583"/>
                  <a:pt x="93662" y="106705"/>
                </a:cubicBezTo>
                <a:cubicBezTo>
                  <a:pt x="93662" y="102689"/>
                  <a:pt x="96270" y="100012"/>
                  <a:pt x="100182" y="100012"/>
                </a:cubicBezTo>
                <a:close/>
                <a:moveTo>
                  <a:pt x="157332" y="77787"/>
                </a:moveTo>
                <a:cubicBezTo>
                  <a:pt x="157332" y="77787"/>
                  <a:pt x="157332" y="77787"/>
                  <a:pt x="180805" y="77787"/>
                </a:cubicBezTo>
                <a:cubicBezTo>
                  <a:pt x="184717" y="77787"/>
                  <a:pt x="187325" y="81779"/>
                  <a:pt x="187325" y="84441"/>
                </a:cubicBezTo>
                <a:cubicBezTo>
                  <a:pt x="187325" y="84441"/>
                  <a:pt x="187325" y="84441"/>
                  <a:pt x="187325" y="161622"/>
                </a:cubicBezTo>
                <a:cubicBezTo>
                  <a:pt x="187325" y="165614"/>
                  <a:pt x="184717" y="168275"/>
                  <a:pt x="180805" y="168275"/>
                </a:cubicBezTo>
                <a:cubicBezTo>
                  <a:pt x="180805" y="168275"/>
                  <a:pt x="180805" y="168275"/>
                  <a:pt x="157332" y="168275"/>
                </a:cubicBezTo>
                <a:cubicBezTo>
                  <a:pt x="153420" y="168275"/>
                  <a:pt x="150812" y="165614"/>
                  <a:pt x="150812" y="161622"/>
                </a:cubicBezTo>
                <a:cubicBezTo>
                  <a:pt x="150812" y="161622"/>
                  <a:pt x="150812" y="161622"/>
                  <a:pt x="150812" y="84441"/>
                </a:cubicBezTo>
                <a:cubicBezTo>
                  <a:pt x="150812" y="81779"/>
                  <a:pt x="153420" y="77787"/>
                  <a:pt x="157332" y="77787"/>
                </a:cubicBezTo>
                <a:close/>
                <a:moveTo>
                  <a:pt x="216070" y="49212"/>
                </a:moveTo>
                <a:cubicBezTo>
                  <a:pt x="216070" y="49212"/>
                  <a:pt x="216070" y="49212"/>
                  <a:pt x="239543" y="49212"/>
                </a:cubicBezTo>
                <a:cubicBezTo>
                  <a:pt x="243455" y="49212"/>
                  <a:pt x="246063" y="51858"/>
                  <a:pt x="246063" y="55827"/>
                </a:cubicBezTo>
                <a:cubicBezTo>
                  <a:pt x="246063" y="55827"/>
                  <a:pt x="246063" y="55827"/>
                  <a:pt x="246063" y="161661"/>
                </a:cubicBezTo>
                <a:cubicBezTo>
                  <a:pt x="246063" y="165629"/>
                  <a:pt x="243455" y="168275"/>
                  <a:pt x="239543" y="168275"/>
                </a:cubicBezTo>
                <a:cubicBezTo>
                  <a:pt x="239543" y="168275"/>
                  <a:pt x="239543" y="168275"/>
                  <a:pt x="216070" y="168275"/>
                </a:cubicBezTo>
                <a:cubicBezTo>
                  <a:pt x="212158" y="168275"/>
                  <a:pt x="209550" y="165629"/>
                  <a:pt x="209550" y="161661"/>
                </a:cubicBezTo>
                <a:cubicBezTo>
                  <a:pt x="209550" y="161661"/>
                  <a:pt x="209550" y="161661"/>
                  <a:pt x="209550" y="55827"/>
                </a:cubicBezTo>
                <a:cubicBezTo>
                  <a:pt x="209550" y="51858"/>
                  <a:pt x="212158" y="49212"/>
                  <a:pt x="216070" y="49212"/>
                </a:cubicBezTo>
                <a:close/>
                <a:moveTo>
                  <a:pt x="53428" y="22225"/>
                </a:moveTo>
                <a:cubicBezTo>
                  <a:pt x="52114" y="22225"/>
                  <a:pt x="50800" y="23541"/>
                  <a:pt x="50800" y="24858"/>
                </a:cubicBezTo>
                <a:lnTo>
                  <a:pt x="50800" y="182834"/>
                </a:lnTo>
                <a:cubicBezTo>
                  <a:pt x="50800" y="184150"/>
                  <a:pt x="52114" y="184150"/>
                  <a:pt x="53428" y="184150"/>
                </a:cubicBezTo>
                <a:cubicBezTo>
                  <a:pt x="53428" y="184150"/>
                  <a:pt x="53428" y="184150"/>
                  <a:pt x="284710" y="184150"/>
                </a:cubicBezTo>
                <a:cubicBezTo>
                  <a:pt x="286024" y="184150"/>
                  <a:pt x="287338" y="184150"/>
                  <a:pt x="287338" y="182834"/>
                </a:cubicBezTo>
                <a:cubicBezTo>
                  <a:pt x="287338" y="182834"/>
                  <a:pt x="287338" y="182834"/>
                  <a:pt x="287338" y="24858"/>
                </a:cubicBezTo>
                <a:cubicBezTo>
                  <a:pt x="287338" y="23541"/>
                  <a:pt x="286024" y="22225"/>
                  <a:pt x="284710" y="22225"/>
                </a:cubicBezTo>
                <a:cubicBezTo>
                  <a:pt x="284710" y="22225"/>
                  <a:pt x="284710" y="22225"/>
                  <a:pt x="53428" y="22225"/>
                </a:cubicBezTo>
                <a:close/>
                <a:moveTo>
                  <a:pt x="53663" y="0"/>
                </a:moveTo>
                <a:cubicBezTo>
                  <a:pt x="53663" y="0"/>
                  <a:pt x="53663" y="0"/>
                  <a:pt x="286062" y="0"/>
                </a:cubicBezTo>
                <a:cubicBezTo>
                  <a:pt x="300587" y="0"/>
                  <a:pt x="311150" y="10530"/>
                  <a:pt x="311150" y="25008"/>
                </a:cubicBezTo>
                <a:cubicBezTo>
                  <a:pt x="311150" y="25008"/>
                  <a:pt x="311150" y="25008"/>
                  <a:pt x="311150" y="182955"/>
                </a:cubicBezTo>
                <a:cubicBezTo>
                  <a:pt x="311150" y="196117"/>
                  <a:pt x="300587" y="207963"/>
                  <a:pt x="286062" y="207963"/>
                </a:cubicBezTo>
                <a:cubicBezTo>
                  <a:pt x="286062" y="207963"/>
                  <a:pt x="286062" y="207963"/>
                  <a:pt x="53663" y="207963"/>
                </a:cubicBezTo>
                <a:cubicBezTo>
                  <a:pt x="39138" y="207963"/>
                  <a:pt x="28575" y="196117"/>
                  <a:pt x="28575" y="182955"/>
                </a:cubicBezTo>
                <a:cubicBezTo>
                  <a:pt x="28575" y="182955"/>
                  <a:pt x="28575" y="182955"/>
                  <a:pt x="28575" y="25008"/>
                </a:cubicBezTo>
                <a:cubicBezTo>
                  <a:pt x="28575" y="10530"/>
                  <a:pt x="39138" y="0"/>
                  <a:pt x="5366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41" name="千图PPT彼岸天：ID 8661124库_任意多边形 37">
            <a:extLst>
              <a:ext uri="{FF2B5EF4-FFF2-40B4-BE49-F238E27FC236}">
                <a16:creationId xmlns:a16="http://schemas.microsoft.com/office/drawing/2014/main" id="{6E3EEE96-E9A7-426A-B949-D13B0CE39178}"/>
              </a:ext>
            </a:extLst>
          </p:cNvPr>
          <p:cNvSpPr/>
          <p:nvPr>
            <p:custDataLst>
              <p:tags r:id="rId7"/>
            </p:custDataLst>
          </p:nvPr>
        </p:nvSpPr>
        <p:spPr>
          <a:xfrm>
            <a:off x="4795116" y="3897093"/>
            <a:ext cx="400739" cy="297261"/>
          </a:xfrm>
          <a:custGeom>
            <a:avLst/>
            <a:gdLst>
              <a:gd name="connsiteX0" fmla="*/ 9246 w 338138"/>
              <a:gd name="connsiteY0" fmla="*/ 217487 h 250825"/>
              <a:gd name="connsiteX1" fmla="*/ 328892 w 338138"/>
              <a:gd name="connsiteY1" fmla="*/ 217487 h 250825"/>
              <a:gd name="connsiteX2" fmla="*/ 338138 w 338138"/>
              <a:gd name="connsiteY2" fmla="*/ 226822 h 250825"/>
              <a:gd name="connsiteX3" fmla="*/ 314363 w 338138"/>
              <a:gd name="connsiteY3" fmla="*/ 250825 h 250825"/>
              <a:gd name="connsiteX4" fmla="*/ 23775 w 338138"/>
              <a:gd name="connsiteY4" fmla="*/ 250825 h 250825"/>
              <a:gd name="connsiteX5" fmla="*/ 0 w 338138"/>
              <a:gd name="connsiteY5" fmla="*/ 226822 h 250825"/>
              <a:gd name="connsiteX6" fmla="*/ 9246 w 338138"/>
              <a:gd name="connsiteY6" fmla="*/ 217487 h 250825"/>
              <a:gd name="connsiteX7" fmla="*/ 100182 w 338138"/>
              <a:gd name="connsiteY7" fmla="*/ 100012 h 250825"/>
              <a:gd name="connsiteX8" fmla="*/ 123655 w 338138"/>
              <a:gd name="connsiteY8" fmla="*/ 100012 h 250825"/>
              <a:gd name="connsiteX9" fmla="*/ 130175 w 338138"/>
              <a:gd name="connsiteY9" fmla="*/ 106705 h 250825"/>
              <a:gd name="connsiteX10" fmla="*/ 130175 w 338138"/>
              <a:gd name="connsiteY10" fmla="*/ 161583 h 250825"/>
              <a:gd name="connsiteX11" fmla="*/ 123655 w 338138"/>
              <a:gd name="connsiteY11" fmla="*/ 168275 h 250825"/>
              <a:gd name="connsiteX12" fmla="*/ 100182 w 338138"/>
              <a:gd name="connsiteY12" fmla="*/ 168275 h 250825"/>
              <a:gd name="connsiteX13" fmla="*/ 93662 w 338138"/>
              <a:gd name="connsiteY13" fmla="*/ 161583 h 250825"/>
              <a:gd name="connsiteX14" fmla="*/ 93662 w 338138"/>
              <a:gd name="connsiteY14" fmla="*/ 106705 h 250825"/>
              <a:gd name="connsiteX15" fmla="*/ 100182 w 338138"/>
              <a:gd name="connsiteY15" fmla="*/ 100012 h 250825"/>
              <a:gd name="connsiteX16" fmla="*/ 157332 w 338138"/>
              <a:gd name="connsiteY16" fmla="*/ 77787 h 250825"/>
              <a:gd name="connsiteX17" fmla="*/ 180805 w 338138"/>
              <a:gd name="connsiteY17" fmla="*/ 77787 h 250825"/>
              <a:gd name="connsiteX18" fmla="*/ 187325 w 338138"/>
              <a:gd name="connsiteY18" fmla="*/ 84441 h 250825"/>
              <a:gd name="connsiteX19" fmla="*/ 187325 w 338138"/>
              <a:gd name="connsiteY19" fmla="*/ 161622 h 250825"/>
              <a:gd name="connsiteX20" fmla="*/ 180805 w 338138"/>
              <a:gd name="connsiteY20" fmla="*/ 168275 h 250825"/>
              <a:gd name="connsiteX21" fmla="*/ 157332 w 338138"/>
              <a:gd name="connsiteY21" fmla="*/ 168275 h 250825"/>
              <a:gd name="connsiteX22" fmla="*/ 150812 w 338138"/>
              <a:gd name="connsiteY22" fmla="*/ 161622 h 250825"/>
              <a:gd name="connsiteX23" fmla="*/ 150812 w 338138"/>
              <a:gd name="connsiteY23" fmla="*/ 84441 h 250825"/>
              <a:gd name="connsiteX24" fmla="*/ 157332 w 338138"/>
              <a:gd name="connsiteY24" fmla="*/ 77787 h 250825"/>
              <a:gd name="connsiteX25" fmla="*/ 216070 w 338138"/>
              <a:gd name="connsiteY25" fmla="*/ 49212 h 250825"/>
              <a:gd name="connsiteX26" fmla="*/ 239543 w 338138"/>
              <a:gd name="connsiteY26" fmla="*/ 49212 h 250825"/>
              <a:gd name="connsiteX27" fmla="*/ 246063 w 338138"/>
              <a:gd name="connsiteY27" fmla="*/ 55827 h 250825"/>
              <a:gd name="connsiteX28" fmla="*/ 246063 w 338138"/>
              <a:gd name="connsiteY28" fmla="*/ 161661 h 250825"/>
              <a:gd name="connsiteX29" fmla="*/ 239543 w 338138"/>
              <a:gd name="connsiteY29" fmla="*/ 168275 h 250825"/>
              <a:gd name="connsiteX30" fmla="*/ 216070 w 338138"/>
              <a:gd name="connsiteY30" fmla="*/ 168275 h 250825"/>
              <a:gd name="connsiteX31" fmla="*/ 209550 w 338138"/>
              <a:gd name="connsiteY31" fmla="*/ 161661 h 250825"/>
              <a:gd name="connsiteX32" fmla="*/ 209550 w 338138"/>
              <a:gd name="connsiteY32" fmla="*/ 55827 h 250825"/>
              <a:gd name="connsiteX33" fmla="*/ 216070 w 338138"/>
              <a:gd name="connsiteY33" fmla="*/ 49212 h 250825"/>
              <a:gd name="connsiteX34" fmla="*/ 53428 w 338138"/>
              <a:gd name="connsiteY34" fmla="*/ 22225 h 250825"/>
              <a:gd name="connsiteX35" fmla="*/ 50800 w 338138"/>
              <a:gd name="connsiteY35" fmla="*/ 24858 h 250825"/>
              <a:gd name="connsiteX36" fmla="*/ 50800 w 338138"/>
              <a:gd name="connsiteY36" fmla="*/ 182834 h 250825"/>
              <a:gd name="connsiteX37" fmla="*/ 53428 w 338138"/>
              <a:gd name="connsiteY37" fmla="*/ 184150 h 250825"/>
              <a:gd name="connsiteX38" fmla="*/ 284710 w 338138"/>
              <a:gd name="connsiteY38" fmla="*/ 184150 h 250825"/>
              <a:gd name="connsiteX39" fmla="*/ 287338 w 338138"/>
              <a:gd name="connsiteY39" fmla="*/ 182834 h 250825"/>
              <a:gd name="connsiteX40" fmla="*/ 287338 w 338138"/>
              <a:gd name="connsiteY40" fmla="*/ 24858 h 250825"/>
              <a:gd name="connsiteX41" fmla="*/ 284710 w 338138"/>
              <a:gd name="connsiteY41" fmla="*/ 22225 h 250825"/>
              <a:gd name="connsiteX42" fmla="*/ 53428 w 338138"/>
              <a:gd name="connsiteY42" fmla="*/ 22225 h 250825"/>
              <a:gd name="connsiteX43" fmla="*/ 53663 w 338138"/>
              <a:gd name="connsiteY43" fmla="*/ 0 h 250825"/>
              <a:gd name="connsiteX44" fmla="*/ 286062 w 338138"/>
              <a:gd name="connsiteY44" fmla="*/ 0 h 250825"/>
              <a:gd name="connsiteX45" fmla="*/ 311150 w 338138"/>
              <a:gd name="connsiteY45" fmla="*/ 25008 h 250825"/>
              <a:gd name="connsiteX46" fmla="*/ 311150 w 338138"/>
              <a:gd name="connsiteY46" fmla="*/ 182955 h 250825"/>
              <a:gd name="connsiteX47" fmla="*/ 286062 w 338138"/>
              <a:gd name="connsiteY47" fmla="*/ 207963 h 250825"/>
              <a:gd name="connsiteX48" fmla="*/ 53663 w 338138"/>
              <a:gd name="connsiteY48" fmla="*/ 207963 h 250825"/>
              <a:gd name="connsiteX49" fmla="*/ 28575 w 338138"/>
              <a:gd name="connsiteY49" fmla="*/ 182955 h 250825"/>
              <a:gd name="connsiteX50" fmla="*/ 28575 w 338138"/>
              <a:gd name="connsiteY50" fmla="*/ 25008 h 250825"/>
              <a:gd name="connsiteX51" fmla="*/ 53663 w 338138"/>
              <a:gd name="connsiteY51" fmla="*/ 0 h 25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38138" h="250825">
                <a:moveTo>
                  <a:pt x="9246" y="217487"/>
                </a:moveTo>
                <a:cubicBezTo>
                  <a:pt x="9246" y="217487"/>
                  <a:pt x="9246" y="217487"/>
                  <a:pt x="328892" y="217487"/>
                </a:cubicBezTo>
                <a:cubicBezTo>
                  <a:pt x="334176" y="217487"/>
                  <a:pt x="338138" y="221488"/>
                  <a:pt x="338138" y="226822"/>
                </a:cubicBezTo>
                <a:cubicBezTo>
                  <a:pt x="338138" y="240157"/>
                  <a:pt x="327571" y="250825"/>
                  <a:pt x="314363" y="250825"/>
                </a:cubicBezTo>
                <a:cubicBezTo>
                  <a:pt x="314363" y="250825"/>
                  <a:pt x="314363" y="250825"/>
                  <a:pt x="23775" y="250825"/>
                </a:cubicBezTo>
                <a:cubicBezTo>
                  <a:pt x="10567" y="250825"/>
                  <a:pt x="0" y="240157"/>
                  <a:pt x="0" y="226822"/>
                </a:cubicBezTo>
                <a:cubicBezTo>
                  <a:pt x="0" y="221488"/>
                  <a:pt x="3962" y="217487"/>
                  <a:pt x="9246" y="217487"/>
                </a:cubicBezTo>
                <a:close/>
                <a:moveTo>
                  <a:pt x="100182" y="100012"/>
                </a:moveTo>
                <a:cubicBezTo>
                  <a:pt x="100182" y="100012"/>
                  <a:pt x="100182" y="100012"/>
                  <a:pt x="123655" y="100012"/>
                </a:cubicBezTo>
                <a:cubicBezTo>
                  <a:pt x="127567" y="100012"/>
                  <a:pt x="130175" y="102689"/>
                  <a:pt x="130175" y="106705"/>
                </a:cubicBezTo>
                <a:cubicBezTo>
                  <a:pt x="130175" y="106705"/>
                  <a:pt x="130175" y="106705"/>
                  <a:pt x="130175" y="161583"/>
                </a:cubicBezTo>
                <a:cubicBezTo>
                  <a:pt x="130175" y="165598"/>
                  <a:pt x="127567" y="168275"/>
                  <a:pt x="123655" y="168275"/>
                </a:cubicBezTo>
                <a:cubicBezTo>
                  <a:pt x="123655" y="168275"/>
                  <a:pt x="123655" y="168275"/>
                  <a:pt x="100182" y="168275"/>
                </a:cubicBezTo>
                <a:cubicBezTo>
                  <a:pt x="96270" y="168275"/>
                  <a:pt x="93662" y="165598"/>
                  <a:pt x="93662" y="161583"/>
                </a:cubicBezTo>
                <a:cubicBezTo>
                  <a:pt x="93662" y="161583"/>
                  <a:pt x="93662" y="161583"/>
                  <a:pt x="93662" y="106705"/>
                </a:cubicBezTo>
                <a:cubicBezTo>
                  <a:pt x="93662" y="102689"/>
                  <a:pt x="96270" y="100012"/>
                  <a:pt x="100182" y="100012"/>
                </a:cubicBezTo>
                <a:close/>
                <a:moveTo>
                  <a:pt x="157332" y="77787"/>
                </a:moveTo>
                <a:cubicBezTo>
                  <a:pt x="157332" y="77787"/>
                  <a:pt x="157332" y="77787"/>
                  <a:pt x="180805" y="77787"/>
                </a:cubicBezTo>
                <a:cubicBezTo>
                  <a:pt x="184717" y="77787"/>
                  <a:pt x="187325" y="81779"/>
                  <a:pt x="187325" y="84441"/>
                </a:cubicBezTo>
                <a:cubicBezTo>
                  <a:pt x="187325" y="84441"/>
                  <a:pt x="187325" y="84441"/>
                  <a:pt x="187325" y="161622"/>
                </a:cubicBezTo>
                <a:cubicBezTo>
                  <a:pt x="187325" y="165614"/>
                  <a:pt x="184717" y="168275"/>
                  <a:pt x="180805" y="168275"/>
                </a:cubicBezTo>
                <a:cubicBezTo>
                  <a:pt x="180805" y="168275"/>
                  <a:pt x="180805" y="168275"/>
                  <a:pt x="157332" y="168275"/>
                </a:cubicBezTo>
                <a:cubicBezTo>
                  <a:pt x="153420" y="168275"/>
                  <a:pt x="150812" y="165614"/>
                  <a:pt x="150812" y="161622"/>
                </a:cubicBezTo>
                <a:cubicBezTo>
                  <a:pt x="150812" y="161622"/>
                  <a:pt x="150812" y="161622"/>
                  <a:pt x="150812" y="84441"/>
                </a:cubicBezTo>
                <a:cubicBezTo>
                  <a:pt x="150812" y="81779"/>
                  <a:pt x="153420" y="77787"/>
                  <a:pt x="157332" y="77787"/>
                </a:cubicBezTo>
                <a:close/>
                <a:moveTo>
                  <a:pt x="216070" y="49212"/>
                </a:moveTo>
                <a:cubicBezTo>
                  <a:pt x="216070" y="49212"/>
                  <a:pt x="216070" y="49212"/>
                  <a:pt x="239543" y="49212"/>
                </a:cubicBezTo>
                <a:cubicBezTo>
                  <a:pt x="243455" y="49212"/>
                  <a:pt x="246063" y="51858"/>
                  <a:pt x="246063" y="55827"/>
                </a:cubicBezTo>
                <a:cubicBezTo>
                  <a:pt x="246063" y="55827"/>
                  <a:pt x="246063" y="55827"/>
                  <a:pt x="246063" y="161661"/>
                </a:cubicBezTo>
                <a:cubicBezTo>
                  <a:pt x="246063" y="165629"/>
                  <a:pt x="243455" y="168275"/>
                  <a:pt x="239543" y="168275"/>
                </a:cubicBezTo>
                <a:cubicBezTo>
                  <a:pt x="239543" y="168275"/>
                  <a:pt x="239543" y="168275"/>
                  <a:pt x="216070" y="168275"/>
                </a:cubicBezTo>
                <a:cubicBezTo>
                  <a:pt x="212158" y="168275"/>
                  <a:pt x="209550" y="165629"/>
                  <a:pt x="209550" y="161661"/>
                </a:cubicBezTo>
                <a:cubicBezTo>
                  <a:pt x="209550" y="161661"/>
                  <a:pt x="209550" y="161661"/>
                  <a:pt x="209550" y="55827"/>
                </a:cubicBezTo>
                <a:cubicBezTo>
                  <a:pt x="209550" y="51858"/>
                  <a:pt x="212158" y="49212"/>
                  <a:pt x="216070" y="49212"/>
                </a:cubicBezTo>
                <a:close/>
                <a:moveTo>
                  <a:pt x="53428" y="22225"/>
                </a:moveTo>
                <a:cubicBezTo>
                  <a:pt x="52114" y="22225"/>
                  <a:pt x="50800" y="23541"/>
                  <a:pt x="50800" y="24858"/>
                </a:cubicBezTo>
                <a:lnTo>
                  <a:pt x="50800" y="182834"/>
                </a:lnTo>
                <a:cubicBezTo>
                  <a:pt x="50800" y="184150"/>
                  <a:pt x="52114" y="184150"/>
                  <a:pt x="53428" y="184150"/>
                </a:cubicBezTo>
                <a:cubicBezTo>
                  <a:pt x="53428" y="184150"/>
                  <a:pt x="53428" y="184150"/>
                  <a:pt x="284710" y="184150"/>
                </a:cubicBezTo>
                <a:cubicBezTo>
                  <a:pt x="286024" y="184150"/>
                  <a:pt x="287338" y="184150"/>
                  <a:pt x="287338" y="182834"/>
                </a:cubicBezTo>
                <a:cubicBezTo>
                  <a:pt x="287338" y="182834"/>
                  <a:pt x="287338" y="182834"/>
                  <a:pt x="287338" y="24858"/>
                </a:cubicBezTo>
                <a:cubicBezTo>
                  <a:pt x="287338" y="23541"/>
                  <a:pt x="286024" y="22225"/>
                  <a:pt x="284710" y="22225"/>
                </a:cubicBezTo>
                <a:cubicBezTo>
                  <a:pt x="284710" y="22225"/>
                  <a:pt x="284710" y="22225"/>
                  <a:pt x="53428" y="22225"/>
                </a:cubicBezTo>
                <a:close/>
                <a:moveTo>
                  <a:pt x="53663" y="0"/>
                </a:moveTo>
                <a:cubicBezTo>
                  <a:pt x="53663" y="0"/>
                  <a:pt x="53663" y="0"/>
                  <a:pt x="286062" y="0"/>
                </a:cubicBezTo>
                <a:cubicBezTo>
                  <a:pt x="300587" y="0"/>
                  <a:pt x="311150" y="10530"/>
                  <a:pt x="311150" y="25008"/>
                </a:cubicBezTo>
                <a:cubicBezTo>
                  <a:pt x="311150" y="25008"/>
                  <a:pt x="311150" y="25008"/>
                  <a:pt x="311150" y="182955"/>
                </a:cubicBezTo>
                <a:cubicBezTo>
                  <a:pt x="311150" y="196117"/>
                  <a:pt x="300587" y="207963"/>
                  <a:pt x="286062" y="207963"/>
                </a:cubicBezTo>
                <a:cubicBezTo>
                  <a:pt x="286062" y="207963"/>
                  <a:pt x="286062" y="207963"/>
                  <a:pt x="53663" y="207963"/>
                </a:cubicBezTo>
                <a:cubicBezTo>
                  <a:pt x="39138" y="207963"/>
                  <a:pt x="28575" y="196117"/>
                  <a:pt x="28575" y="182955"/>
                </a:cubicBezTo>
                <a:cubicBezTo>
                  <a:pt x="28575" y="182955"/>
                  <a:pt x="28575" y="182955"/>
                  <a:pt x="28575" y="25008"/>
                </a:cubicBezTo>
                <a:cubicBezTo>
                  <a:pt x="28575" y="10530"/>
                  <a:pt x="39138" y="0"/>
                  <a:pt x="5366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grpSp>
        <p:nvGrpSpPr>
          <p:cNvPr id="42" name="千图PPT彼岸天：ID 8661124库_组合 22">
            <a:extLst>
              <a:ext uri="{FF2B5EF4-FFF2-40B4-BE49-F238E27FC236}">
                <a16:creationId xmlns:a16="http://schemas.microsoft.com/office/drawing/2014/main" id="{C978DFB1-C98C-4A9D-9E6F-730CA4181B79}"/>
              </a:ext>
            </a:extLst>
          </p:cNvPr>
          <p:cNvGrpSpPr/>
          <p:nvPr>
            <p:custDataLst>
              <p:tags r:id="rId8"/>
            </p:custDataLst>
          </p:nvPr>
        </p:nvGrpSpPr>
        <p:grpSpPr>
          <a:xfrm>
            <a:off x="1091444" y="2048993"/>
            <a:ext cx="2449051" cy="723852"/>
            <a:chOff x="719666" y="2048993"/>
            <a:chExt cx="3288101" cy="723852"/>
          </a:xfrm>
        </p:grpSpPr>
        <p:sp>
          <p:nvSpPr>
            <p:cNvPr id="43" name="文本框 78">
              <a:extLst>
                <a:ext uri="{FF2B5EF4-FFF2-40B4-BE49-F238E27FC236}">
                  <a16:creationId xmlns:a16="http://schemas.microsoft.com/office/drawing/2014/main" id="{E8A6D2D3-FF98-46D3-BCB8-11AD919200D5}"/>
                </a:ext>
              </a:extLst>
            </p:cNvPr>
            <p:cNvSpPr txBox="1"/>
            <p:nvPr/>
          </p:nvSpPr>
          <p:spPr>
            <a:xfrm>
              <a:off x="719666" y="2295214"/>
              <a:ext cx="3288101" cy="477631"/>
            </a:xfrm>
            <a:prstGeom prst="rect">
              <a:avLst/>
            </a:prstGeom>
            <a:noFill/>
          </p:spPr>
          <p:txBody>
            <a:bodyPr wrap="square" lIns="72000" tIns="0" rIns="72000" bIns="0">
              <a:normAutofit/>
            </a:bodyPr>
            <a:lstStyle/>
            <a:p>
              <a:pPr algn="r" defTabSz="914378">
                <a:lnSpc>
                  <a:spcPct val="120000"/>
                </a:lnSpc>
                <a:spcBef>
                  <a:spcPct val="0"/>
                </a:spcBef>
                <a:defRPr/>
              </a:pPr>
              <a:r>
                <a:rPr lang="zh-CN" altLang="en-US" sz="1100"/>
                <a:t>请替换文字内容复制你的内容到此</a:t>
              </a:r>
            </a:p>
            <a:p>
              <a:pPr algn="r" defTabSz="914378">
                <a:spcBef>
                  <a:spcPct val="0"/>
                </a:spcBef>
                <a:defRPr/>
              </a:pPr>
              <a:endParaRPr lang="zh-CN" altLang="en-US" sz="1100"/>
            </a:p>
          </p:txBody>
        </p:sp>
        <p:sp>
          <p:nvSpPr>
            <p:cNvPr id="44" name="矩形 43">
              <a:extLst>
                <a:ext uri="{FF2B5EF4-FFF2-40B4-BE49-F238E27FC236}">
                  <a16:creationId xmlns:a16="http://schemas.microsoft.com/office/drawing/2014/main" id="{2A571A78-9D7D-46B8-9896-6EC8CB769781}"/>
                </a:ext>
              </a:extLst>
            </p:cNvPr>
            <p:cNvSpPr/>
            <p:nvPr/>
          </p:nvSpPr>
          <p:spPr>
            <a:xfrm>
              <a:off x="719666" y="2048993"/>
              <a:ext cx="3288101" cy="246221"/>
            </a:xfrm>
            <a:prstGeom prst="rect">
              <a:avLst/>
            </a:prstGeom>
          </p:spPr>
          <p:txBody>
            <a:bodyPr wrap="square" lIns="72000" tIns="0" rIns="72000" bIns="0">
              <a:normAutofit/>
            </a:bodyPr>
            <a:lstStyle/>
            <a:p>
              <a:pPr lvl="0" algn="r" defTabSz="914378">
                <a:spcBef>
                  <a:spcPct val="0"/>
                </a:spcBef>
                <a:defRPr/>
              </a:pPr>
              <a:r>
                <a:rPr lang="zh-CN" altLang="en-US" sz="1600" b="1">
                  <a:solidFill>
                    <a:schemeClr val="accent3"/>
                  </a:solidFill>
                </a:rPr>
                <a:t>输入标题文本</a:t>
              </a:r>
            </a:p>
          </p:txBody>
        </p:sp>
      </p:grpSp>
      <p:grpSp>
        <p:nvGrpSpPr>
          <p:cNvPr id="45" name="千图PPT彼岸天：ID 8661124库_组合 23">
            <a:extLst>
              <a:ext uri="{FF2B5EF4-FFF2-40B4-BE49-F238E27FC236}">
                <a16:creationId xmlns:a16="http://schemas.microsoft.com/office/drawing/2014/main" id="{EC66CF85-57DE-49F5-8003-C86B5B9065F5}"/>
              </a:ext>
            </a:extLst>
          </p:cNvPr>
          <p:cNvGrpSpPr/>
          <p:nvPr>
            <p:custDataLst>
              <p:tags r:id="rId9"/>
            </p:custDataLst>
          </p:nvPr>
        </p:nvGrpSpPr>
        <p:grpSpPr>
          <a:xfrm>
            <a:off x="1091444" y="4525196"/>
            <a:ext cx="2449051" cy="723852"/>
            <a:chOff x="719666" y="2048993"/>
            <a:chExt cx="3288101" cy="723852"/>
          </a:xfrm>
        </p:grpSpPr>
        <p:sp>
          <p:nvSpPr>
            <p:cNvPr id="46" name="文本框 76">
              <a:extLst>
                <a:ext uri="{FF2B5EF4-FFF2-40B4-BE49-F238E27FC236}">
                  <a16:creationId xmlns:a16="http://schemas.microsoft.com/office/drawing/2014/main" id="{60314A5C-0050-41FD-A885-E97771709DB5}"/>
                </a:ext>
              </a:extLst>
            </p:cNvPr>
            <p:cNvSpPr txBox="1"/>
            <p:nvPr/>
          </p:nvSpPr>
          <p:spPr>
            <a:xfrm>
              <a:off x="719666" y="2295214"/>
              <a:ext cx="3288101" cy="477631"/>
            </a:xfrm>
            <a:prstGeom prst="rect">
              <a:avLst/>
            </a:prstGeom>
            <a:noFill/>
          </p:spPr>
          <p:txBody>
            <a:bodyPr wrap="square" lIns="72000" tIns="0" rIns="72000" bIns="0">
              <a:normAutofit/>
            </a:bodyPr>
            <a:lstStyle/>
            <a:p>
              <a:pPr algn="r" defTabSz="914378">
                <a:lnSpc>
                  <a:spcPct val="120000"/>
                </a:lnSpc>
                <a:spcBef>
                  <a:spcPct val="0"/>
                </a:spcBef>
                <a:defRPr/>
              </a:pPr>
              <a:r>
                <a:rPr lang="zh-CN" altLang="en-US" sz="1100"/>
                <a:t>请替换文字内容复制你的内容到此</a:t>
              </a:r>
            </a:p>
            <a:p>
              <a:pPr algn="r" defTabSz="914378">
                <a:spcBef>
                  <a:spcPct val="0"/>
                </a:spcBef>
                <a:defRPr/>
              </a:pPr>
              <a:endParaRPr lang="zh-CN" altLang="en-US" sz="1100"/>
            </a:p>
          </p:txBody>
        </p:sp>
        <p:sp>
          <p:nvSpPr>
            <p:cNvPr id="47" name="矩形 46">
              <a:extLst>
                <a:ext uri="{FF2B5EF4-FFF2-40B4-BE49-F238E27FC236}">
                  <a16:creationId xmlns:a16="http://schemas.microsoft.com/office/drawing/2014/main" id="{4C7DB792-0C51-4325-877A-80AD9C8C98E2}"/>
                </a:ext>
              </a:extLst>
            </p:cNvPr>
            <p:cNvSpPr/>
            <p:nvPr/>
          </p:nvSpPr>
          <p:spPr>
            <a:xfrm>
              <a:off x="719666" y="2048993"/>
              <a:ext cx="3288101" cy="246221"/>
            </a:xfrm>
            <a:prstGeom prst="rect">
              <a:avLst/>
            </a:prstGeom>
          </p:spPr>
          <p:txBody>
            <a:bodyPr wrap="square" lIns="72000" tIns="0" rIns="72000" bIns="0">
              <a:normAutofit/>
            </a:bodyPr>
            <a:lstStyle/>
            <a:p>
              <a:pPr lvl="0" algn="r" defTabSz="914378">
                <a:spcBef>
                  <a:spcPct val="0"/>
                </a:spcBef>
                <a:defRPr/>
              </a:pPr>
              <a:r>
                <a:rPr lang="zh-CN" altLang="en-US" sz="1600" b="1">
                  <a:solidFill>
                    <a:schemeClr val="accent3"/>
                  </a:solidFill>
                </a:rPr>
                <a:t>输入标题文本</a:t>
              </a:r>
            </a:p>
          </p:txBody>
        </p:sp>
      </p:grpSp>
      <p:grpSp>
        <p:nvGrpSpPr>
          <p:cNvPr id="48" name="千图PPT彼岸天：ID 8661124库_组合 24">
            <a:extLst>
              <a:ext uri="{FF2B5EF4-FFF2-40B4-BE49-F238E27FC236}">
                <a16:creationId xmlns:a16="http://schemas.microsoft.com/office/drawing/2014/main" id="{6224FF18-1B35-4532-BDD6-F56E7EFDF187}"/>
              </a:ext>
            </a:extLst>
          </p:cNvPr>
          <p:cNvGrpSpPr/>
          <p:nvPr>
            <p:custDataLst>
              <p:tags r:id="rId10"/>
            </p:custDataLst>
          </p:nvPr>
        </p:nvGrpSpPr>
        <p:grpSpPr>
          <a:xfrm>
            <a:off x="1091444" y="3287095"/>
            <a:ext cx="2449051" cy="723852"/>
            <a:chOff x="719666" y="2048993"/>
            <a:chExt cx="3288101" cy="723852"/>
          </a:xfrm>
        </p:grpSpPr>
        <p:sp>
          <p:nvSpPr>
            <p:cNvPr id="49" name="文本框 74">
              <a:extLst>
                <a:ext uri="{FF2B5EF4-FFF2-40B4-BE49-F238E27FC236}">
                  <a16:creationId xmlns:a16="http://schemas.microsoft.com/office/drawing/2014/main" id="{D9177437-08B9-4177-A99D-39F5976B73A4}"/>
                </a:ext>
              </a:extLst>
            </p:cNvPr>
            <p:cNvSpPr txBox="1"/>
            <p:nvPr/>
          </p:nvSpPr>
          <p:spPr>
            <a:xfrm>
              <a:off x="719666" y="2295214"/>
              <a:ext cx="3288101" cy="477631"/>
            </a:xfrm>
            <a:prstGeom prst="rect">
              <a:avLst/>
            </a:prstGeom>
            <a:noFill/>
          </p:spPr>
          <p:txBody>
            <a:bodyPr wrap="square" lIns="72000" tIns="0" rIns="72000" bIns="0">
              <a:normAutofit/>
            </a:bodyPr>
            <a:lstStyle/>
            <a:p>
              <a:pPr algn="r" defTabSz="914378">
                <a:lnSpc>
                  <a:spcPct val="120000"/>
                </a:lnSpc>
                <a:spcBef>
                  <a:spcPct val="0"/>
                </a:spcBef>
                <a:defRPr/>
              </a:pPr>
              <a:r>
                <a:rPr lang="zh-CN" altLang="en-US" sz="1100"/>
                <a:t>请替换文字内容复制你的内容到此</a:t>
              </a:r>
            </a:p>
            <a:p>
              <a:pPr algn="r" defTabSz="914378">
                <a:spcBef>
                  <a:spcPct val="0"/>
                </a:spcBef>
                <a:defRPr/>
              </a:pPr>
              <a:endParaRPr lang="zh-CN" altLang="en-US" sz="1100"/>
            </a:p>
          </p:txBody>
        </p:sp>
        <p:sp>
          <p:nvSpPr>
            <p:cNvPr id="50" name="矩形 49">
              <a:extLst>
                <a:ext uri="{FF2B5EF4-FFF2-40B4-BE49-F238E27FC236}">
                  <a16:creationId xmlns:a16="http://schemas.microsoft.com/office/drawing/2014/main" id="{32312E1F-5641-4B87-94E2-B524038953FB}"/>
                </a:ext>
              </a:extLst>
            </p:cNvPr>
            <p:cNvSpPr/>
            <p:nvPr/>
          </p:nvSpPr>
          <p:spPr>
            <a:xfrm>
              <a:off x="719666" y="2048993"/>
              <a:ext cx="3288101" cy="246221"/>
            </a:xfrm>
            <a:prstGeom prst="rect">
              <a:avLst/>
            </a:prstGeom>
          </p:spPr>
          <p:txBody>
            <a:bodyPr wrap="square" lIns="72000" tIns="0" rIns="72000" bIns="0">
              <a:normAutofit/>
            </a:bodyPr>
            <a:lstStyle/>
            <a:p>
              <a:pPr lvl="0" algn="r" defTabSz="914378">
                <a:spcBef>
                  <a:spcPct val="0"/>
                </a:spcBef>
                <a:defRPr/>
              </a:pPr>
              <a:r>
                <a:rPr lang="zh-CN" altLang="en-US" sz="1600" b="1">
                  <a:solidFill>
                    <a:schemeClr val="accent3"/>
                  </a:solidFill>
                </a:rPr>
                <a:t>输入标题文本</a:t>
              </a:r>
            </a:p>
          </p:txBody>
        </p:sp>
      </p:grpSp>
      <p:grpSp>
        <p:nvGrpSpPr>
          <p:cNvPr id="51" name="千图PPT彼岸天：ID 8661124库_组合 13">
            <a:extLst>
              <a:ext uri="{FF2B5EF4-FFF2-40B4-BE49-F238E27FC236}">
                <a16:creationId xmlns:a16="http://schemas.microsoft.com/office/drawing/2014/main" id="{60BA9246-8C86-4AD6-890E-C00528334C9A}"/>
              </a:ext>
            </a:extLst>
          </p:cNvPr>
          <p:cNvGrpSpPr/>
          <p:nvPr>
            <p:custDataLst>
              <p:tags r:id="rId11"/>
            </p:custDataLst>
          </p:nvPr>
        </p:nvGrpSpPr>
        <p:grpSpPr>
          <a:xfrm>
            <a:off x="8651507" y="2048993"/>
            <a:ext cx="2449050" cy="723852"/>
            <a:chOff x="719666" y="2048993"/>
            <a:chExt cx="3288101" cy="723852"/>
          </a:xfrm>
        </p:grpSpPr>
        <p:sp>
          <p:nvSpPr>
            <p:cNvPr id="52" name="文本框 88">
              <a:extLst>
                <a:ext uri="{FF2B5EF4-FFF2-40B4-BE49-F238E27FC236}">
                  <a16:creationId xmlns:a16="http://schemas.microsoft.com/office/drawing/2014/main" id="{20C9CAE3-D64B-4171-831D-8EDF3DE612B2}"/>
                </a:ext>
              </a:extLst>
            </p:cNvPr>
            <p:cNvSpPr txBox="1"/>
            <p:nvPr/>
          </p:nvSpPr>
          <p:spPr>
            <a:xfrm>
              <a:off x="719666" y="2295214"/>
              <a:ext cx="3288101" cy="477631"/>
            </a:xfrm>
            <a:prstGeom prst="rect">
              <a:avLst/>
            </a:prstGeom>
            <a:noFill/>
          </p:spPr>
          <p:txBody>
            <a:bodyPr wrap="square" lIns="72000" tIns="0" rIns="72000" bIns="0">
              <a:normAutofit/>
            </a:bodyPr>
            <a:lstStyle/>
            <a:p>
              <a:pPr defTabSz="914378">
                <a:lnSpc>
                  <a:spcPct val="120000"/>
                </a:lnSpc>
                <a:spcBef>
                  <a:spcPct val="0"/>
                </a:spcBef>
                <a:defRPr/>
              </a:pPr>
              <a:r>
                <a:rPr lang="zh-CN" altLang="en-US" sz="1100"/>
                <a:t>请替换文字内容复制你的内容到此</a:t>
              </a:r>
            </a:p>
            <a:p>
              <a:pPr defTabSz="914378">
                <a:spcBef>
                  <a:spcPct val="0"/>
                </a:spcBef>
                <a:defRPr/>
              </a:pPr>
              <a:endParaRPr lang="zh-CN" altLang="en-US" sz="1100"/>
            </a:p>
          </p:txBody>
        </p:sp>
        <p:sp>
          <p:nvSpPr>
            <p:cNvPr id="53" name="矩形 52">
              <a:extLst>
                <a:ext uri="{FF2B5EF4-FFF2-40B4-BE49-F238E27FC236}">
                  <a16:creationId xmlns:a16="http://schemas.microsoft.com/office/drawing/2014/main" id="{A53457DB-9879-4DE9-9C66-0D498733C676}"/>
                </a:ext>
              </a:extLst>
            </p:cNvPr>
            <p:cNvSpPr/>
            <p:nvPr/>
          </p:nvSpPr>
          <p:spPr>
            <a:xfrm>
              <a:off x="719666" y="2048993"/>
              <a:ext cx="3288101" cy="246221"/>
            </a:xfrm>
            <a:prstGeom prst="rect">
              <a:avLst/>
            </a:prstGeom>
          </p:spPr>
          <p:txBody>
            <a:bodyPr wrap="square" lIns="72000" tIns="0" rIns="72000" bIns="0">
              <a:normAutofit/>
            </a:bodyPr>
            <a:lstStyle/>
            <a:p>
              <a:pPr lvl="0" defTabSz="914378">
                <a:spcBef>
                  <a:spcPct val="0"/>
                </a:spcBef>
                <a:defRPr/>
              </a:pPr>
              <a:r>
                <a:rPr lang="zh-CN" altLang="en-US" sz="1600" b="1">
                  <a:solidFill>
                    <a:schemeClr val="accent1"/>
                  </a:solidFill>
                </a:rPr>
                <a:t>输入标题文本</a:t>
              </a:r>
            </a:p>
          </p:txBody>
        </p:sp>
      </p:grpSp>
      <p:grpSp>
        <p:nvGrpSpPr>
          <p:cNvPr id="54" name="千图PPT彼岸天：ID 8661124库_组合 14">
            <a:extLst>
              <a:ext uri="{FF2B5EF4-FFF2-40B4-BE49-F238E27FC236}">
                <a16:creationId xmlns:a16="http://schemas.microsoft.com/office/drawing/2014/main" id="{301E1AA2-669F-46D5-8C36-E31630AFAE1C}"/>
              </a:ext>
            </a:extLst>
          </p:cNvPr>
          <p:cNvGrpSpPr/>
          <p:nvPr>
            <p:custDataLst>
              <p:tags r:id="rId12"/>
            </p:custDataLst>
          </p:nvPr>
        </p:nvGrpSpPr>
        <p:grpSpPr>
          <a:xfrm>
            <a:off x="8651507" y="4525196"/>
            <a:ext cx="2449050" cy="723852"/>
            <a:chOff x="719666" y="2048993"/>
            <a:chExt cx="3288101" cy="723852"/>
          </a:xfrm>
        </p:grpSpPr>
        <p:sp>
          <p:nvSpPr>
            <p:cNvPr id="55" name="文本框 86">
              <a:extLst>
                <a:ext uri="{FF2B5EF4-FFF2-40B4-BE49-F238E27FC236}">
                  <a16:creationId xmlns:a16="http://schemas.microsoft.com/office/drawing/2014/main" id="{4E85504C-1CD7-4D04-A901-CD807277D665}"/>
                </a:ext>
              </a:extLst>
            </p:cNvPr>
            <p:cNvSpPr txBox="1"/>
            <p:nvPr/>
          </p:nvSpPr>
          <p:spPr>
            <a:xfrm>
              <a:off x="719666" y="2295214"/>
              <a:ext cx="3288101" cy="477631"/>
            </a:xfrm>
            <a:prstGeom prst="rect">
              <a:avLst/>
            </a:prstGeom>
            <a:noFill/>
          </p:spPr>
          <p:txBody>
            <a:bodyPr wrap="square" lIns="72000" tIns="0" rIns="72000" bIns="0">
              <a:normAutofit/>
            </a:bodyPr>
            <a:lstStyle/>
            <a:p>
              <a:pPr defTabSz="914378">
                <a:lnSpc>
                  <a:spcPct val="120000"/>
                </a:lnSpc>
                <a:spcBef>
                  <a:spcPct val="0"/>
                </a:spcBef>
                <a:defRPr/>
              </a:pPr>
              <a:r>
                <a:rPr lang="zh-CN" altLang="en-US" sz="1100"/>
                <a:t>请替换文字内容复制你的内容到此</a:t>
              </a:r>
            </a:p>
            <a:p>
              <a:pPr defTabSz="914378">
                <a:spcBef>
                  <a:spcPct val="0"/>
                </a:spcBef>
                <a:defRPr/>
              </a:pPr>
              <a:endParaRPr lang="zh-CN" altLang="en-US" sz="1100"/>
            </a:p>
          </p:txBody>
        </p:sp>
        <p:sp>
          <p:nvSpPr>
            <p:cNvPr id="56" name="矩形 55">
              <a:extLst>
                <a:ext uri="{FF2B5EF4-FFF2-40B4-BE49-F238E27FC236}">
                  <a16:creationId xmlns:a16="http://schemas.microsoft.com/office/drawing/2014/main" id="{AF2243A8-E0DC-4090-8B8E-DF55C1151F3E}"/>
                </a:ext>
              </a:extLst>
            </p:cNvPr>
            <p:cNvSpPr/>
            <p:nvPr/>
          </p:nvSpPr>
          <p:spPr>
            <a:xfrm>
              <a:off x="719666" y="2048993"/>
              <a:ext cx="3288101" cy="246221"/>
            </a:xfrm>
            <a:prstGeom prst="rect">
              <a:avLst/>
            </a:prstGeom>
          </p:spPr>
          <p:txBody>
            <a:bodyPr wrap="square" lIns="72000" tIns="0" rIns="72000" bIns="0">
              <a:normAutofit/>
            </a:bodyPr>
            <a:lstStyle/>
            <a:p>
              <a:pPr lvl="0" defTabSz="914378">
                <a:spcBef>
                  <a:spcPct val="0"/>
                </a:spcBef>
                <a:defRPr/>
              </a:pPr>
              <a:r>
                <a:rPr lang="zh-CN" altLang="en-US" sz="1600" b="1">
                  <a:solidFill>
                    <a:schemeClr val="accent1"/>
                  </a:solidFill>
                </a:rPr>
                <a:t>输入标题文本</a:t>
              </a:r>
            </a:p>
          </p:txBody>
        </p:sp>
      </p:grpSp>
      <p:grpSp>
        <p:nvGrpSpPr>
          <p:cNvPr id="57" name="千图PPT彼岸天：ID 8661124库_组合 15">
            <a:extLst>
              <a:ext uri="{FF2B5EF4-FFF2-40B4-BE49-F238E27FC236}">
                <a16:creationId xmlns:a16="http://schemas.microsoft.com/office/drawing/2014/main" id="{E6CC29E7-24F1-4502-865C-D7019D6DB8B4}"/>
              </a:ext>
            </a:extLst>
          </p:cNvPr>
          <p:cNvGrpSpPr/>
          <p:nvPr>
            <p:custDataLst>
              <p:tags r:id="rId13"/>
            </p:custDataLst>
          </p:nvPr>
        </p:nvGrpSpPr>
        <p:grpSpPr>
          <a:xfrm>
            <a:off x="8651507" y="3287095"/>
            <a:ext cx="2449050" cy="723852"/>
            <a:chOff x="719666" y="2048993"/>
            <a:chExt cx="3288101" cy="723852"/>
          </a:xfrm>
        </p:grpSpPr>
        <p:sp>
          <p:nvSpPr>
            <p:cNvPr id="58" name="文本框 84">
              <a:extLst>
                <a:ext uri="{FF2B5EF4-FFF2-40B4-BE49-F238E27FC236}">
                  <a16:creationId xmlns:a16="http://schemas.microsoft.com/office/drawing/2014/main" id="{049CCFE3-1A50-4FFB-AAAA-80AFFF5A73BD}"/>
                </a:ext>
              </a:extLst>
            </p:cNvPr>
            <p:cNvSpPr txBox="1"/>
            <p:nvPr/>
          </p:nvSpPr>
          <p:spPr>
            <a:xfrm>
              <a:off x="719666" y="2295214"/>
              <a:ext cx="3288101" cy="477631"/>
            </a:xfrm>
            <a:prstGeom prst="rect">
              <a:avLst/>
            </a:prstGeom>
            <a:noFill/>
          </p:spPr>
          <p:txBody>
            <a:bodyPr wrap="square" lIns="72000" tIns="0" rIns="72000" bIns="0">
              <a:normAutofit/>
            </a:bodyPr>
            <a:lstStyle/>
            <a:p>
              <a:pPr defTabSz="914378">
                <a:lnSpc>
                  <a:spcPct val="120000"/>
                </a:lnSpc>
                <a:spcBef>
                  <a:spcPct val="0"/>
                </a:spcBef>
                <a:defRPr/>
              </a:pPr>
              <a:r>
                <a:rPr lang="zh-CN" altLang="en-US" sz="1100"/>
                <a:t>请替换文字内容复制你的内容到此</a:t>
              </a:r>
            </a:p>
            <a:p>
              <a:pPr defTabSz="914378">
                <a:spcBef>
                  <a:spcPct val="0"/>
                </a:spcBef>
                <a:defRPr/>
              </a:pPr>
              <a:endParaRPr lang="zh-CN" altLang="en-US" sz="1100"/>
            </a:p>
          </p:txBody>
        </p:sp>
        <p:sp>
          <p:nvSpPr>
            <p:cNvPr id="59" name="矩形 58">
              <a:extLst>
                <a:ext uri="{FF2B5EF4-FFF2-40B4-BE49-F238E27FC236}">
                  <a16:creationId xmlns:a16="http://schemas.microsoft.com/office/drawing/2014/main" id="{BECEA671-116D-42D8-89BC-816AF6CFE8D8}"/>
                </a:ext>
              </a:extLst>
            </p:cNvPr>
            <p:cNvSpPr/>
            <p:nvPr/>
          </p:nvSpPr>
          <p:spPr>
            <a:xfrm>
              <a:off x="719666" y="2048993"/>
              <a:ext cx="3288101" cy="246221"/>
            </a:xfrm>
            <a:prstGeom prst="rect">
              <a:avLst/>
            </a:prstGeom>
          </p:spPr>
          <p:txBody>
            <a:bodyPr wrap="square" lIns="72000" tIns="0" rIns="72000" bIns="0">
              <a:normAutofit/>
            </a:bodyPr>
            <a:lstStyle/>
            <a:p>
              <a:pPr lvl="0" defTabSz="914378">
                <a:spcBef>
                  <a:spcPct val="0"/>
                </a:spcBef>
                <a:defRPr/>
              </a:pPr>
              <a:r>
                <a:rPr lang="zh-CN" altLang="en-US" sz="1600" b="1">
                  <a:solidFill>
                    <a:schemeClr val="accent1"/>
                  </a:solidFill>
                </a:rPr>
                <a:t>输入标题文本</a:t>
              </a:r>
            </a:p>
          </p:txBody>
        </p:sp>
      </p:grpSp>
      <p:grpSp>
        <p:nvGrpSpPr>
          <p:cNvPr id="60" name="千图PPT彼岸天：ID 8661124库_组合 1">
            <a:extLst>
              <a:ext uri="{FF2B5EF4-FFF2-40B4-BE49-F238E27FC236}">
                <a16:creationId xmlns:a16="http://schemas.microsoft.com/office/drawing/2014/main" id="{8333C3B3-3D8D-4CFE-9E15-CC2B8922D917}"/>
              </a:ext>
            </a:extLst>
          </p:cNvPr>
          <p:cNvGrpSpPr/>
          <p:nvPr>
            <p:custDataLst>
              <p:tags r:id="rId14"/>
            </p:custDataLst>
          </p:nvPr>
        </p:nvGrpSpPr>
        <p:grpSpPr>
          <a:xfrm>
            <a:off x="3540495" y="2172104"/>
            <a:ext cx="1087514" cy="2476203"/>
            <a:chOff x="3540495" y="2172104"/>
            <a:chExt cx="1087514" cy="2476203"/>
          </a:xfrm>
        </p:grpSpPr>
        <p:cxnSp>
          <p:nvCxnSpPr>
            <p:cNvPr id="61" name="连接符: 肘形 60">
              <a:extLst>
                <a:ext uri="{FF2B5EF4-FFF2-40B4-BE49-F238E27FC236}">
                  <a16:creationId xmlns:a16="http://schemas.microsoft.com/office/drawing/2014/main" id="{AEC75E01-44D8-49E2-B03A-89B8E2E07D0D}"/>
                </a:ext>
              </a:extLst>
            </p:cNvPr>
            <p:cNvCxnSpPr>
              <a:stCxn id="44" idx="3"/>
              <a:endCxn id="39" idx="2"/>
            </p:cNvCxnSpPr>
            <p:nvPr/>
          </p:nvCxnSpPr>
          <p:spPr>
            <a:xfrm>
              <a:off x="3540495" y="2172104"/>
              <a:ext cx="1087514" cy="1870871"/>
            </a:xfrm>
            <a:prstGeom prst="bentConnector3">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2" name="连接符: 肘形 61">
              <a:extLst>
                <a:ext uri="{FF2B5EF4-FFF2-40B4-BE49-F238E27FC236}">
                  <a16:creationId xmlns:a16="http://schemas.microsoft.com/office/drawing/2014/main" id="{09AB9935-E3C0-4D2B-9889-568DD0E9EE61}"/>
                </a:ext>
              </a:extLst>
            </p:cNvPr>
            <p:cNvCxnSpPr>
              <a:stCxn id="50" idx="3"/>
              <a:endCxn id="39" idx="2"/>
            </p:cNvCxnSpPr>
            <p:nvPr/>
          </p:nvCxnSpPr>
          <p:spPr>
            <a:xfrm>
              <a:off x="3540495" y="3410206"/>
              <a:ext cx="1087514" cy="632769"/>
            </a:xfrm>
            <a:prstGeom prst="bentConnector3">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3" name="连接符: 肘形 62">
              <a:extLst>
                <a:ext uri="{FF2B5EF4-FFF2-40B4-BE49-F238E27FC236}">
                  <a16:creationId xmlns:a16="http://schemas.microsoft.com/office/drawing/2014/main" id="{C7E3183B-35D6-4308-8292-6D7C25AA0421}"/>
                </a:ext>
              </a:extLst>
            </p:cNvPr>
            <p:cNvCxnSpPr>
              <a:stCxn id="47" idx="3"/>
              <a:endCxn id="39" idx="2"/>
            </p:cNvCxnSpPr>
            <p:nvPr/>
          </p:nvCxnSpPr>
          <p:spPr>
            <a:xfrm flipV="1">
              <a:off x="3540495" y="4042975"/>
              <a:ext cx="1087514" cy="605332"/>
            </a:xfrm>
            <a:prstGeom prst="bentConnector3">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64" name="千图PPT彼岸天：ID 8661124库_组合 38">
            <a:extLst>
              <a:ext uri="{FF2B5EF4-FFF2-40B4-BE49-F238E27FC236}">
                <a16:creationId xmlns:a16="http://schemas.microsoft.com/office/drawing/2014/main" id="{CCF4CAD5-5FAD-4066-9207-27FF3C411324}"/>
              </a:ext>
            </a:extLst>
          </p:cNvPr>
          <p:cNvGrpSpPr/>
          <p:nvPr>
            <p:custDataLst>
              <p:tags r:id="rId15"/>
            </p:custDataLst>
          </p:nvPr>
        </p:nvGrpSpPr>
        <p:grpSpPr>
          <a:xfrm>
            <a:off x="7563991" y="2172104"/>
            <a:ext cx="1087516" cy="2476204"/>
            <a:chOff x="7563991" y="2172104"/>
            <a:chExt cx="1087516" cy="2476204"/>
          </a:xfrm>
        </p:grpSpPr>
        <p:cxnSp>
          <p:nvCxnSpPr>
            <p:cNvPr id="65" name="连接符: 肘形 64">
              <a:extLst>
                <a:ext uri="{FF2B5EF4-FFF2-40B4-BE49-F238E27FC236}">
                  <a16:creationId xmlns:a16="http://schemas.microsoft.com/office/drawing/2014/main" id="{8478E65C-6C2C-40C1-97DE-E5ECBB73AAEE}"/>
                </a:ext>
              </a:extLst>
            </p:cNvPr>
            <p:cNvCxnSpPr>
              <a:stCxn id="53" idx="1"/>
              <a:endCxn id="38" idx="6"/>
            </p:cNvCxnSpPr>
            <p:nvPr/>
          </p:nvCxnSpPr>
          <p:spPr>
            <a:xfrm rot="10800000" flipV="1">
              <a:off x="7563991" y="2172104"/>
              <a:ext cx="1087516" cy="625622"/>
            </a:xfrm>
            <a:prstGeom prst="bentConnector3">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6" name="连接符: 肘形 65">
              <a:extLst>
                <a:ext uri="{FF2B5EF4-FFF2-40B4-BE49-F238E27FC236}">
                  <a16:creationId xmlns:a16="http://schemas.microsoft.com/office/drawing/2014/main" id="{E7BD830E-47FE-4DB9-8F93-7A070E5434BC}"/>
                </a:ext>
              </a:extLst>
            </p:cNvPr>
            <p:cNvCxnSpPr>
              <a:stCxn id="59" idx="1"/>
              <a:endCxn id="38" idx="6"/>
            </p:cNvCxnSpPr>
            <p:nvPr/>
          </p:nvCxnSpPr>
          <p:spPr>
            <a:xfrm rot="10800000">
              <a:off x="7563991" y="2797726"/>
              <a:ext cx="1087516" cy="612480"/>
            </a:xfrm>
            <a:prstGeom prst="bentConnector3">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7" name="连接符: 肘形 66">
              <a:extLst>
                <a:ext uri="{FF2B5EF4-FFF2-40B4-BE49-F238E27FC236}">
                  <a16:creationId xmlns:a16="http://schemas.microsoft.com/office/drawing/2014/main" id="{667F62EB-BC37-41AC-84DA-8C18DCC22695}"/>
                </a:ext>
              </a:extLst>
            </p:cNvPr>
            <p:cNvCxnSpPr>
              <a:stCxn id="56" idx="1"/>
              <a:endCxn id="38" idx="6"/>
            </p:cNvCxnSpPr>
            <p:nvPr/>
          </p:nvCxnSpPr>
          <p:spPr>
            <a:xfrm rot="10800000">
              <a:off x="7563991" y="2797727"/>
              <a:ext cx="1087516" cy="1850581"/>
            </a:xfrm>
            <a:prstGeom prst="bentConnector3">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8551833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Tn>
                        </p:par>
                        <p:par>
                          <p:cTn id="5" fill="hold">
                            <p:stCondLst>
                              <p:cond delay="0"/>
                            </p:stCondLst>
                            <p:childTnLst>
                              <p:par>
                                <p:cTn id="6" presetID="23" presetClass="entr" presetSubtype="16" fill="hold" grpId="0" nodeType="afterEffect">
                                  <p:childTnLst>
                                    <p:set>
                                      <p:cBhvr>
                                        <p:cTn id="7" dur="1" fill="hold">
                                          <p:stCondLst>
                                            <p:cond delay="0"/>
                                          </p:stCondLst>
                                        </p:cTn>
                                        <p:tgtEl>
                                          <p:spTgt spid="35"/>
                                        </p:tgtEl>
                                        <p:attrNameLst>
                                          <p:attrName>style.visibility</p:attrName>
                                        </p:attrNameLst>
                                      </p:cBhvr>
                                      <p:to>
                                        <p:strVal val="visible"/>
                                      </p:to>
                                    </p:set>
                                    <p:anim calcmode="lin" valueType="num">
                                      <p:cBhvr>
                                        <p:cTn id="8" dur="500" fill="hold"/>
                                        <p:tgtEl>
                                          <p:spTgt spid="35"/>
                                        </p:tgtEl>
                                        <p:attrNameLst>
                                          <p:attrName>ppt_w</p:attrName>
                                        </p:attrNameLst>
                                      </p:cBhvr>
                                      <p:tavLst>
                                        <p:tav tm="0">
                                          <p:val>
                                            <p:fltVal val="0"/>
                                          </p:val>
                                        </p:tav>
                                        <p:tav tm="100000">
                                          <p:val>
                                            <p:strVal val="#ppt_w"/>
                                          </p:val>
                                        </p:tav>
                                      </p:tavLst>
                                    </p:anim>
                                    <p:anim calcmode="lin" valueType="num">
                                      <p:cBhvr>
                                        <p:cTn id="9" dur="500" fill="hold"/>
                                        <p:tgtEl>
                                          <p:spTgt spid="35"/>
                                        </p:tgtEl>
                                        <p:attrNameLst>
                                          <p:attrName>ppt_h</p:attrName>
                                        </p:attrNameLst>
                                      </p:cBhvr>
                                      <p:tavLst>
                                        <p:tav tm="0">
                                          <p:val>
                                            <p:fltVal val="0"/>
                                          </p:val>
                                        </p:tav>
                                        <p:tav tm="100000">
                                          <p:val>
                                            <p:strVal val="#ppt_h"/>
                                          </p:val>
                                        </p:tav>
                                      </p:tavLst>
                                    </p:anim>
                                  </p:childTnLst>
                                </p:cTn>
                              </p:par>
                            </p:childTnLst>
                          </p:cTn>
                        </p:par>
                        <p:par>
                          <p:cTn id="10" fill="hold">
                            <p:stCondLst>
                              <p:cond delay="500"/>
                            </p:stCondLst>
                            <p:childTnLst>
                              <p:par>
                                <p:cTn id="11" presetID="23" presetClass="entr" presetSubtype="16" fill="hold" grpId="0" nodeType="afterEffect">
                                  <p:childTnLst>
                                    <p:set>
                                      <p:cBhvr>
                                        <p:cTn id="12" dur="1" fill="hold">
                                          <p:stCondLst>
                                            <p:cond delay="0"/>
                                          </p:stCondLst>
                                        </p:cTn>
                                        <p:tgtEl>
                                          <p:spTgt spid="36"/>
                                        </p:tgtEl>
                                        <p:attrNameLst>
                                          <p:attrName>style.visibility</p:attrName>
                                        </p:attrNameLst>
                                      </p:cBhvr>
                                      <p:to>
                                        <p:strVal val="visible"/>
                                      </p:to>
                                    </p:set>
                                    <p:anim calcmode="lin" valueType="num">
                                      <p:cBhvr>
                                        <p:cTn id="13" dur="500" fill="hold"/>
                                        <p:tgtEl>
                                          <p:spTgt spid="36"/>
                                        </p:tgtEl>
                                        <p:attrNameLst>
                                          <p:attrName>ppt_w</p:attrName>
                                        </p:attrNameLst>
                                      </p:cBhvr>
                                      <p:tavLst>
                                        <p:tav tm="0">
                                          <p:val>
                                            <p:fltVal val="0"/>
                                          </p:val>
                                        </p:tav>
                                        <p:tav tm="100000">
                                          <p:val>
                                            <p:strVal val="#ppt_w"/>
                                          </p:val>
                                        </p:tav>
                                      </p:tavLst>
                                    </p:anim>
                                    <p:anim calcmode="lin" valueType="num">
                                      <p:cBhvr>
                                        <p:cTn id="14" dur="500" fill="hold"/>
                                        <p:tgtEl>
                                          <p:spTgt spid="36"/>
                                        </p:tgtEl>
                                        <p:attrNameLst>
                                          <p:attrName>ppt_h</p:attrName>
                                        </p:attrNameLst>
                                      </p:cBhvr>
                                      <p:tavLst>
                                        <p:tav tm="0">
                                          <p:val>
                                            <p:fltVal val="0"/>
                                          </p:val>
                                        </p:tav>
                                        <p:tav tm="100000">
                                          <p:val>
                                            <p:strVal val="#ppt_h"/>
                                          </p:val>
                                        </p:tav>
                                      </p:tavLst>
                                    </p:anim>
                                  </p:childTnLst>
                                </p:cTn>
                              </p:par>
                            </p:childTnLst>
                          </p:cTn>
                        </p:par>
                        <p:par>
                          <p:cTn id="15" fill="hold">
                            <p:stCondLst>
                              <p:cond delay="1000"/>
                            </p:stCondLst>
                            <p:childTnLst>
                              <p:par>
                                <p:cTn id="16" presetID="23" presetClass="entr" presetSubtype="16" fill="hold" grpId="0" nodeType="afterEffect">
                                  <p:childTnLst>
                                    <p:set>
                                      <p:cBhvr>
                                        <p:cTn id="17" dur="1" fill="hold">
                                          <p:stCondLst>
                                            <p:cond delay="0"/>
                                          </p:stCondLst>
                                        </p:cTn>
                                        <p:tgtEl>
                                          <p:spTgt spid="37"/>
                                        </p:tgtEl>
                                        <p:attrNameLst>
                                          <p:attrName>style.visibility</p:attrName>
                                        </p:attrNameLst>
                                      </p:cBhvr>
                                      <p:to>
                                        <p:strVal val="visible"/>
                                      </p:to>
                                    </p:set>
                                    <p:anim calcmode="lin" valueType="num">
                                      <p:cBhvr>
                                        <p:cTn id="18" dur="500" fill="hold"/>
                                        <p:tgtEl>
                                          <p:spTgt spid="37"/>
                                        </p:tgtEl>
                                        <p:attrNameLst>
                                          <p:attrName>ppt_w</p:attrName>
                                        </p:attrNameLst>
                                      </p:cBhvr>
                                      <p:tavLst>
                                        <p:tav tm="0">
                                          <p:val>
                                            <p:fltVal val="0"/>
                                          </p:val>
                                        </p:tav>
                                        <p:tav tm="100000">
                                          <p:val>
                                            <p:strVal val="#ppt_w"/>
                                          </p:val>
                                        </p:tav>
                                      </p:tavLst>
                                    </p:anim>
                                    <p:anim calcmode="lin" valueType="num">
                                      <p:cBhvr>
                                        <p:cTn id="19" dur="500" fill="hold"/>
                                        <p:tgtEl>
                                          <p:spTgt spid="37"/>
                                        </p:tgtEl>
                                        <p:attrNameLst>
                                          <p:attrName>ppt_h</p:attrName>
                                        </p:attrNameLst>
                                      </p:cBhvr>
                                      <p:tavLst>
                                        <p:tav tm="0">
                                          <p:val>
                                            <p:fltVal val="0"/>
                                          </p:val>
                                        </p:tav>
                                        <p:tav tm="100000">
                                          <p:val>
                                            <p:strVal val="#ppt_h"/>
                                          </p:val>
                                        </p:tav>
                                      </p:tavLst>
                                    </p:anim>
                                  </p:childTnLst>
                                </p:cTn>
                              </p:par>
                            </p:childTnLst>
                          </p:cTn>
                        </p:par>
                        <p:par>
                          <p:cTn id="20" fill="hold">
                            <p:stCondLst>
                              <p:cond delay="1500"/>
                            </p:stCondLst>
                            <p:childTnLst>
                              <p:par>
                                <p:cTn id="21" presetID="23" presetClass="entr" presetSubtype="16" fill="hold" grpId="0" nodeType="afterEffect">
                                  <p:childTnLst>
                                    <p:set>
                                      <p:cBhvr>
                                        <p:cTn id="22" dur="1" fill="hold">
                                          <p:stCondLst>
                                            <p:cond delay="0"/>
                                          </p:stCondLst>
                                        </p:cTn>
                                        <p:tgtEl>
                                          <p:spTgt spid="38"/>
                                        </p:tgtEl>
                                        <p:attrNameLst>
                                          <p:attrName>style.visibility</p:attrName>
                                        </p:attrNameLst>
                                      </p:cBhvr>
                                      <p:to>
                                        <p:strVal val="visible"/>
                                      </p:to>
                                    </p:set>
                                    <p:anim calcmode="lin" valueType="num">
                                      <p:cBhvr>
                                        <p:cTn id="23" dur="500" fill="hold"/>
                                        <p:tgtEl>
                                          <p:spTgt spid="38"/>
                                        </p:tgtEl>
                                        <p:attrNameLst>
                                          <p:attrName>ppt_w</p:attrName>
                                        </p:attrNameLst>
                                      </p:cBhvr>
                                      <p:tavLst>
                                        <p:tav tm="0">
                                          <p:val>
                                            <p:fltVal val="0"/>
                                          </p:val>
                                        </p:tav>
                                        <p:tav tm="100000">
                                          <p:val>
                                            <p:strVal val="#ppt_w"/>
                                          </p:val>
                                        </p:tav>
                                      </p:tavLst>
                                    </p:anim>
                                    <p:anim calcmode="lin" valueType="num">
                                      <p:cBhvr>
                                        <p:cTn id="24" dur="500" fill="hold"/>
                                        <p:tgtEl>
                                          <p:spTgt spid="38"/>
                                        </p:tgtEl>
                                        <p:attrNameLst>
                                          <p:attrName>ppt_h</p:attrName>
                                        </p:attrNameLst>
                                      </p:cBhvr>
                                      <p:tavLst>
                                        <p:tav tm="0">
                                          <p:val>
                                            <p:fltVal val="0"/>
                                          </p:val>
                                        </p:tav>
                                        <p:tav tm="100000">
                                          <p:val>
                                            <p:strVal val="#ppt_h"/>
                                          </p:val>
                                        </p:tav>
                                      </p:tavLst>
                                    </p:anim>
                                  </p:childTnLst>
                                </p:cTn>
                              </p:par>
                            </p:childTnLst>
                          </p:cTn>
                        </p:par>
                        <p:par>
                          <p:cTn id="25" fill="hold">
                            <p:stCondLst>
                              <p:cond delay="2000"/>
                            </p:stCondLst>
                            <p:childTnLst>
                              <p:par>
                                <p:cTn id="26" presetID="23" presetClass="entr" presetSubtype="16" fill="hold" grpId="0" nodeType="afterEffect">
                                  <p:childTnLst>
                                    <p:set>
                                      <p:cBhvr>
                                        <p:cTn id="27" dur="1" fill="hold">
                                          <p:stCondLst>
                                            <p:cond delay="0"/>
                                          </p:stCondLst>
                                        </p:cTn>
                                        <p:tgtEl>
                                          <p:spTgt spid="39"/>
                                        </p:tgtEl>
                                        <p:attrNameLst>
                                          <p:attrName>style.visibility</p:attrName>
                                        </p:attrNameLst>
                                      </p:cBhvr>
                                      <p:to>
                                        <p:strVal val="visible"/>
                                      </p:to>
                                    </p:set>
                                    <p:anim calcmode="lin" valueType="num">
                                      <p:cBhvr>
                                        <p:cTn id="28" dur="500" fill="hold"/>
                                        <p:tgtEl>
                                          <p:spTgt spid="39"/>
                                        </p:tgtEl>
                                        <p:attrNameLst>
                                          <p:attrName>ppt_w</p:attrName>
                                        </p:attrNameLst>
                                      </p:cBhvr>
                                      <p:tavLst>
                                        <p:tav tm="0">
                                          <p:val>
                                            <p:fltVal val="0"/>
                                          </p:val>
                                        </p:tav>
                                        <p:tav tm="100000">
                                          <p:val>
                                            <p:strVal val="#ppt_w"/>
                                          </p:val>
                                        </p:tav>
                                      </p:tavLst>
                                    </p:anim>
                                    <p:anim calcmode="lin" valueType="num">
                                      <p:cBhvr>
                                        <p:cTn id="29" dur="500" fill="hold"/>
                                        <p:tgtEl>
                                          <p:spTgt spid="39"/>
                                        </p:tgtEl>
                                        <p:attrNameLst>
                                          <p:attrName>ppt_h</p:attrName>
                                        </p:attrNameLst>
                                      </p:cBhvr>
                                      <p:tavLst>
                                        <p:tav tm="0">
                                          <p:val>
                                            <p:fltVal val="0"/>
                                          </p:val>
                                        </p:tav>
                                        <p:tav tm="100000">
                                          <p:val>
                                            <p:strVal val="#ppt_h"/>
                                          </p:val>
                                        </p:tav>
                                      </p:tavLst>
                                    </p:anim>
                                  </p:childTnLst>
                                </p:cTn>
                              </p:par>
                            </p:childTnLst>
                          </p:cTn>
                        </p:par>
                        <p:par>
                          <p:cTn id="30" fill="hold">
                            <p:stCondLst>
                              <p:cond delay="2500"/>
                            </p:stCondLst>
                            <p:childTnLst>
                              <p:par>
                                <p:cTn id="31" presetID="23" presetClass="entr" presetSubtype="16" fill="hold" grpId="0" nodeType="afterEffect">
                                  <p:childTnLst>
                                    <p:set>
                                      <p:cBhvr>
                                        <p:cTn id="32" dur="1" fill="hold">
                                          <p:stCondLst>
                                            <p:cond delay="0"/>
                                          </p:stCondLst>
                                        </p:cTn>
                                        <p:tgtEl>
                                          <p:spTgt spid="40"/>
                                        </p:tgtEl>
                                        <p:attrNameLst>
                                          <p:attrName>style.visibility</p:attrName>
                                        </p:attrNameLst>
                                      </p:cBhvr>
                                      <p:to>
                                        <p:strVal val="visible"/>
                                      </p:to>
                                    </p:set>
                                    <p:anim calcmode="lin" valueType="num">
                                      <p:cBhvr>
                                        <p:cTn id="33" dur="500" fill="hold"/>
                                        <p:tgtEl>
                                          <p:spTgt spid="40"/>
                                        </p:tgtEl>
                                        <p:attrNameLst>
                                          <p:attrName>ppt_w</p:attrName>
                                        </p:attrNameLst>
                                      </p:cBhvr>
                                      <p:tavLst>
                                        <p:tav tm="0">
                                          <p:val>
                                            <p:fltVal val="0"/>
                                          </p:val>
                                        </p:tav>
                                        <p:tav tm="100000">
                                          <p:val>
                                            <p:strVal val="#ppt_w"/>
                                          </p:val>
                                        </p:tav>
                                      </p:tavLst>
                                    </p:anim>
                                    <p:anim calcmode="lin" valueType="num">
                                      <p:cBhvr>
                                        <p:cTn id="34" dur="500" fill="hold"/>
                                        <p:tgtEl>
                                          <p:spTgt spid="40"/>
                                        </p:tgtEl>
                                        <p:attrNameLst>
                                          <p:attrName>ppt_h</p:attrName>
                                        </p:attrNameLst>
                                      </p:cBhvr>
                                      <p:tavLst>
                                        <p:tav tm="0">
                                          <p:val>
                                            <p:fltVal val="0"/>
                                          </p:val>
                                        </p:tav>
                                        <p:tav tm="100000">
                                          <p:val>
                                            <p:strVal val="#ppt_h"/>
                                          </p:val>
                                        </p:tav>
                                      </p:tavLst>
                                    </p:anim>
                                  </p:childTnLst>
                                </p:cTn>
                              </p:par>
                            </p:childTnLst>
                          </p:cTn>
                        </p:par>
                        <p:par>
                          <p:cTn id="35" fill="hold">
                            <p:stCondLst>
                              <p:cond delay="3000"/>
                            </p:stCondLst>
                            <p:childTnLst>
                              <p:par>
                                <p:cTn id="36" presetID="23" presetClass="entr" presetSubtype="16" fill="hold" grpId="0" nodeType="afterEffect">
                                  <p:childTnLst>
                                    <p:set>
                                      <p:cBhvr>
                                        <p:cTn id="37" dur="1" fill="hold">
                                          <p:stCondLst>
                                            <p:cond delay="0"/>
                                          </p:stCondLst>
                                        </p:cTn>
                                        <p:tgtEl>
                                          <p:spTgt spid="41"/>
                                        </p:tgtEl>
                                        <p:attrNameLst>
                                          <p:attrName>style.visibility</p:attrName>
                                        </p:attrNameLst>
                                      </p:cBhvr>
                                      <p:to>
                                        <p:strVal val="visible"/>
                                      </p:to>
                                    </p:set>
                                    <p:anim calcmode="lin" valueType="num">
                                      <p:cBhvr>
                                        <p:cTn id="38" dur="500" fill="hold"/>
                                        <p:tgtEl>
                                          <p:spTgt spid="41"/>
                                        </p:tgtEl>
                                        <p:attrNameLst>
                                          <p:attrName>ppt_w</p:attrName>
                                        </p:attrNameLst>
                                      </p:cBhvr>
                                      <p:tavLst>
                                        <p:tav tm="0">
                                          <p:val>
                                            <p:fltVal val="0"/>
                                          </p:val>
                                        </p:tav>
                                        <p:tav tm="100000">
                                          <p:val>
                                            <p:strVal val="#ppt_w"/>
                                          </p:val>
                                        </p:tav>
                                      </p:tavLst>
                                    </p:anim>
                                    <p:anim calcmode="lin" valueType="num">
                                      <p:cBhvr>
                                        <p:cTn id="39" dur="500" fill="hold"/>
                                        <p:tgtEl>
                                          <p:spTgt spid="41"/>
                                        </p:tgtEl>
                                        <p:attrNameLst>
                                          <p:attrName>ppt_h</p:attrName>
                                        </p:attrNameLst>
                                      </p:cBhvr>
                                      <p:tavLst>
                                        <p:tav tm="0">
                                          <p:val>
                                            <p:fltVal val="0"/>
                                          </p:val>
                                        </p:tav>
                                        <p:tav tm="100000">
                                          <p:val>
                                            <p:strVal val="#ppt_h"/>
                                          </p:val>
                                        </p:tav>
                                      </p:tavLst>
                                    </p:anim>
                                  </p:childTnLst>
                                </p:cTn>
                              </p:par>
                            </p:childTnLst>
                          </p:cTn>
                        </p:par>
                        <p:par>
                          <p:cTn id="40" fill="hold">
                            <p:stCondLst>
                              <p:cond delay="3500"/>
                            </p:stCondLst>
                            <p:childTnLst>
                              <p:par>
                                <p:cTn id="41" presetID="22" presetClass="entr" presetSubtype="2" fill="hold" nodeType="afterEffect">
                                  <p:childTnLst>
                                    <p:set>
                                      <p:cBhvr>
                                        <p:cTn id="42" dur="1" fill="hold">
                                          <p:stCondLst>
                                            <p:cond delay="0"/>
                                          </p:stCondLst>
                                        </p:cTn>
                                        <p:tgtEl>
                                          <p:spTgt spid="60"/>
                                        </p:tgtEl>
                                        <p:attrNameLst>
                                          <p:attrName>style.visibility</p:attrName>
                                        </p:attrNameLst>
                                      </p:cBhvr>
                                      <p:to>
                                        <p:strVal val="visible"/>
                                      </p:to>
                                    </p:set>
                                    <p:animEffect transition="in" filter="wipe(right)">
                                      <p:cBhvr>
                                        <p:cTn id="43" dur="500"/>
                                        <p:tgtEl>
                                          <p:spTgt spid="60"/>
                                        </p:tgtEl>
                                      </p:cBhvr>
                                    </p:animEffect>
                                  </p:childTnLst>
                                </p:cTn>
                              </p:par>
                            </p:childTnLst>
                          </p:cTn>
                        </p:par>
                        <p:par>
                          <p:cTn id="44" fill="hold">
                            <p:stCondLst>
                              <p:cond delay="4000"/>
                            </p:stCondLst>
                            <p:childTnLst>
                              <p:par>
                                <p:cTn id="45" presetID="22" presetClass="entr" presetSubtype="8" fill="hold" nodeType="afterEffect">
                                  <p:childTnLst>
                                    <p:set>
                                      <p:cBhvr>
                                        <p:cTn id="46" dur="1" fill="hold">
                                          <p:stCondLst>
                                            <p:cond delay="0"/>
                                          </p:stCondLst>
                                        </p:cTn>
                                        <p:tgtEl>
                                          <p:spTgt spid="64"/>
                                        </p:tgtEl>
                                        <p:attrNameLst>
                                          <p:attrName>style.visibility</p:attrName>
                                        </p:attrNameLst>
                                      </p:cBhvr>
                                      <p:to>
                                        <p:strVal val="visible"/>
                                      </p:to>
                                    </p:set>
                                    <p:animEffect transition="in" filter="wipe(left)">
                                      <p:cBhvr>
                                        <p:cTn id="47" dur="500"/>
                                        <p:tgtEl>
                                          <p:spTgt spid="64"/>
                                        </p:tgtEl>
                                      </p:cBhvr>
                                    </p:animEffect>
                                  </p:childTnLst>
                                </p:cTn>
                              </p:par>
                            </p:childTnLst>
                          </p:cTn>
                        </p:par>
                        <p:par>
                          <p:cTn id="48" fill="hold">
                            <p:stCondLst>
                              <p:cond delay="4500"/>
                            </p:stCondLst>
                            <p:childTnLst>
                              <p:par>
                                <p:cTn id="49" presetID="2" presetClass="entr" presetSubtype="8" fill="hold" nodeType="afterEffect">
                                  <p:childTnLst>
                                    <p:set>
                                      <p:cBhvr>
                                        <p:cTn id="50" dur="1" fill="hold">
                                          <p:stCondLst>
                                            <p:cond delay="0"/>
                                          </p:stCondLst>
                                        </p:cTn>
                                        <p:tgtEl>
                                          <p:spTgt spid="42"/>
                                        </p:tgtEl>
                                        <p:attrNameLst>
                                          <p:attrName>style.visibility</p:attrName>
                                        </p:attrNameLst>
                                      </p:cBhvr>
                                      <p:to>
                                        <p:strVal val="visible"/>
                                      </p:to>
                                    </p:set>
                                    <p:anim calcmode="lin" valueType="num">
                                      <p:cBhvr additive="base">
                                        <p:cTn id="51" dur="500" fill="hold"/>
                                        <p:tgtEl>
                                          <p:spTgt spid="42"/>
                                        </p:tgtEl>
                                        <p:attrNameLst>
                                          <p:attrName>ppt_x</p:attrName>
                                        </p:attrNameLst>
                                      </p:cBhvr>
                                      <p:tavLst>
                                        <p:tav tm="0">
                                          <p:val>
                                            <p:strVal val="0-#ppt_w/2"/>
                                          </p:val>
                                        </p:tav>
                                        <p:tav tm="100000">
                                          <p:val>
                                            <p:strVal val="#ppt_x"/>
                                          </p:val>
                                        </p:tav>
                                      </p:tavLst>
                                    </p:anim>
                                    <p:anim calcmode="lin" valueType="num">
                                      <p:cBhvr additive="base">
                                        <p:cTn id="52" dur="500" fill="hold"/>
                                        <p:tgtEl>
                                          <p:spTgt spid="42"/>
                                        </p:tgtEl>
                                        <p:attrNameLst>
                                          <p:attrName>ppt_y</p:attrName>
                                        </p:attrNameLst>
                                      </p:cBhvr>
                                      <p:tavLst>
                                        <p:tav tm="0">
                                          <p:val>
                                            <p:strVal val="#ppt_y"/>
                                          </p:val>
                                        </p:tav>
                                        <p:tav tm="100000">
                                          <p:val>
                                            <p:strVal val="#ppt_y"/>
                                          </p:val>
                                        </p:tav>
                                      </p:tavLst>
                                    </p:anim>
                                  </p:childTnLst>
                                </p:cTn>
                              </p:par>
                            </p:childTnLst>
                          </p:cTn>
                        </p:par>
                        <p:par>
                          <p:cTn id="53" fill="hold">
                            <p:stCondLst>
                              <p:cond delay="5000"/>
                            </p:stCondLst>
                            <p:childTnLst>
                              <p:par>
                                <p:cTn id="54" presetID="2" presetClass="entr" presetSubtype="8" fill="hold" nodeType="afterEffect">
                                  <p:childTnLst>
                                    <p:set>
                                      <p:cBhvr>
                                        <p:cTn id="55" dur="1" fill="hold">
                                          <p:stCondLst>
                                            <p:cond delay="0"/>
                                          </p:stCondLst>
                                        </p:cTn>
                                        <p:tgtEl>
                                          <p:spTgt spid="48"/>
                                        </p:tgtEl>
                                        <p:attrNameLst>
                                          <p:attrName>style.visibility</p:attrName>
                                        </p:attrNameLst>
                                      </p:cBhvr>
                                      <p:to>
                                        <p:strVal val="visible"/>
                                      </p:to>
                                    </p:set>
                                    <p:anim calcmode="lin" valueType="num">
                                      <p:cBhvr additive="base">
                                        <p:cTn id="56" dur="500" fill="hold"/>
                                        <p:tgtEl>
                                          <p:spTgt spid="48"/>
                                        </p:tgtEl>
                                        <p:attrNameLst>
                                          <p:attrName>ppt_x</p:attrName>
                                        </p:attrNameLst>
                                      </p:cBhvr>
                                      <p:tavLst>
                                        <p:tav tm="0">
                                          <p:val>
                                            <p:strVal val="0-#ppt_w/2"/>
                                          </p:val>
                                        </p:tav>
                                        <p:tav tm="100000">
                                          <p:val>
                                            <p:strVal val="#ppt_x"/>
                                          </p:val>
                                        </p:tav>
                                      </p:tavLst>
                                    </p:anim>
                                    <p:anim calcmode="lin" valueType="num">
                                      <p:cBhvr additive="base">
                                        <p:cTn id="57" dur="500" fill="hold"/>
                                        <p:tgtEl>
                                          <p:spTgt spid="48"/>
                                        </p:tgtEl>
                                        <p:attrNameLst>
                                          <p:attrName>ppt_y</p:attrName>
                                        </p:attrNameLst>
                                      </p:cBhvr>
                                      <p:tavLst>
                                        <p:tav tm="0">
                                          <p:val>
                                            <p:strVal val="#ppt_y"/>
                                          </p:val>
                                        </p:tav>
                                        <p:tav tm="100000">
                                          <p:val>
                                            <p:strVal val="#ppt_y"/>
                                          </p:val>
                                        </p:tav>
                                      </p:tavLst>
                                    </p:anim>
                                  </p:childTnLst>
                                </p:cTn>
                              </p:par>
                            </p:childTnLst>
                          </p:cTn>
                        </p:par>
                        <p:par>
                          <p:cTn id="58" fill="hold">
                            <p:stCondLst>
                              <p:cond delay="5500"/>
                            </p:stCondLst>
                            <p:childTnLst>
                              <p:par>
                                <p:cTn id="59" presetID="2" presetClass="entr" presetSubtype="8" fill="hold" nodeType="afterEffect">
                                  <p:childTnLst>
                                    <p:set>
                                      <p:cBhvr>
                                        <p:cTn id="60" dur="1" fill="hold">
                                          <p:stCondLst>
                                            <p:cond delay="0"/>
                                          </p:stCondLst>
                                        </p:cTn>
                                        <p:tgtEl>
                                          <p:spTgt spid="45"/>
                                        </p:tgtEl>
                                        <p:attrNameLst>
                                          <p:attrName>style.visibility</p:attrName>
                                        </p:attrNameLst>
                                      </p:cBhvr>
                                      <p:to>
                                        <p:strVal val="visible"/>
                                      </p:to>
                                    </p:set>
                                    <p:anim calcmode="lin" valueType="num">
                                      <p:cBhvr additive="base">
                                        <p:cTn id="61" dur="500" fill="hold"/>
                                        <p:tgtEl>
                                          <p:spTgt spid="45"/>
                                        </p:tgtEl>
                                        <p:attrNameLst>
                                          <p:attrName>ppt_x</p:attrName>
                                        </p:attrNameLst>
                                      </p:cBhvr>
                                      <p:tavLst>
                                        <p:tav tm="0">
                                          <p:val>
                                            <p:strVal val="0-#ppt_w/2"/>
                                          </p:val>
                                        </p:tav>
                                        <p:tav tm="100000">
                                          <p:val>
                                            <p:strVal val="#ppt_x"/>
                                          </p:val>
                                        </p:tav>
                                      </p:tavLst>
                                    </p:anim>
                                    <p:anim calcmode="lin" valueType="num">
                                      <p:cBhvr additive="base">
                                        <p:cTn id="62" dur="500" fill="hold"/>
                                        <p:tgtEl>
                                          <p:spTgt spid="45"/>
                                        </p:tgtEl>
                                        <p:attrNameLst>
                                          <p:attrName>ppt_y</p:attrName>
                                        </p:attrNameLst>
                                      </p:cBhvr>
                                      <p:tavLst>
                                        <p:tav tm="0">
                                          <p:val>
                                            <p:strVal val="#ppt_y"/>
                                          </p:val>
                                        </p:tav>
                                        <p:tav tm="100000">
                                          <p:val>
                                            <p:strVal val="#ppt_y"/>
                                          </p:val>
                                        </p:tav>
                                      </p:tavLst>
                                    </p:anim>
                                  </p:childTnLst>
                                </p:cTn>
                              </p:par>
                            </p:childTnLst>
                          </p:cTn>
                        </p:par>
                        <p:par>
                          <p:cTn id="63" fill="hold">
                            <p:stCondLst>
                              <p:cond delay="6000"/>
                            </p:stCondLst>
                            <p:childTnLst>
                              <p:par>
                                <p:cTn id="64" presetID="2" presetClass="entr" presetSubtype="2" fill="hold" nodeType="afterEffect">
                                  <p:childTnLst>
                                    <p:set>
                                      <p:cBhvr>
                                        <p:cTn id="65" dur="1" fill="hold">
                                          <p:stCondLst>
                                            <p:cond delay="0"/>
                                          </p:stCondLst>
                                        </p:cTn>
                                        <p:tgtEl>
                                          <p:spTgt spid="51"/>
                                        </p:tgtEl>
                                        <p:attrNameLst>
                                          <p:attrName>style.visibility</p:attrName>
                                        </p:attrNameLst>
                                      </p:cBhvr>
                                      <p:to>
                                        <p:strVal val="visible"/>
                                      </p:to>
                                    </p:set>
                                    <p:anim calcmode="lin" valueType="num">
                                      <p:cBhvr additive="base">
                                        <p:cTn id="66" dur="500" fill="hold"/>
                                        <p:tgtEl>
                                          <p:spTgt spid="51"/>
                                        </p:tgtEl>
                                        <p:attrNameLst>
                                          <p:attrName>ppt_x</p:attrName>
                                        </p:attrNameLst>
                                      </p:cBhvr>
                                      <p:tavLst>
                                        <p:tav tm="0">
                                          <p:val>
                                            <p:strVal val="1+#ppt_w/2"/>
                                          </p:val>
                                        </p:tav>
                                        <p:tav tm="100000">
                                          <p:val>
                                            <p:strVal val="#ppt_x"/>
                                          </p:val>
                                        </p:tav>
                                      </p:tavLst>
                                    </p:anim>
                                    <p:anim calcmode="lin" valueType="num">
                                      <p:cBhvr additive="base">
                                        <p:cTn id="67" dur="500" fill="hold"/>
                                        <p:tgtEl>
                                          <p:spTgt spid="51"/>
                                        </p:tgtEl>
                                        <p:attrNameLst>
                                          <p:attrName>ppt_y</p:attrName>
                                        </p:attrNameLst>
                                      </p:cBhvr>
                                      <p:tavLst>
                                        <p:tav tm="0">
                                          <p:val>
                                            <p:strVal val="#ppt_y"/>
                                          </p:val>
                                        </p:tav>
                                        <p:tav tm="100000">
                                          <p:val>
                                            <p:strVal val="#ppt_y"/>
                                          </p:val>
                                        </p:tav>
                                      </p:tavLst>
                                    </p:anim>
                                  </p:childTnLst>
                                </p:cTn>
                              </p:par>
                            </p:childTnLst>
                          </p:cTn>
                        </p:par>
                        <p:par>
                          <p:cTn id="68" fill="hold">
                            <p:stCondLst>
                              <p:cond delay="6500"/>
                            </p:stCondLst>
                            <p:childTnLst>
                              <p:par>
                                <p:cTn id="69" presetID="2" presetClass="entr" presetSubtype="2" fill="hold" nodeType="afterEffect">
                                  <p:childTnLst>
                                    <p:set>
                                      <p:cBhvr>
                                        <p:cTn id="70" dur="1" fill="hold">
                                          <p:stCondLst>
                                            <p:cond delay="0"/>
                                          </p:stCondLst>
                                        </p:cTn>
                                        <p:tgtEl>
                                          <p:spTgt spid="57"/>
                                        </p:tgtEl>
                                        <p:attrNameLst>
                                          <p:attrName>style.visibility</p:attrName>
                                        </p:attrNameLst>
                                      </p:cBhvr>
                                      <p:to>
                                        <p:strVal val="visible"/>
                                      </p:to>
                                    </p:set>
                                    <p:anim calcmode="lin" valueType="num">
                                      <p:cBhvr additive="base">
                                        <p:cTn id="71" dur="500" fill="hold"/>
                                        <p:tgtEl>
                                          <p:spTgt spid="57"/>
                                        </p:tgtEl>
                                        <p:attrNameLst>
                                          <p:attrName>ppt_x</p:attrName>
                                        </p:attrNameLst>
                                      </p:cBhvr>
                                      <p:tavLst>
                                        <p:tav tm="0">
                                          <p:val>
                                            <p:strVal val="1+#ppt_w/2"/>
                                          </p:val>
                                        </p:tav>
                                        <p:tav tm="100000">
                                          <p:val>
                                            <p:strVal val="#ppt_x"/>
                                          </p:val>
                                        </p:tav>
                                      </p:tavLst>
                                    </p:anim>
                                    <p:anim calcmode="lin" valueType="num">
                                      <p:cBhvr additive="base">
                                        <p:cTn id="72" dur="500" fill="hold"/>
                                        <p:tgtEl>
                                          <p:spTgt spid="57"/>
                                        </p:tgtEl>
                                        <p:attrNameLst>
                                          <p:attrName>ppt_y</p:attrName>
                                        </p:attrNameLst>
                                      </p:cBhvr>
                                      <p:tavLst>
                                        <p:tav tm="0">
                                          <p:val>
                                            <p:strVal val="#ppt_y"/>
                                          </p:val>
                                        </p:tav>
                                        <p:tav tm="100000">
                                          <p:val>
                                            <p:strVal val="#ppt_y"/>
                                          </p:val>
                                        </p:tav>
                                      </p:tavLst>
                                    </p:anim>
                                  </p:childTnLst>
                                </p:cTn>
                              </p:par>
                            </p:childTnLst>
                          </p:cTn>
                        </p:par>
                        <p:par>
                          <p:cTn id="73" fill="hold">
                            <p:stCondLst>
                              <p:cond delay="7000"/>
                            </p:stCondLst>
                            <p:childTnLst>
                              <p:par>
                                <p:cTn id="74" presetID="2" presetClass="entr" presetSubtype="2" fill="hold" nodeType="afterEffect">
                                  <p:childTnLst>
                                    <p:set>
                                      <p:cBhvr>
                                        <p:cTn id="75" dur="1" fill="hold">
                                          <p:stCondLst>
                                            <p:cond delay="0"/>
                                          </p:stCondLst>
                                        </p:cTn>
                                        <p:tgtEl>
                                          <p:spTgt spid="54"/>
                                        </p:tgtEl>
                                        <p:attrNameLst>
                                          <p:attrName>style.visibility</p:attrName>
                                        </p:attrNameLst>
                                      </p:cBhvr>
                                      <p:to>
                                        <p:strVal val="visible"/>
                                      </p:to>
                                    </p:set>
                                    <p:anim calcmode="lin" valueType="num">
                                      <p:cBhvr additive="base">
                                        <p:cTn id="76" dur="500" fill="hold"/>
                                        <p:tgtEl>
                                          <p:spTgt spid="54"/>
                                        </p:tgtEl>
                                        <p:attrNameLst>
                                          <p:attrName>ppt_x</p:attrName>
                                        </p:attrNameLst>
                                      </p:cBhvr>
                                      <p:tavLst>
                                        <p:tav tm="0">
                                          <p:val>
                                            <p:strVal val="1+#ppt_w/2"/>
                                          </p:val>
                                        </p:tav>
                                        <p:tav tm="100000">
                                          <p:val>
                                            <p:strVal val="#ppt_x"/>
                                          </p:val>
                                        </p:tav>
                                      </p:tavLst>
                                    </p:anim>
                                    <p:anim calcmode="lin" valueType="num">
                                      <p:cBhvr additive="base">
                                        <p:cTn id="77" dur="50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7" grpId="0"/>
      <p:bldP spid="38" grpId="0" animBg="1"/>
      <p:bldP spid="39" grpId="0" animBg="1"/>
      <p:bldP spid="40" grpId="0" animBg="1"/>
      <p:bldP spid="4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企业使命</a:t>
            </a:r>
          </a:p>
        </p:txBody>
      </p:sp>
      <p:sp>
        <p:nvSpPr>
          <p:cNvPr id="3" name="文本框 2"/>
          <p:cNvSpPr txBox="1"/>
          <p:nvPr/>
        </p:nvSpPr>
        <p:spPr>
          <a:xfrm>
            <a:off x="7478879" y="1685645"/>
            <a:ext cx="4872533" cy="769441"/>
          </a:xfrm>
          <a:prstGeom prst="rect">
            <a:avLst/>
          </a:prstGeom>
          <a:noFill/>
          <a:effectLst/>
        </p:spPr>
        <p:txBody>
          <a:bodyPr wrap="square" rtlCol="0">
            <a:spAutoFit/>
          </a:bodyPr>
          <a:lstStyle/>
          <a:p>
            <a:r>
              <a:rPr lang="zh-CN" altLang="en-US" sz="4400" b="1" dirty="0">
                <a:solidFill>
                  <a:schemeClr val="accent1"/>
                </a:solidFill>
                <a:cs typeface="+mn-ea"/>
                <a:sym typeface="+mn-lt"/>
              </a:rPr>
              <a:t>在此输入小标题</a:t>
            </a:r>
            <a:endParaRPr lang="zh-CN" altLang="en-US" sz="1400" b="1" dirty="0">
              <a:solidFill>
                <a:schemeClr val="accent1"/>
              </a:solidFill>
              <a:cs typeface="+mn-ea"/>
              <a:sym typeface="+mn-lt"/>
            </a:endParaRPr>
          </a:p>
        </p:txBody>
      </p:sp>
      <p:cxnSp>
        <p:nvCxnSpPr>
          <p:cNvPr id="4" name="直接连接符 3"/>
          <p:cNvCxnSpPr/>
          <p:nvPr/>
        </p:nvCxnSpPr>
        <p:spPr>
          <a:xfrm>
            <a:off x="422031" y="2915479"/>
            <a:ext cx="11303243" cy="0"/>
          </a:xfrm>
          <a:prstGeom prst="line">
            <a:avLst/>
          </a:prstGeom>
          <a:ln>
            <a:solidFill>
              <a:schemeClr val="bg1">
                <a:lumMod val="50000"/>
              </a:schemeClr>
            </a:solidFill>
          </a:ln>
          <a:effectLst/>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686946" y="3429000"/>
            <a:ext cx="7005790" cy="753220"/>
          </a:xfrm>
          <a:prstGeom prst="rect">
            <a:avLst/>
          </a:prstGeom>
          <a:noFill/>
          <a:effectLst/>
        </p:spPr>
        <p:txBody>
          <a:bodyPr wrap="square" rtlCol="0">
            <a:spAutoFit/>
          </a:bodyPr>
          <a:lstStyle/>
          <a:p>
            <a:pPr>
              <a:lnSpc>
                <a:spcPct val="125000"/>
              </a:lnSpc>
            </a:pPr>
            <a:r>
              <a:rPr lang="zh-CN" altLang="en-US" dirty="0">
                <a:cs typeface="+mn-ea"/>
                <a:sym typeface="+mn-lt"/>
              </a:rPr>
              <a:t>点击此处输入关于此小标题、版块的文字描述内容或者相关数据及分析</a:t>
            </a:r>
          </a:p>
        </p:txBody>
      </p:sp>
      <p:sp>
        <p:nvSpPr>
          <p:cNvPr id="6" name="文本框 5"/>
          <p:cNvSpPr txBox="1"/>
          <p:nvPr/>
        </p:nvSpPr>
        <p:spPr>
          <a:xfrm>
            <a:off x="686946" y="4345718"/>
            <a:ext cx="7005790" cy="826637"/>
          </a:xfrm>
          <a:prstGeom prst="rect">
            <a:avLst/>
          </a:prstGeom>
          <a:noFill/>
          <a:effectLst/>
        </p:spPr>
        <p:txBody>
          <a:bodyPr wrap="square" rtlCol="0">
            <a:spAutoFit/>
          </a:bodyPr>
          <a:lstStyle/>
          <a:p>
            <a:pPr>
              <a:lnSpc>
                <a:spcPct val="125000"/>
              </a:lnSpc>
            </a:pPr>
            <a:r>
              <a:rPr lang="zh-CN" altLang="en-US" sz="2000" b="1" dirty="0">
                <a:solidFill>
                  <a:schemeClr val="accent1"/>
                </a:solidFill>
                <a:cs typeface="+mn-ea"/>
                <a:sym typeface="+mn-lt"/>
              </a:rPr>
              <a:t>点击此处输入关于此小标题、版块的文字描述内容或者相关数据及分析</a:t>
            </a:r>
          </a:p>
        </p:txBody>
      </p:sp>
      <p:sp>
        <p:nvSpPr>
          <p:cNvPr id="7" name="文本框 6"/>
          <p:cNvSpPr txBox="1"/>
          <p:nvPr/>
        </p:nvSpPr>
        <p:spPr>
          <a:xfrm>
            <a:off x="686946" y="5465595"/>
            <a:ext cx="7005790" cy="753220"/>
          </a:xfrm>
          <a:prstGeom prst="rect">
            <a:avLst/>
          </a:prstGeom>
          <a:noFill/>
          <a:effectLst/>
        </p:spPr>
        <p:txBody>
          <a:bodyPr wrap="square" rtlCol="0">
            <a:spAutoFit/>
          </a:bodyPr>
          <a:lstStyle/>
          <a:p>
            <a:pPr>
              <a:lnSpc>
                <a:spcPct val="125000"/>
              </a:lnSpc>
            </a:pPr>
            <a:r>
              <a:rPr lang="zh-CN" altLang="en-US" dirty="0">
                <a:cs typeface="+mn-ea"/>
                <a:sym typeface="+mn-lt"/>
              </a:rPr>
              <a:t>点击此处输入关于此小标题、版块的文字描述内容或者相关数据及分析</a:t>
            </a:r>
          </a:p>
        </p:txBody>
      </p:sp>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8184533" y="3578789"/>
            <a:ext cx="3540741" cy="2360494"/>
          </a:xfrm>
          <a:prstGeom prst="rect">
            <a:avLst/>
          </a:prstGeom>
        </p:spPr>
      </p:pic>
      <p:pic>
        <p:nvPicPr>
          <p:cNvPr id="12" name="图片 11"/>
          <p:cNvPicPr>
            <a:picLocks noChangeAspect="1"/>
          </p:cNvPicPr>
          <p:nvPr/>
        </p:nvPicPr>
        <p:blipFill rotWithShape="1">
          <a:blip r:embed="rId4" cstate="print">
            <a:extLst>
              <a:ext uri="{28A0092B-C50C-407E-A947-70E740481C1C}">
                <a14:useLocalDpi xmlns:a14="http://schemas.microsoft.com/office/drawing/2010/main" val="0"/>
              </a:ext>
            </a:extLst>
          </a:blip>
          <a:srcRect t="48906" b="14822"/>
          <a:stretch/>
        </p:blipFill>
        <p:spPr>
          <a:xfrm>
            <a:off x="686946" y="1406734"/>
            <a:ext cx="6447377" cy="1276873"/>
          </a:xfrm>
          <a:prstGeom prst="rect">
            <a:avLst/>
          </a:prstGeom>
        </p:spPr>
      </p:pic>
    </p:spTree>
    <p:extLst>
      <p:ext uri="{BB962C8B-B14F-4D97-AF65-F5344CB8AC3E}">
        <p14:creationId xmlns:p14="http://schemas.microsoft.com/office/powerpoint/2010/main" val="37493368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Tn>
                        </p:par>
                        <p:par>
                          <p:cTn id="5" fill="hold" nodeType="afterGroup">
                            <p:stCondLst>
                              <p:cond delay="0"/>
                            </p:stCondLst>
                            <p:childTnLst>
                              <p:par>
                                <p:cTn id="6" presetID="9" presetClass="entr" presetSubtype="0" fill="hold" grpId="0" nodeType="afterEffect">
                                  <p:childTnLst>
                                    <p:set>
                                      <p:cBhvr>
                                        <p:cTn id="7" dur="1" fill="hold">
                                          <p:stCondLst>
                                            <p:cond delay="0"/>
                                          </p:stCondLst>
                                        </p:cTn>
                                        <p:tgtEl>
                                          <p:spTgt spid="3"/>
                                        </p:tgtEl>
                                        <p:attrNameLst>
                                          <p:attrName>style.visibility</p:attrName>
                                        </p:attrNameLst>
                                      </p:cBhvr>
                                      <p:to>
                                        <p:strVal val="visible"/>
                                      </p:to>
                                    </p:set>
                                    <p:animEffect transition="in" filter="dissolve">
                                      <p:cBhvr>
                                        <p:cTn id="8" dur="1000"/>
                                        <p:tgtEl>
                                          <p:spTgt spid="3"/>
                                        </p:tgtEl>
                                      </p:cBhvr>
                                    </p:animEffect>
                                  </p:childTnLst>
                                </p:cTn>
                              </p:par>
                            </p:childTnLst>
                          </p:cTn>
                        </p:par>
                        <p:par>
                          <p:cTn id="9" fill="hold" nodeType="withGroup">
                            <p:stCondLst>
                              <p:cond delay="1000"/>
                            </p:stCondLst>
                            <p:childTnLst>
                              <p:par>
                                <p:cTn id="10" presetID="2" presetClass="entr" presetSubtype="2" fill="hold" nodeType="afterEffec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1+#ppt_w/2"/>
                                          </p:val>
                                        </p:tav>
                                        <p:tav tm="100000">
                                          <p:val>
                                            <p:strVal val="#ppt_x"/>
                                          </p:val>
                                        </p:tav>
                                      </p:tavLst>
                                    </p:anim>
                                    <p:anim calcmode="lin" valueType="num">
                                      <p:cBhvr additive="base">
                                        <p:cTn id="13" dur="500" fill="hold"/>
                                        <p:tgtEl>
                                          <p:spTgt spid="12"/>
                                        </p:tgtEl>
                                        <p:attrNameLst>
                                          <p:attrName>ppt_y</p:attrName>
                                        </p:attrNameLst>
                                      </p:cBhvr>
                                      <p:tavLst>
                                        <p:tav tm="0">
                                          <p:val>
                                            <p:strVal val="#ppt_y"/>
                                          </p:val>
                                        </p:tav>
                                        <p:tav tm="100000">
                                          <p:val>
                                            <p:strVal val="#ppt_y"/>
                                          </p:val>
                                        </p:tav>
                                      </p:tavLst>
                                    </p:anim>
                                  </p:childTnLst>
                                </p:cTn>
                              </p:par>
                            </p:childTnLst>
                          </p:cTn>
                        </p:par>
                        <p:par>
                          <p:cTn id="14" fill="hold" nodeType="withGroup">
                            <p:stCondLst>
                              <p:cond delay="1500"/>
                            </p:stCondLst>
                            <p:childTnLst>
                              <p:par>
                                <p:cTn id="15" presetID="22" presetClass="entr" presetSubtype="8" fill="hold" nodeType="afterEffect">
                                  <p:childTnLst>
                                    <p:set>
                                      <p:cBhvr>
                                        <p:cTn id="16" dur="1" fill="hold">
                                          <p:stCondLst>
                                            <p:cond delay="0"/>
                                          </p:stCondLst>
                                        </p:cTn>
                                        <p:tgtEl>
                                          <p:spTgt spid="4"/>
                                        </p:tgtEl>
                                        <p:attrNameLst>
                                          <p:attrName>style.visibility</p:attrName>
                                        </p:attrNameLst>
                                      </p:cBhvr>
                                      <p:to>
                                        <p:strVal val="visible"/>
                                      </p:to>
                                    </p:set>
                                    <p:animEffect transition="in" filter="wipe(left)">
                                      <p:cBhvr>
                                        <p:cTn id="17" dur="1000"/>
                                        <p:tgtEl>
                                          <p:spTgt spid="4"/>
                                        </p:tgtEl>
                                      </p:cBhvr>
                                    </p:animEffect>
                                  </p:childTnLst>
                                </p:cTn>
                              </p:par>
                            </p:childTnLst>
                          </p:cTn>
                        </p:par>
                        <p:par>
                          <p:cTn id="18" fill="hold" nodeType="withGroup">
                            <p:stCondLst>
                              <p:cond delay="2500"/>
                            </p:stCondLst>
                            <p:childTnLst>
                              <p:par>
                                <p:cTn id="19" presetID="9" presetClass="entr" presetSubtype="0" fill="hold" nodeType="afterEffect">
                                  <p:childTnLst>
                                    <p:set>
                                      <p:cBhvr>
                                        <p:cTn id="20" dur="1" fill="hold">
                                          <p:stCondLst>
                                            <p:cond delay="0"/>
                                          </p:stCondLst>
                                        </p:cTn>
                                        <p:tgtEl>
                                          <p:spTgt spid="9"/>
                                        </p:tgtEl>
                                        <p:attrNameLst>
                                          <p:attrName>style.visibility</p:attrName>
                                        </p:attrNameLst>
                                      </p:cBhvr>
                                      <p:to>
                                        <p:strVal val="visible"/>
                                      </p:to>
                                    </p:set>
                                    <p:animEffect transition="in" filter="dissolve">
                                      <p:cBhvr>
                                        <p:cTn id="21" dur="500"/>
                                        <p:tgtEl>
                                          <p:spTgt spid="9"/>
                                        </p:tgtEl>
                                      </p:cBhvr>
                                    </p:animEffect>
                                  </p:childTnLst>
                                </p:cTn>
                              </p:par>
                            </p:childTnLst>
                          </p:cTn>
                        </p:par>
                        <p:par>
                          <p:cTn id="22" fill="hold" nodeType="withGroup">
                            <p:stCondLst>
                              <p:cond delay="3000"/>
                            </p:stCondLst>
                            <p:childTnLst>
                              <p:par>
                                <p:cTn id="23" presetID="10" presetClass="entr" presetSubtype="0" fill="hold" grpId="1" nodeType="afterEffect">
                                  <p:iterate type="lt">
                                    <p:tmPct val="5000"/>
                                  </p:iterate>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par>
                          <p:cTn id="26" fill="hold" nodeType="withGroup">
                            <p:stCondLst>
                              <p:cond delay="4250"/>
                            </p:stCondLst>
                            <p:childTnLst>
                              <p:par>
                                <p:cTn id="27" presetID="10" presetClass="entr" presetSubtype="0" fill="hold" grpId="2" nodeType="afterEffect">
                                  <p:iterate type="lt">
                                    <p:tmPct val="5000"/>
                                  </p:iterate>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par>
                          <p:cTn id="30" fill="hold" nodeType="withGroup">
                            <p:stCondLst>
                              <p:cond delay="5500"/>
                            </p:stCondLst>
                            <p:childTnLst>
                              <p:par>
                                <p:cTn id="31" presetID="10" presetClass="entr" presetSubtype="0" fill="hold" grpId="3" nodeType="afterEffect">
                                  <p:iterate type="lt">
                                    <p:tmPct val="5000"/>
                                  </p:iterate>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1"/>
      <p:bldP spid="6" grpId="2"/>
      <p:bldP spid="7" grpId="3"/>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经营方针</a:t>
            </a:r>
          </a:p>
        </p:txBody>
      </p:sp>
      <p:sp>
        <p:nvSpPr>
          <p:cNvPr id="14" name="千图PPT彼岸天：ID 8661124库_椭圆 3">
            <a:extLst>
              <a:ext uri="{FF2B5EF4-FFF2-40B4-BE49-F238E27FC236}">
                <a16:creationId xmlns:a16="http://schemas.microsoft.com/office/drawing/2014/main" id="{E1A334DB-65A1-4E70-A072-F70F6505BA60}"/>
              </a:ext>
            </a:extLst>
          </p:cNvPr>
          <p:cNvSpPr/>
          <p:nvPr>
            <p:custDataLst>
              <p:tags r:id="rId1"/>
            </p:custDataLst>
          </p:nvPr>
        </p:nvSpPr>
        <p:spPr>
          <a:xfrm>
            <a:off x="4293996" y="1697102"/>
            <a:ext cx="3604008" cy="3604008"/>
          </a:xfrm>
          <a:prstGeom prst="ellipse">
            <a:avLst/>
          </a:prstGeom>
          <a:pattFill prst="pct5">
            <a:fgClr>
              <a:srgbClr val="E4E6EA"/>
            </a:fgClr>
            <a:bgClr>
              <a:srgbClr val="ADB5BF"/>
            </a:bgClr>
          </a:patt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grpSp>
        <p:nvGrpSpPr>
          <p:cNvPr id="15" name="千图PPT彼岸天：ID 8661124库_组合 4">
            <a:extLst>
              <a:ext uri="{FF2B5EF4-FFF2-40B4-BE49-F238E27FC236}">
                <a16:creationId xmlns:a16="http://schemas.microsoft.com/office/drawing/2014/main" id="{C022BD0F-6A2D-45C2-8808-3AB8E24E2F4F}"/>
              </a:ext>
            </a:extLst>
          </p:cNvPr>
          <p:cNvGrpSpPr/>
          <p:nvPr>
            <p:custDataLst>
              <p:tags r:id="rId2"/>
            </p:custDataLst>
          </p:nvPr>
        </p:nvGrpSpPr>
        <p:grpSpPr>
          <a:xfrm>
            <a:off x="5550040" y="1612401"/>
            <a:ext cx="1091921" cy="1093558"/>
            <a:chOff x="5550040" y="1612401"/>
            <a:chExt cx="1091921" cy="1093558"/>
          </a:xfrm>
        </p:grpSpPr>
        <p:sp>
          <p:nvSpPr>
            <p:cNvPr id="16" name="椭圆 15">
              <a:extLst>
                <a:ext uri="{FF2B5EF4-FFF2-40B4-BE49-F238E27FC236}">
                  <a16:creationId xmlns:a16="http://schemas.microsoft.com/office/drawing/2014/main" id="{6819903A-43CF-479F-ABA3-3981DAFD5D4D}"/>
                </a:ext>
              </a:extLst>
            </p:cNvPr>
            <p:cNvSpPr/>
            <p:nvPr/>
          </p:nvSpPr>
          <p:spPr>
            <a:xfrm>
              <a:off x="5550040" y="1612401"/>
              <a:ext cx="1091921" cy="1093558"/>
            </a:xfrm>
            <a:prstGeom prst="ellipse">
              <a:avLst/>
            </a:prstGeom>
            <a:solidFill>
              <a:schemeClr val="accent3">
                <a:alpha val="9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17" name="任意多边形 5">
              <a:extLst>
                <a:ext uri="{FF2B5EF4-FFF2-40B4-BE49-F238E27FC236}">
                  <a16:creationId xmlns:a16="http://schemas.microsoft.com/office/drawing/2014/main" id="{C8660AD2-8C73-4B40-8188-FA050EAA7921}"/>
                </a:ext>
              </a:extLst>
            </p:cNvPr>
            <p:cNvSpPr/>
            <p:nvPr/>
          </p:nvSpPr>
          <p:spPr bwMode="auto">
            <a:xfrm>
              <a:off x="5824741" y="1915898"/>
              <a:ext cx="560621" cy="524114"/>
            </a:xfrm>
            <a:custGeom>
              <a:avLst/>
              <a:gdLst>
                <a:gd name="T0" fmla="*/ 736 w 1492"/>
                <a:gd name="T1" fmla="*/ 1230 h 1397"/>
                <a:gd name="T2" fmla="*/ 830 w 1492"/>
                <a:gd name="T3" fmla="*/ 903 h 1397"/>
                <a:gd name="T4" fmla="*/ 950 w 1492"/>
                <a:gd name="T5" fmla="*/ 791 h 1397"/>
                <a:gd name="T6" fmla="*/ 1492 w 1492"/>
                <a:gd name="T7" fmla="*/ 903 h 1397"/>
                <a:gd name="T8" fmla="*/ 1492 w 1492"/>
                <a:gd name="T9" fmla="*/ 1231 h 1397"/>
                <a:gd name="T10" fmla="*/ 1371 w 1492"/>
                <a:gd name="T11" fmla="*/ 1397 h 1397"/>
                <a:gd name="T12" fmla="*/ 830 w 1492"/>
                <a:gd name="T13" fmla="*/ 1286 h 1397"/>
                <a:gd name="T14" fmla="*/ 120 w 1492"/>
                <a:gd name="T15" fmla="*/ 0 h 1397"/>
                <a:gd name="T16" fmla="*/ 625 w 1492"/>
                <a:gd name="T17" fmla="*/ 30 h 1397"/>
                <a:gd name="T18" fmla="*/ 661 w 1492"/>
                <a:gd name="T19" fmla="*/ 438 h 1397"/>
                <a:gd name="T20" fmla="*/ 625 w 1492"/>
                <a:gd name="T21" fmla="*/ 573 h 1397"/>
                <a:gd name="T22" fmla="*/ 366 w 1492"/>
                <a:gd name="T23" fmla="*/ 644 h 1397"/>
                <a:gd name="T24" fmla="*/ 295 w 1492"/>
                <a:gd name="T25" fmla="*/ 605 h 1397"/>
                <a:gd name="T26" fmla="*/ 0 w 1492"/>
                <a:gd name="T27" fmla="*/ 493 h 1397"/>
                <a:gd name="T28" fmla="*/ 0 w 1492"/>
                <a:gd name="T29" fmla="*/ 437 h 1397"/>
                <a:gd name="T30" fmla="*/ 36 w 1492"/>
                <a:gd name="T31" fmla="*/ 30 h 1397"/>
                <a:gd name="T32" fmla="*/ 541 w 1492"/>
                <a:gd name="T33" fmla="*/ 71 h 1397"/>
                <a:gd name="T34" fmla="*/ 85 w 1492"/>
                <a:gd name="T35" fmla="*/ 84 h 1397"/>
                <a:gd name="T36" fmla="*/ 71 w 1492"/>
                <a:gd name="T37" fmla="*/ 110 h 1397"/>
                <a:gd name="T38" fmla="*/ 589 w 1492"/>
                <a:gd name="T39" fmla="*/ 110 h 1397"/>
                <a:gd name="T40" fmla="*/ 541 w 1492"/>
                <a:gd name="T41" fmla="*/ 71 h 1397"/>
                <a:gd name="T42" fmla="*/ 71 w 1492"/>
                <a:gd name="T43" fmla="*/ 493 h 1397"/>
                <a:gd name="T44" fmla="*/ 541 w 1492"/>
                <a:gd name="T45" fmla="*/ 533 h 1397"/>
                <a:gd name="T46" fmla="*/ 589 w 1492"/>
                <a:gd name="T47" fmla="*/ 474 h 1397"/>
                <a:gd name="T48" fmla="*/ 902 w 1492"/>
                <a:gd name="T49" fmla="*/ 1194 h 1397"/>
                <a:gd name="T50" fmla="*/ 1420 w 1492"/>
                <a:gd name="T51" fmla="*/ 903 h 1397"/>
                <a:gd name="T52" fmla="*/ 950 w 1492"/>
                <a:gd name="T53" fmla="*/ 863 h 1397"/>
                <a:gd name="T54" fmla="*/ 902 w 1492"/>
                <a:gd name="T55" fmla="*/ 903 h 1397"/>
                <a:gd name="T56" fmla="*/ 1420 w 1492"/>
                <a:gd name="T57" fmla="*/ 1266 h 1397"/>
                <a:gd name="T58" fmla="*/ 902 w 1492"/>
                <a:gd name="T59" fmla="*/ 1286 h 1397"/>
                <a:gd name="T60" fmla="*/ 1371 w 1492"/>
                <a:gd name="T61" fmla="*/ 1325 h 1397"/>
                <a:gd name="T62" fmla="*/ 1420 w 1492"/>
                <a:gd name="T63" fmla="*/ 1266 h 1397"/>
                <a:gd name="T64" fmla="*/ 295 w 1492"/>
                <a:gd name="T65" fmla="*/ 890 h 1397"/>
                <a:gd name="T66" fmla="*/ 366 w 1492"/>
                <a:gd name="T67" fmla="*/ 935 h 1397"/>
                <a:gd name="T68" fmla="*/ 295 w 1492"/>
                <a:gd name="T69" fmla="*/ 890 h 1397"/>
                <a:gd name="T70" fmla="*/ 295 w 1492"/>
                <a:gd name="T71" fmla="*/ 746 h 1397"/>
                <a:gd name="T72" fmla="*/ 366 w 1492"/>
                <a:gd name="T73" fmla="*/ 793 h 1397"/>
                <a:gd name="T74" fmla="*/ 295 w 1492"/>
                <a:gd name="T75" fmla="*/ 746 h 1397"/>
                <a:gd name="T76" fmla="*/ 295 w 1492"/>
                <a:gd name="T77" fmla="*/ 1031 h 1397"/>
                <a:gd name="T78" fmla="*/ 366 w 1492"/>
                <a:gd name="T79" fmla="*/ 1078 h 1397"/>
                <a:gd name="T80" fmla="*/ 295 w 1492"/>
                <a:gd name="T81" fmla="*/ 1031 h 1397"/>
                <a:gd name="T82" fmla="*/ 536 w 1492"/>
                <a:gd name="T83" fmla="*/ 1194 h 1397"/>
                <a:gd name="T84" fmla="*/ 490 w 1492"/>
                <a:gd name="T85" fmla="*/ 1266 h 1397"/>
                <a:gd name="T86" fmla="*/ 536 w 1492"/>
                <a:gd name="T87" fmla="*/ 1194 h 1397"/>
                <a:gd name="T88" fmla="*/ 677 w 1492"/>
                <a:gd name="T89" fmla="*/ 1194 h 1397"/>
                <a:gd name="T90" fmla="*/ 630 w 1492"/>
                <a:gd name="T91" fmla="*/ 1266 h 1397"/>
                <a:gd name="T92" fmla="*/ 677 w 1492"/>
                <a:gd name="T93" fmla="*/ 1194 h 1397"/>
                <a:gd name="T94" fmla="*/ 295 w 1492"/>
                <a:gd name="T95" fmla="*/ 1164 h 1397"/>
                <a:gd name="T96" fmla="*/ 366 w 1492"/>
                <a:gd name="T97" fmla="*/ 1194 h 1397"/>
                <a:gd name="T98" fmla="*/ 396 w 1492"/>
                <a:gd name="T99" fmla="*/ 1266 h 1397"/>
                <a:gd name="T100" fmla="*/ 299 w 1492"/>
                <a:gd name="T101" fmla="*/ 1249 h 1397"/>
                <a:gd name="T102" fmla="*/ 299 w 1492"/>
                <a:gd name="T103" fmla="*/ 1247 h 1397"/>
                <a:gd name="T104" fmla="*/ 298 w 1492"/>
                <a:gd name="T105" fmla="*/ 1246 h 1397"/>
                <a:gd name="T106" fmla="*/ 297 w 1492"/>
                <a:gd name="T107" fmla="*/ 1245 h 1397"/>
                <a:gd name="T108" fmla="*/ 296 w 1492"/>
                <a:gd name="T109" fmla="*/ 1242 h 1397"/>
                <a:gd name="T110" fmla="*/ 295 w 1492"/>
                <a:gd name="T111" fmla="*/ 1240 h 1397"/>
                <a:gd name="T112" fmla="*/ 295 w 1492"/>
                <a:gd name="T113" fmla="*/ 1237 h 1397"/>
                <a:gd name="T114" fmla="*/ 295 w 1492"/>
                <a:gd name="T115" fmla="*/ 1236 h 1397"/>
                <a:gd name="T116" fmla="*/ 295 w 1492"/>
                <a:gd name="T117" fmla="*/ 1233 h 1397"/>
                <a:gd name="T118" fmla="*/ 295 w 1492"/>
                <a:gd name="T119" fmla="*/ 1231 h 1397"/>
                <a:gd name="T120" fmla="*/ 295 w 1492"/>
                <a:gd name="T121" fmla="*/ 1230 h 1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92" h="1397">
                  <a:moveTo>
                    <a:pt x="830" y="1266"/>
                  </a:moveTo>
                  <a:cubicBezTo>
                    <a:pt x="772" y="1266"/>
                    <a:pt x="772" y="1266"/>
                    <a:pt x="772" y="1266"/>
                  </a:cubicBezTo>
                  <a:cubicBezTo>
                    <a:pt x="752" y="1266"/>
                    <a:pt x="736" y="1250"/>
                    <a:pt x="736" y="1230"/>
                  </a:cubicBezTo>
                  <a:cubicBezTo>
                    <a:pt x="736" y="1211"/>
                    <a:pt x="752" y="1194"/>
                    <a:pt x="772" y="1194"/>
                  </a:cubicBezTo>
                  <a:cubicBezTo>
                    <a:pt x="830" y="1194"/>
                    <a:pt x="830" y="1194"/>
                    <a:pt x="830" y="1194"/>
                  </a:cubicBezTo>
                  <a:cubicBezTo>
                    <a:pt x="830" y="903"/>
                    <a:pt x="830" y="903"/>
                    <a:pt x="830" y="903"/>
                  </a:cubicBezTo>
                  <a:cubicBezTo>
                    <a:pt x="830" y="872"/>
                    <a:pt x="844" y="843"/>
                    <a:pt x="866" y="823"/>
                  </a:cubicBezTo>
                  <a:cubicBezTo>
                    <a:pt x="869" y="821"/>
                    <a:pt x="869" y="821"/>
                    <a:pt x="869" y="821"/>
                  </a:cubicBezTo>
                  <a:cubicBezTo>
                    <a:pt x="891" y="802"/>
                    <a:pt x="920" y="791"/>
                    <a:pt x="950" y="791"/>
                  </a:cubicBezTo>
                  <a:cubicBezTo>
                    <a:pt x="1371" y="791"/>
                    <a:pt x="1371" y="791"/>
                    <a:pt x="1371" y="791"/>
                  </a:cubicBezTo>
                  <a:cubicBezTo>
                    <a:pt x="1404" y="791"/>
                    <a:pt x="1434" y="803"/>
                    <a:pt x="1455" y="823"/>
                  </a:cubicBezTo>
                  <a:cubicBezTo>
                    <a:pt x="1478" y="843"/>
                    <a:pt x="1492" y="872"/>
                    <a:pt x="1492" y="903"/>
                  </a:cubicBezTo>
                  <a:cubicBezTo>
                    <a:pt x="1492" y="1230"/>
                    <a:pt x="1492" y="1230"/>
                    <a:pt x="1492" y="1230"/>
                  </a:cubicBezTo>
                  <a:cubicBezTo>
                    <a:pt x="1492" y="1230"/>
                    <a:pt x="1492" y="1230"/>
                    <a:pt x="1492" y="1230"/>
                  </a:cubicBezTo>
                  <a:cubicBezTo>
                    <a:pt x="1492" y="1231"/>
                    <a:pt x="1492" y="1231"/>
                    <a:pt x="1492" y="1231"/>
                  </a:cubicBezTo>
                  <a:cubicBezTo>
                    <a:pt x="1492" y="1286"/>
                    <a:pt x="1492" y="1286"/>
                    <a:pt x="1492" y="1286"/>
                  </a:cubicBezTo>
                  <a:cubicBezTo>
                    <a:pt x="1492" y="1317"/>
                    <a:pt x="1478" y="1345"/>
                    <a:pt x="1455" y="1366"/>
                  </a:cubicBezTo>
                  <a:cubicBezTo>
                    <a:pt x="1434" y="1385"/>
                    <a:pt x="1404" y="1397"/>
                    <a:pt x="1371" y="1397"/>
                  </a:cubicBezTo>
                  <a:cubicBezTo>
                    <a:pt x="950" y="1397"/>
                    <a:pt x="950" y="1397"/>
                    <a:pt x="950" y="1397"/>
                  </a:cubicBezTo>
                  <a:cubicBezTo>
                    <a:pt x="918" y="1397"/>
                    <a:pt x="888" y="1385"/>
                    <a:pt x="867" y="1366"/>
                  </a:cubicBezTo>
                  <a:cubicBezTo>
                    <a:pt x="844" y="1345"/>
                    <a:pt x="830" y="1317"/>
                    <a:pt x="830" y="1286"/>
                  </a:cubicBezTo>
                  <a:cubicBezTo>
                    <a:pt x="830" y="1266"/>
                    <a:pt x="830" y="1266"/>
                    <a:pt x="830" y="1266"/>
                  </a:cubicBezTo>
                  <a:cubicBezTo>
                    <a:pt x="830" y="1266"/>
                    <a:pt x="830" y="1266"/>
                    <a:pt x="830" y="1266"/>
                  </a:cubicBezTo>
                  <a:close/>
                  <a:moveTo>
                    <a:pt x="120" y="0"/>
                  </a:moveTo>
                  <a:cubicBezTo>
                    <a:pt x="120" y="0"/>
                    <a:pt x="120" y="0"/>
                    <a:pt x="120" y="0"/>
                  </a:cubicBezTo>
                  <a:cubicBezTo>
                    <a:pt x="541" y="0"/>
                    <a:pt x="541" y="0"/>
                    <a:pt x="541" y="0"/>
                  </a:cubicBezTo>
                  <a:cubicBezTo>
                    <a:pt x="573" y="0"/>
                    <a:pt x="603" y="11"/>
                    <a:pt x="625" y="30"/>
                  </a:cubicBezTo>
                  <a:cubicBezTo>
                    <a:pt x="648" y="52"/>
                    <a:pt x="661" y="79"/>
                    <a:pt x="661" y="110"/>
                  </a:cubicBezTo>
                  <a:cubicBezTo>
                    <a:pt x="661" y="437"/>
                    <a:pt x="661" y="437"/>
                    <a:pt x="661" y="437"/>
                  </a:cubicBezTo>
                  <a:cubicBezTo>
                    <a:pt x="661" y="438"/>
                    <a:pt x="661" y="438"/>
                    <a:pt x="661" y="438"/>
                  </a:cubicBezTo>
                  <a:cubicBezTo>
                    <a:pt x="661" y="439"/>
                    <a:pt x="661" y="439"/>
                    <a:pt x="661" y="439"/>
                  </a:cubicBezTo>
                  <a:cubicBezTo>
                    <a:pt x="661" y="493"/>
                    <a:pt x="661" y="493"/>
                    <a:pt x="661" y="493"/>
                  </a:cubicBezTo>
                  <a:cubicBezTo>
                    <a:pt x="661" y="524"/>
                    <a:pt x="648" y="553"/>
                    <a:pt x="625" y="573"/>
                  </a:cubicBezTo>
                  <a:cubicBezTo>
                    <a:pt x="603" y="593"/>
                    <a:pt x="573" y="605"/>
                    <a:pt x="541" y="605"/>
                  </a:cubicBezTo>
                  <a:cubicBezTo>
                    <a:pt x="366" y="605"/>
                    <a:pt x="366" y="605"/>
                    <a:pt x="366" y="605"/>
                  </a:cubicBezTo>
                  <a:cubicBezTo>
                    <a:pt x="366" y="644"/>
                    <a:pt x="366" y="644"/>
                    <a:pt x="366" y="644"/>
                  </a:cubicBezTo>
                  <a:cubicBezTo>
                    <a:pt x="366" y="664"/>
                    <a:pt x="350" y="680"/>
                    <a:pt x="330" y="680"/>
                  </a:cubicBezTo>
                  <a:cubicBezTo>
                    <a:pt x="311" y="680"/>
                    <a:pt x="295" y="664"/>
                    <a:pt x="295" y="644"/>
                  </a:cubicBezTo>
                  <a:cubicBezTo>
                    <a:pt x="295" y="605"/>
                    <a:pt x="295" y="605"/>
                    <a:pt x="295" y="605"/>
                  </a:cubicBezTo>
                  <a:cubicBezTo>
                    <a:pt x="120" y="605"/>
                    <a:pt x="120" y="605"/>
                    <a:pt x="120" y="605"/>
                  </a:cubicBezTo>
                  <a:cubicBezTo>
                    <a:pt x="88" y="605"/>
                    <a:pt x="58" y="593"/>
                    <a:pt x="36" y="573"/>
                  </a:cubicBezTo>
                  <a:cubicBezTo>
                    <a:pt x="14" y="553"/>
                    <a:pt x="0" y="524"/>
                    <a:pt x="0" y="493"/>
                  </a:cubicBezTo>
                  <a:cubicBezTo>
                    <a:pt x="0" y="439"/>
                    <a:pt x="0" y="439"/>
                    <a:pt x="0" y="439"/>
                  </a:cubicBezTo>
                  <a:cubicBezTo>
                    <a:pt x="0" y="438"/>
                    <a:pt x="0" y="438"/>
                    <a:pt x="0" y="438"/>
                  </a:cubicBezTo>
                  <a:cubicBezTo>
                    <a:pt x="0" y="437"/>
                    <a:pt x="0" y="437"/>
                    <a:pt x="0" y="437"/>
                  </a:cubicBezTo>
                  <a:cubicBezTo>
                    <a:pt x="0" y="110"/>
                    <a:pt x="0" y="110"/>
                    <a:pt x="0" y="110"/>
                  </a:cubicBezTo>
                  <a:cubicBezTo>
                    <a:pt x="0" y="79"/>
                    <a:pt x="14" y="52"/>
                    <a:pt x="36" y="31"/>
                  </a:cubicBezTo>
                  <a:cubicBezTo>
                    <a:pt x="36" y="30"/>
                    <a:pt x="36" y="30"/>
                    <a:pt x="36" y="30"/>
                  </a:cubicBezTo>
                  <a:cubicBezTo>
                    <a:pt x="58" y="11"/>
                    <a:pt x="87" y="0"/>
                    <a:pt x="120" y="0"/>
                  </a:cubicBezTo>
                  <a:cubicBezTo>
                    <a:pt x="120" y="0"/>
                    <a:pt x="120" y="0"/>
                    <a:pt x="120" y="0"/>
                  </a:cubicBezTo>
                  <a:close/>
                  <a:moveTo>
                    <a:pt x="541" y="71"/>
                  </a:moveTo>
                  <a:cubicBezTo>
                    <a:pt x="541" y="71"/>
                    <a:pt x="541" y="71"/>
                    <a:pt x="541" y="71"/>
                  </a:cubicBezTo>
                  <a:cubicBezTo>
                    <a:pt x="120" y="71"/>
                    <a:pt x="120" y="71"/>
                    <a:pt x="120" y="71"/>
                  </a:cubicBezTo>
                  <a:cubicBezTo>
                    <a:pt x="106" y="71"/>
                    <a:pt x="93" y="76"/>
                    <a:pt x="85" y="84"/>
                  </a:cubicBezTo>
                  <a:cubicBezTo>
                    <a:pt x="85" y="84"/>
                    <a:pt x="85" y="84"/>
                    <a:pt x="85" y="84"/>
                  </a:cubicBezTo>
                  <a:cubicBezTo>
                    <a:pt x="85" y="84"/>
                    <a:pt x="85" y="84"/>
                    <a:pt x="85" y="84"/>
                  </a:cubicBezTo>
                  <a:cubicBezTo>
                    <a:pt x="76" y="91"/>
                    <a:pt x="71" y="100"/>
                    <a:pt x="71" y="110"/>
                  </a:cubicBezTo>
                  <a:cubicBezTo>
                    <a:pt x="71" y="402"/>
                    <a:pt x="71" y="402"/>
                    <a:pt x="71" y="402"/>
                  </a:cubicBezTo>
                  <a:cubicBezTo>
                    <a:pt x="589" y="402"/>
                    <a:pt x="589" y="402"/>
                    <a:pt x="589" y="402"/>
                  </a:cubicBezTo>
                  <a:cubicBezTo>
                    <a:pt x="589" y="110"/>
                    <a:pt x="589" y="110"/>
                    <a:pt x="589" y="110"/>
                  </a:cubicBezTo>
                  <a:cubicBezTo>
                    <a:pt x="589" y="100"/>
                    <a:pt x="584" y="91"/>
                    <a:pt x="577" y="84"/>
                  </a:cubicBezTo>
                  <a:cubicBezTo>
                    <a:pt x="567" y="76"/>
                    <a:pt x="555" y="71"/>
                    <a:pt x="541" y="71"/>
                  </a:cubicBezTo>
                  <a:cubicBezTo>
                    <a:pt x="541" y="71"/>
                    <a:pt x="541" y="71"/>
                    <a:pt x="541" y="71"/>
                  </a:cubicBezTo>
                  <a:close/>
                  <a:moveTo>
                    <a:pt x="71" y="474"/>
                  </a:moveTo>
                  <a:cubicBezTo>
                    <a:pt x="71" y="474"/>
                    <a:pt x="71" y="474"/>
                    <a:pt x="71" y="474"/>
                  </a:cubicBezTo>
                  <a:cubicBezTo>
                    <a:pt x="71" y="493"/>
                    <a:pt x="71" y="493"/>
                    <a:pt x="71" y="493"/>
                  </a:cubicBezTo>
                  <a:cubicBezTo>
                    <a:pt x="71" y="503"/>
                    <a:pt x="76" y="513"/>
                    <a:pt x="85" y="520"/>
                  </a:cubicBezTo>
                  <a:cubicBezTo>
                    <a:pt x="93" y="528"/>
                    <a:pt x="106" y="533"/>
                    <a:pt x="120" y="533"/>
                  </a:cubicBezTo>
                  <a:cubicBezTo>
                    <a:pt x="541" y="533"/>
                    <a:pt x="541" y="533"/>
                    <a:pt x="541" y="533"/>
                  </a:cubicBezTo>
                  <a:cubicBezTo>
                    <a:pt x="555" y="533"/>
                    <a:pt x="567" y="528"/>
                    <a:pt x="577" y="520"/>
                  </a:cubicBezTo>
                  <a:cubicBezTo>
                    <a:pt x="584" y="513"/>
                    <a:pt x="589" y="503"/>
                    <a:pt x="589" y="493"/>
                  </a:cubicBezTo>
                  <a:cubicBezTo>
                    <a:pt x="589" y="474"/>
                    <a:pt x="589" y="474"/>
                    <a:pt x="589" y="474"/>
                  </a:cubicBezTo>
                  <a:cubicBezTo>
                    <a:pt x="71" y="474"/>
                    <a:pt x="71" y="474"/>
                    <a:pt x="71" y="474"/>
                  </a:cubicBezTo>
                  <a:cubicBezTo>
                    <a:pt x="71" y="474"/>
                    <a:pt x="71" y="474"/>
                    <a:pt x="71" y="474"/>
                  </a:cubicBezTo>
                  <a:close/>
                  <a:moveTo>
                    <a:pt x="902" y="1194"/>
                  </a:moveTo>
                  <a:cubicBezTo>
                    <a:pt x="902" y="1194"/>
                    <a:pt x="902" y="1194"/>
                    <a:pt x="902" y="1194"/>
                  </a:cubicBezTo>
                  <a:cubicBezTo>
                    <a:pt x="1420" y="1194"/>
                    <a:pt x="1420" y="1194"/>
                    <a:pt x="1420" y="1194"/>
                  </a:cubicBezTo>
                  <a:cubicBezTo>
                    <a:pt x="1420" y="903"/>
                    <a:pt x="1420" y="903"/>
                    <a:pt x="1420" y="903"/>
                  </a:cubicBezTo>
                  <a:cubicBezTo>
                    <a:pt x="1420" y="893"/>
                    <a:pt x="1416" y="883"/>
                    <a:pt x="1407" y="876"/>
                  </a:cubicBezTo>
                  <a:cubicBezTo>
                    <a:pt x="1398" y="869"/>
                    <a:pt x="1386" y="863"/>
                    <a:pt x="1371" y="863"/>
                  </a:cubicBezTo>
                  <a:cubicBezTo>
                    <a:pt x="950" y="863"/>
                    <a:pt x="950" y="863"/>
                    <a:pt x="950" y="863"/>
                  </a:cubicBezTo>
                  <a:cubicBezTo>
                    <a:pt x="937" y="863"/>
                    <a:pt x="925" y="867"/>
                    <a:pt x="916" y="875"/>
                  </a:cubicBezTo>
                  <a:cubicBezTo>
                    <a:pt x="915" y="876"/>
                    <a:pt x="915" y="876"/>
                    <a:pt x="915" y="876"/>
                  </a:cubicBezTo>
                  <a:cubicBezTo>
                    <a:pt x="907" y="883"/>
                    <a:pt x="902" y="893"/>
                    <a:pt x="902" y="903"/>
                  </a:cubicBezTo>
                  <a:cubicBezTo>
                    <a:pt x="902" y="1194"/>
                    <a:pt x="902" y="1194"/>
                    <a:pt x="902" y="1194"/>
                  </a:cubicBezTo>
                  <a:cubicBezTo>
                    <a:pt x="902" y="1194"/>
                    <a:pt x="902" y="1194"/>
                    <a:pt x="902" y="1194"/>
                  </a:cubicBezTo>
                  <a:close/>
                  <a:moveTo>
                    <a:pt x="1420" y="1266"/>
                  </a:moveTo>
                  <a:cubicBezTo>
                    <a:pt x="1420" y="1266"/>
                    <a:pt x="1420" y="1266"/>
                    <a:pt x="1420" y="1266"/>
                  </a:cubicBezTo>
                  <a:cubicBezTo>
                    <a:pt x="902" y="1266"/>
                    <a:pt x="902" y="1266"/>
                    <a:pt x="902" y="1266"/>
                  </a:cubicBezTo>
                  <a:cubicBezTo>
                    <a:pt x="902" y="1286"/>
                    <a:pt x="902" y="1286"/>
                    <a:pt x="902" y="1286"/>
                  </a:cubicBezTo>
                  <a:cubicBezTo>
                    <a:pt x="902" y="1296"/>
                    <a:pt x="907" y="1305"/>
                    <a:pt x="915" y="1312"/>
                  </a:cubicBezTo>
                  <a:cubicBezTo>
                    <a:pt x="924" y="1320"/>
                    <a:pt x="936" y="1325"/>
                    <a:pt x="950" y="1325"/>
                  </a:cubicBezTo>
                  <a:cubicBezTo>
                    <a:pt x="1371" y="1325"/>
                    <a:pt x="1371" y="1325"/>
                    <a:pt x="1371" y="1325"/>
                  </a:cubicBezTo>
                  <a:cubicBezTo>
                    <a:pt x="1386" y="1325"/>
                    <a:pt x="1398" y="1320"/>
                    <a:pt x="1407" y="1312"/>
                  </a:cubicBezTo>
                  <a:cubicBezTo>
                    <a:pt x="1416" y="1305"/>
                    <a:pt x="1420" y="1296"/>
                    <a:pt x="1420" y="1286"/>
                  </a:cubicBezTo>
                  <a:cubicBezTo>
                    <a:pt x="1420" y="1266"/>
                    <a:pt x="1420" y="1266"/>
                    <a:pt x="1420" y="1266"/>
                  </a:cubicBezTo>
                  <a:cubicBezTo>
                    <a:pt x="1420" y="1266"/>
                    <a:pt x="1420" y="1266"/>
                    <a:pt x="1420" y="1266"/>
                  </a:cubicBezTo>
                  <a:close/>
                  <a:moveTo>
                    <a:pt x="295" y="890"/>
                  </a:moveTo>
                  <a:cubicBezTo>
                    <a:pt x="295" y="890"/>
                    <a:pt x="295" y="890"/>
                    <a:pt x="295" y="890"/>
                  </a:cubicBezTo>
                  <a:cubicBezTo>
                    <a:pt x="295" y="869"/>
                    <a:pt x="311" y="853"/>
                    <a:pt x="330" y="853"/>
                  </a:cubicBezTo>
                  <a:cubicBezTo>
                    <a:pt x="350" y="853"/>
                    <a:pt x="366" y="869"/>
                    <a:pt x="366" y="890"/>
                  </a:cubicBezTo>
                  <a:cubicBezTo>
                    <a:pt x="366" y="935"/>
                    <a:pt x="366" y="935"/>
                    <a:pt x="366" y="935"/>
                  </a:cubicBezTo>
                  <a:cubicBezTo>
                    <a:pt x="366" y="955"/>
                    <a:pt x="350" y="971"/>
                    <a:pt x="330" y="971"/>
                  </a:cubicBezTo>
                  <a:cubicBezTo>
                    <a:pt x="311" y="971"/>
                    <a:pt x="295" y="955"/>
                    <a:pt x="295" y="935"/>
                  </a:cubicBezTo>
                  <a:cubicBezTo>
                    <a:pt x="295" y="890"/>
                    <a:pt x="295" y="890"/>
                    <a:pt x="295" y="890"/>
                  </a:cubicBezTo>
                  <a:cubicBezTo>
                    <a:pt x="295" y="890"/>
                    <a:pt x="295" y="890"/>
                    <a:pt x="295" y="890"/>
                  </a:cubicBezTo>
                  <a:close/>
                  <a:moveTo>
                    <a:pt x="295" y="746"/>
                  </a:moveTo>
                  <a:cubicBezTo>
                    <a:pt x="295" y="746"/>
                    <a:pt x="295" y="746"/>
                    <a:pt x="295" y="746"/>
                  </a:cubicBezTo>
                  <a:cubicBezTo>
                    <a:pt x="295" y="727"/>
                    <a:pt x="311" y="710"/>
                    <a:pt x="330" y="710"/>
                  </a:cubicBezTo>
                  <a:cubicBezTo>
                    <a:pt x="350" y="710"/>
                    <a:pt x="366" y="727"/>
                    <a:pt x="366" y="746"/>
                  </a:cubicBezTo>
                  <a:cubicBezTo>
                    <a:pt x="366" y="793"/>
                    <a:pt x="366" y="793"/>
                    <a:pt x="366" y="793"/>
                  </a:cubicBezTo>
                  <a:cubicBezTo>
                    <a:pt x="366" y="812"/>
                    <a:pt x="350" y="829"/>
                    <a:pt x="330" y="829"/>
                  </a:cubicBezTo>
                  <a:cubicBezTo>
                    <a:pt x="311" y="829"/>
                    <a:pt x="295" y="812"/>
                    <a:pt x="295" y="793"/>
                  </a:cubicBezTo>
                  <a:cubicBezTo>
                    <a:pt x="295" y="746"/>
                    <a:pt x="295" y="746"/>
                    <a:pt x="295" y="746"/>
                  </a:cubicBezTo>
                  <a:cubicBezTo>
                    <a:pt x="295" y="746"/>
                    <a:pt x="295" y="746"/>
                    <a:pt x="295" y="746"/>
                  </a:cubicBezTo>
                  <a:close/>
                  <a:moveTo>
                    <a:pt x="295" y="1031"/>
                  </a:moveTo>
                  <a:cubicBezTo>
                    <a:pt x="295" y="1031"/>
                    <a:pt x="295" y="1031"/>
                    <a:pt x="295" y="1031"/>
                  </a:cubicBezTo>
                  <a:cubicBezTo>
                    <a:pt x="295" y="1012"/>
                    <a:pt x="311" y="996"/>
                    <a:pt x="330" y="996"/>
                  </a:cubicBezTo>
                  <a:cubicBezTo>
                    <a:pt x="350" y="996"/>
                    <a:pt x="366" y="1012"/>
                    <a:pt x="366" y="1031"/>
                  </a:cubicBezTo>
                  <a:cubicBezTo>
                    <a:pt x="366" y="1078"/>
                    <a:pt x="366" y="1078"/>
                    <a:pt x="366" y="1078"/>
                  </a:cubicBezTo>
                  <a:cubicBezTo>
                    <a:pt x="366" y="1098"/>
                    <a:pt x="350" y="1114"/>
                    <a:pt x="330" y="1114"/>
                  </a:cubicBezTo>
                  <a:cubicBezTo>
                    <a:pt x="311" y="1114"/>
                    <a:pt x="295" y="1098"/>
                    <a:pt x="295" y="1078"/>
                  </a:cubicBezTo>
                  <a:cubicBezTo>
                    <a:pt x="295" y="1031"/>
                    <a:pt x="295" y="1031"/>
                    <a:pt x="295" y="1031"/>
                  </a:cubicBezTo>
                  <a:cubicBezTo>
                    <a:pt x="295" y="1031"/>
                    <a:pt x="295" y="1031"/>
                    <a:pt x="295" y="1031"/>
                  </a:cubicBezTo>
                  <a:close/>
                  <a:moveTo>
                    <a:pt x="536" y="1194"/>
                  </a:moveTo>
                  <a:cubicBezTo>
                    <a:pt x="536" y="1194"/>
                    <a:pt x="536" y="1194"/>
                    <a:pt x="536" y="1194"/>
                  </a:cubicBezTo>
                  <a:cubicBezTo>
                    <a:pt x="556" y="1194"/>
                    <a:pt x="573" y="1211"/>
                    <a:pt x="573" y="1230"/>
                  </a:cubicBezTo>
                  <a:cubicBezTo>
                    <a:pt x="573" y="1250"/>
                    <a:pt x="556" y="1266"/>
                    <a:pt x="536" y="1266"/>
                  </a:cubicBezTo>
                  <a:cubicBezTo>
                    <a:pt x="490" y="1266"/>
                    <a:pt x="490" y="1266"/>
                    <a:pt x="490" y="1266"/>
                  </a:cubicBezTo>
                  <a:cubicBezTo>
                    <a:pt x="470" y="1266"/>
                    <a:pt x="454" y="1250"/>
                    <a:pt x="454" y="1230"/>
                  </a:cubicBezTo>
                  <a:cubicBezTo>
                    <a:pt x="454" y="1211"/>
                    <a:pt x="470" y="1194"/>
                    <a:pt x="490" y="1194"/>
                  </a:cubicBezTo>
                  <a:cubicBezTo>
                    <a:pt x="536" y="1194"/>
                    <a:pt x="536" y="1194"/>
                    <a:pt x="536" y="1194"/>
                  </a:cubicBezTo>
                  <a:cubicBezTo>
                    <a:pt x="536" y="1194"/>
                    <a:pt x="536" y="1194"/>
                    <a:pt x="536" y="1194"/>
                  </a:cubicBezTo>
                  <a:close/>
                  <a:moveTo>
                    <a:pt x="677" y="1194"/>
                  </a:moveTo>
                  <a:cubicBezTo>
                    <a:pt x="677" y="1194"/>
                    <a:pt x="677" y="1194"/>
                    <a:pt x="677" y="1194"/>
                  </a:cubicBezTo>
                  <a:cubicBezTo>
                    <a:pt x="696" y="1194"/>
                    <a:pt x="712" y="1211"/>
                    <a:pt x="712" y="1230"/>
                  </a:cubicBezTo>
                  <a:cubicBezTo>
                    <a:pt x="712" y="1250"/>
                    <a:pt x="696" y="1266"/>
                    <a:pt x="677" y="1266"/>
                  </a:cubicBezTo>
                  <a:cubicBezTo>
                    <a:pt x="630" y="1266"/>
                    <a:pt x="630" y="1266"/>
                    <a:pt x="630" y="1266"/>
                  </a:cubicBezTo>
                  <a:cubicBezTo>
                    <a:pt x="610" y="1266"/>
                    <a:pt x="595" y="1250"/>
                    <a:pt x="595" y="1230"/>
                  </a:cubicBezTo>
                  <a:cubicBezTo>
                    <a:pt x="595" y="1211"/>
                    <a:pt x="610" y="1194"/>
                    <a:pt x="630" y="1194"/>
                  </a:cubicBezTo>
                  <a:cubicBezTo>
                    <a:pt x="677" y="1194"/>
                    <a:pt x="677" y="1194"/>
                    <a:pt x="677" y="1194"/>
                  </a:cubicBezTo>
                  <a:cubicBezTo>
                    <a:pt x="677" y="1194"/>
                    <a:pt x="677" y="1194"/>
                    <a:pt x="677" y="1194"/>
                  </a:cubicBezTo>
                  <a:close/>
                  <a:moveTo>
                    <a:pt x="295" y="1164"/>
                  </a:moveTo>
                  <a:cubicBezTo>
                    <a:pt x="295" y="1164"/>
                    <a:pt x="295" y="1164"/>
                    <a:pt x="295" y="1164"/>
                  </a:cubicBezTo>
                  <a:cubicBezTo>
                    <a:pt x="295" y="1144"/>
                    <a:pt x="311" y="1129"/>
                    <a:pt x="330" y="1129"/>
                  </a:cubicBezTo>
                  <a:cubicBezTo>
                    <a:pt x="350" y="1129"/>
                    <a:pt x="366" y="1144"/>
                    <a:pt x="366" y="1164"/>
                  </a:cubicBezTo>
                  <a:cubicBezTo>
                    <a:pt x="366" y="1194"/>
                    <a:pt x="366" y="1194"/>
                    <a:pt x="366" y="1194"/>
                  </a:cubicBezTo>
                  <a:cubicBezTo>
                    <a:pt x="396" y="1194"/>
                    <a:pt x="396" y="1194"/>
                    <a:pt x="396" y="1194"/>
                  </a:cubicBezTo>
                  <a:cubicBezTo>
                    <a:pt x="416" y="1194"/>
                    <a:pt x="433" y="1211"/>
                    <a:pt x="433" y="1230"/>
                  </a:cubicBezTo>
                  <a:cubicBezTo>
                    <a:pt x="433" y="1250"/>
                    <a:pt x="416" y="1266"/>
                    <a:pt x="396" y="1266"/>
                  </a:cubicBezTo>
                  <a:cubicBezTo>
                    <a:pt x="333" y="1266"/>
                    <a:pt x="333" y="1266"/>
                    <a:pt x="333" y="1266"/>
                  </a:cubicBezTo>
                  <a:cubicBezTo>
                    <a:pt x="330" y="1266"/>
                    <a:pt x="330" y="1266"/>
                    <a:pt x="330" y="1266"/>
                  </a:cubicBezTo>
                  <a:cubicBezTo>
                    <a:pt x="317" y="1266"/>
                    <a:pt x="305" y="1260"/>
                    <a:pt x="299" y="1249"/>
                  </a:cubicBezTo>
                  <a:cubicBezTo>
                    <a:pt x="299" y="1248"/>
                    <a:pt x="299" y="1248"/>
                    <a:pt x="299" y="1248"/>
                  </a:cubicBezTo>
                  <a:cubicBezTo>
                    <a:pt x="299" y="1248"/>
                    <a:pt x="299" y="1248"/>
                    <a:pt x="299" y="1248"/>
                  </a:cubicBezTo>
                  <a:cubicBezTo>
                    <a:pt x="299" y="1247"/>
                    <a:pt x="299" y="1247"/>
                    <a:pt x="299" y="1247"/>
                  </a:cubicBezTo>
                  <a:cubicBezTo>
                    <a:pt x="299" y="1246"/>
                    <a:pt x="299" y="1246"/>
                    <a:pt x="299" y="1246"/>
                  </a:cubicBezTo>
                  <a:cubicBezTo>
                    <a:pt x="298" y="1246"/>
                    <a:pt x="298" y="1246"/>
                    <a:pt x="298" y="1246"/>
                  </a:cubicBezTo>
                  <a:cubicBezTo>
                    <a:pt x="298" y="1246"/>
                    <a:pt x="298" y="1246"/>
                    <a:pt x="298" y="1246"/>
                  </a:cubicBezTo>
                  <a:cubicBezTo>
                    <a:pt x="298" y="1245"/>
                    <a:pt x="298" y="1245"/>
                    <a:pt x="298" y="1245"/>
                  </a:cubicBezTo>
                  <a:cubicBezTo>
                    <a:pt x="298" y="1245"/>
                    <a:pt x="298" y="1245"/>
                    <a:pt x="298" y="1245"/>
                  </a:cubicBezTo>
                  <a:cubicBezTo>
                    <a:pt x="297" y="1245"/>
                    <a:pt x="297" y="1245"/>
                    <a:pt x="297" y="1245"/>
                  </a:cubicBezTo>
                  <a:cubicBezTo>
                    <a:pt x="297" y="1244"/>
                    <a:pt x="297" y="1244"/>
                    <a:pt x="297" y="1244"/>
                  </a:cubicBezTo>
                  <a:cubicBezTo>
                    <a:pt x="296" y="1243"/>
                    <a:pt x="296" y="1243"/>
                    <a:pt x="296" y="1243"/>
                  </a:cubicBezTo>
                  <a:cubicBezTo>
                    <a:pt x="296" y="1242"/>
                    <a:pt x="296" y="1242"/>
                    <a:pt x="296" y="1242"/>
                  </a:cubicBezTo>
                  <a:cubicBezTo>
                    <a:pt x="296" y="1241"/>
                    <a:pt x="296" y="1241"/>
                    <a:pt x="296" y="1241"/>
                  </a:cubicBezTo>
                  <a:cubicBezTo>
                    <a:pt x="295" y="1240"/>
                    <a:pt x="295" y="1240"/>
                    <a:pt x="295" y="1240"/>
                  </a:cubicBezTo>
                  <a:cubicBezTo>
                    <a:pt x="295" y="1240"/>
                    <a:pt x="295" y="1240"/>
                    <a:pt x="295" y="1240"/>
                  </a:cubicBezTo>
                  <a:cubicBezTo>
                    <a:pt x="295" y="1239"/>
                    <a:pt x="295" y="1239"/>
                    <a:pt x="295" y="1239"/>
                  </a:cubicBezTo>
                  <a:cubicBezTo>
                    <a:pt x="295" y="1238"/>
                    <a:pt x="295" y="1238"/>
                    <a:pt x="295" y="1238"/>
                  </a:cubicBezTo>
                  <a:cubicBezTo>
                    <a:pt x="295" y="1237"/>
                    <a:pt x="295" y="1237"/>
                    <a:pt x="295" y="1237"/>
                  </a:cubicBezTo>
                  <a:cubicBezTo>
                    <a:pt x="295" y="1237"/>
                    <a:pt x="295" y="1237"/>
                    <a:pt x="295" y="1237"/>
                  </a:cubicBezTo>
                  <a:cubicBezTo>
                    <a:pt x="295" y="1236"/>
                    <a:pt x="295" y="1236"/>
                    <a:pt x="295" y="1236"/>
                  </a:cubicBezTo>
                  <a:cubicBezTo>
                    <a:pt x="295" y="1236"/>
                    <a:pt x="295" y="1236"/>
                    <a:pt x="295" y="1236"/>
                  </a:cubicBezTo>
                  <a:cubicBezTo>
                    <a:pt x="295" y="1235"/>
                    <a:pt x="295" y="1235"/>
                    <a:pt x="295" y="1235"/>
                  </a:cubicBezTo>
                  <a:cubicBezTo>
                    <a:pt x="295" y="1234"/>
                    <a:pt x="295" y="1234"/>
                    <a:pt x="295" y="1234"/>
                  </a:cubicBezTo>
                  <a:cubicBezTo>
                    <a:pt x="295" y="1233"/>
                    <a:pt x="295" y="1233"/>
                    <a:pt x="295" y="1233"/>
                  </a:cubicBezTo>
                  <a:cubicBezTo>
                    <a:pt x="295" y="1232"/>
                    <a:pt x="295" y="1232"/>
                    <a:pt x="295" y="1232"/>
                  </a:cubicBezTo>
                  <a:cubicBezTo>
                    <a:pt x="295" y="1232"/>
                    <a:pt x="295" y="1232"/>
                    <a:pt x="295" y="1232"/>
                  </a:cubicBezTo>
                  <a:cubicBezTo>
                    <a:pt x="295" y="1231"/>
                    <a:pt x="295" y="1231"/>
                    <a:pt x="295" y="1231"/>
                  </a:cubicBezTo>
                  <a:cubicBezTo>
                    <a:pt x="295" y="1231"/>
                    <a:pt x="295" y="1231"/>
                    <a:pt x="295" y="1231"/>
                  </a:cubicBezTo>
                  <a:cubicBezTo>
                    <a:pt x="295" y="1230"/>
                    <a:pt x="295" y="1230"/>
                    <a:pt x="295" y="1230"/>
                  </a:cubicBezTo>
                  <a:cubicBezTo>
                    <a:pt x="295" y="1230"/>
                    <a:pt x="295" y="1230"/>
                    <a:pt x="295" y="1230"/>
                  </a:cubicBezTo>
                  <a:cubicBezTo>
                    <a:pt x="295" y="1164"/>
                    <a:pt x="295" y="1164"/>
                    <a:pt x="295" y="1164"/>
                  </a:cubicBezTo>
                  <a:cubicBezTo>
                    <a:pt x="295" y="1164"/>
                    <a:pt x="295" y="1164"/>
                    <a:pt x="295" y="1164"/>
                  </a:cubicBezTo>
                  <a:close/>
                </a:path>
              </a:pathLst>
            </a:custGeom>
            <a:solidFill>
              <a:schemeClr val="bg1"/>
            </a:solidFill>
            <a:ln>
              <a:noFill/>
            </a:ln>
          </p:spPr>
          <p:txBody>
            <a:bodyPr anchor="ctr"/>
            <a:lstStyle/>
            <a:p>
              <a:pPr algn="ctr"/>
              <a:endParaRPr dirty="0"/>
            </a:p>
          </p:txBody>
        </p:sp>
      </p:grpSp>
      <p:grpSp>
        <p:nvGrpSpPr>
          <p:cNvPr id="18" name="千图PPT彼岸天：ID 8661124库_组合 5">
            <a:extLst>
              <a:ext uri="{FF2B5EF4-FFF2-40B4-BE49-F238E27FC236}">
                <a16:creationId xmlns:a16="http://schemas.microsoft.com/office/drawing/2014/main" id="{FC53EFB4-8776-4666-B734-1C153C4AC8E5}"/>
              </a:ext>
            </a:extLst>
          </p:cNvPr>
          <p:cNvGrpSpPr/>
          <p:nvPr>
            <p:custDataLst>
              <p:tags r:id="rId3"/>
            </p:custDataLst>
          </p:nvPr>
        </p:nvGrpSpPr>
        <p:grpSpPr>
          <a:xfrm>
            <a:off x="4276526" y="2263197"/>
            <a:ext cx="1091921" cy="1093558"/>
            <a:chOff x="4276526" y="2263197"/>
            <a:chExt cx="1091921" cy="1093558"/>
          </a:xfrm>
        </p:grpSpPr>
        <p:sp>
          <p:nvSpPr>
            <p:cNvPr id="19" name="椭圆 18">
              <a:extLst>
                <a:ext uri="{FF2B5EF4-FFF2-40B4-BE49-F238E27FC236}">
                  <a16:creationId xmlns:a16="http://schemas.microsoft.com/office/drawing/2014/main" id="{44DF7CB6-888C-4DCE-AADA-C371BF516662}"/>
                </a:ext>
              </a:extLst>
            </p:cNvPr>
            <p:cNvSpPr/>
            <p:nvPr/>
          </p:nvSpPr>
          <p:spPr>
            <a:xfrm>
              <a:off x="4276526" y="2263197"/>
              <a:ext cx="1091921" cy="1093558"/>
            </a:xfrm>
            <a:prstGeom prst="ellipse">
              <a:avLst/>
            </a:prstGeom>
            <a:solidFill>
              <a:schemeClr val="accent1">
                <a:alpha val="9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grpSp>
          <p:nvGrpSpPr>
            <p:cNvPr id="20" name="组合 19">
              <a:extLst>
                <a:ext uri="{FF2B5EF4-FFF2-40B4-BE49-F238E27FC236}">
                  <a16:creationId xmlns:a16="http://schemas.microsoft.com/office/drawing/2014/main" id="{04B7AEEE-E0F8-413D-9E90-84487F487853}"/>
                </a:ext>
              </a:extLst>
            </p:cNvPr>
            <p:cNvGrpSpPr/>
            <p:nvPr/>
          </p:nvGrpSpPr>
          <p:grpSpPr>
            <a:xfrm>
              <a:off x="4557639" y="2538688"/>
              <a:ext cx="529695" cy="528485"/>
              <a:chOff x="1855787" y="2568158"/>
              <a:chExt cx="1139825" cy="1137224"/>
            </a:xfrm>
            <a:solidFill>
              <a:schemeClr val="bg1"/>
            </a:solidFill>
          </p:grpSpPr>
          <p:sp>
            <p:nvSpPr>
              <p:cNvPr id="21" name="任意多边形 9">
                <a:extLst>
                  <a:ext uri="{FF2B5EF4-FFF2-40B4-BE49-F238E27FC236}">
                    <a16:creationId xmlns:a16="http://schemas.microsoft.com/office/drawing/2014/main" id="{E5E11B73-44E9-4F9E-9CDB-DEEFA00817A4}"/>
                  </a:ext>
                </a:extLst>
              </p:cNvPr>
              <p:cNvSpPr/>
              <p:nvPr/>
            </p:nvSpPr>
            <p:spPr bwMode="auto">
              <a:xfrm>
                <a:off x="2022261" y="2573360"/>
                <a:ext cx="333468" cy="274682"/>
              </a:xfrm>
              <a:custGeom>
                <a:avLst/>
                <a:gdLst>
                  <a:gd name="T0" fmla="*/ 0 w 308"/>
                  <a:gd name="T1" fmla="*/ 254 h 254"/>
                  <a:gd name="T2" fmla="*/ 308 w 308"/>
                  <a:gd name="T3" fmla="*/ 0 h 254"/>
                  <a:gd name="T4" fmla="*/ 237 w 308"/>
                  <a:gd name="T5" fmla="*/ 136 h 254"/>
                  <a:gd name="T6" fmla="*/ 146 w 308"/>
                  <a:gd name="T7" fmla="*/ 203 h 254"/>
                  <a:gd name="T8" fmla="*/ 0 w 308"/>
                  <a:gd name="T9" fmla="*/ 254 h 254"/>
                  <a:gd name="T10" fmla="*/ 0 w 308"/>
                  <a:gd name="T11" fmla="*/ 254 h 254"/>
                  <a:gd name="T12" fmla="*/ 0 w 308"/>
                  <a:gd name="T13" fmla="*/ 254 h 254"/>
                  <a:gd name="T14" fmla="*/ 0 w 308"/>
                  <a:gd name="T15" fmla="*/ 254 h 25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8" h="254">
                    <a:moveTo>
                      <a:pt x="0" y="254"/>
                    </a:moveTo>
                    <a:cubicBezTo>
                      <a:pt x="0" y="254"/>
                      <a:pt x="69" y="40"/>
                      <a:pt x="308" y="0"/>
                    </a:cubicBezTo>
                    <a:cubicBezTo>
                      <a:pt x="308" y="0"/>
                      <a:pt x="272" y="53"/>
                      <a:pt x="237" y="136"/>
                    </a:cubicBezTo>
                    <a:cubicBezTo>
                      <a:pt x="237" y="136"/>
                      <a:pt x="163" y="128"/>
                      <a:pt x="146" y="203"/>
                    </a:cubicBezTo>
                    <a:cubicBezTo>
                      <a:pt x="146" y="203"/>
                      <a:pt x="68" y="217"/>
                      <a:pt x="0" y="254"/>
                    </a:cubicBezTo>
                    <a:cubicBezTo>
                      <a:pt x="0" y="254"/>
                      <a:pt x="0" y="254"/>
                      <a:pt x="0" y="254"/>
                    </a:cubicBezTo>
                    <a:moveTo>
                      <a:pt x="0" y="254"/>
                    </a:moveTo>
                    <a:cubicBezTo>
                      <a:pt x="0" y="254"/>
                      <a:pt x="0" y="254"/>
                      <a:pt x="0" y="25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2" name="任意多边形 10">
                <a:extLst>
                  <a:ext uri="{FF2B5EF4-FFF2-40B4-BE49-F238E27FC236}">
                    <a16:creationId xmlns:a16="http://schemas.microsoft.com/office/drawing/2014/main" id="{82C2EDA8-8036-42EB-95B9-386BF2B5F94A}"/>
                  </a:ext>
                </a:extLst>
              </p:cNvPr>
              <p:cNvSpPr/>
              <p:nvPr/>
            </p:nvSpPr>
            <p:spPr bwMode="auto">
              <a:xfrm>
                <a:off x="1967116" y="2839718"/>
                <a:ext cx="306416" cy="390173"/>
              </a:xfrm>
              <a:custGeom>
                <a:avLst/>
                <a:gdLst>
                  <a:gd name="T0" fmla="*/ 199 w 283"/>
                  <a:gd name="T1" fmla="*/ 0 h 361"/>
                  <a:gd name="T2" fmla="*/ 34 w 283"/>
                  <a:gd name="T3" fmla="*/ 69 h 361"/>
                  <a:gd name="T4" fmla="*/ 81 w 283"/>
                  <a:gd name="T5" fmla="*/ 343 h 361"/>
                  <a:gd name="T6" fmla="*/ 249 w 283"/>
                  <a:gd name="T7" fmla="*/ 353 h 361"/>
                  <a:gd name="T8" fmla="*/ 283 w 283"/>
                  <a:gd name="T9" fmla="*/ 274 h 361"/>
                  <a:gd name="T10" fmla="*/ 252 w 283"/>
                  <a:gd name="T11" fmla="*/ 53 h 361"/>
                  <a:gd name="T12" fmla="*/ 199 w 283"/>
                  <a:gd name="T13" fmla="*/ 0 h 361"/>
                  <a:gd name="T14" fmla="*/ 199 w 283"/>
                  <a:gd name="T15" fmla="*/ 0 h 361"/>
                  <a:gd name="T16" fmla="*/ 199 w 283"/>
                  <a:gd name="T17" fmla="*/ 0 h 361"/>
                  <a:gd name="T18" fmla="*/ 199 w 283"/>
                  <a:gd name="T19" fmla="*/ 0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361">
                    <a:moveTo>
                      <a:pt x="199" y="0"/>
                    </a:moveTo>
                    <a:cubicBezTo>
                      <a:pt x="199" y="0"/>
                      <a:pt x="98" y="21"/>
                      <a:pt x="34" y="69"/>
                    </a:cubicBezTo>
                    <a:cubicBezTo>
                      <a:pt x="34" y="69"/>
                      <a:pt x="0" y="210"/>
                      <a:pt x="81" y="343"/>
                    </a:cubicBezTo>
                    <a:cubicBezTo>
                      <a:pt x="81" y="343"/>
                      <a:pt x="165" y="361"/>
                      <a:pt x="249" y="353"/>
                    </a:cubicBezTo>
                    <a:cubicBezTo>
                      <a:pt x="249" y="353"/>
                      <a:pt x="249" y="300"/>
                      <a:pt x="283" y="274"/>
                    </a:cubicBezTo>
                    <a:cubicBezTo>
                      <a:pt x="283" y="274"/>
                      <a:pt x="241" y="167"/>
                      <a:pt x="252" y="53"/>
                    </a:cubicBezTo>
                    <a:cubicBezTo>
                      <a:pt x="252" y="53"/>
                      <a:pt x="209" y="43"/>
                      <a:pt x="199" y="0"/>
                    </a:cubicBezTo>
                    <a:cubicBezTo>
                      <a:pt x="199" y="0"/>
                      <a:pt x="199" y="0"/>
                      <a:pt x="199" y="0"/>
                    </a:cubicBezTo>
                    <a:moveTo>
                      <a:pt x="199" y="0"/>
                    </a:moveTo>
                    <a:cubicBezTo>
                      <a:pt x="199" y="0"/>
                      <a:pt x="199" y="0"/>
                      <a:pt x="199"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3" name="任意多边形 11">
                <a:extLst>
                  <a:ext uri="{FF2B5EF4-FFF2-40B4-BE49-F238E27FC236}">
                    <a16:creationId xmlns:a16="http://schemas.microsoft.com/office/drawing/2014/main" id="{C4F11DAD-4907-44B8-9793-BEE081FC3E89}"/>
                  </a:ext>
                </a:extLst>
              </p:cNvPr>
              <p:cNvSpPr/>
              <p:nvPr/>
            </p:nvSpPr>
            <p:spPr bwMode="auto">
              <a:xfrm>
                <a:off x="2091972" y="3263186"/>
                <a:ext cx="383930" cy="178439"/>
              </a:xfrm>
              <a:custGeom>
                <a:avLst/>
                <a:gdLst>
                  <a:gd name="T0" fmla="*/ 0 w 355"/>
                  <a:gd name="T1" fmla="*/ 0 h 165"/>
                  <a:gd name="T2" fmla="*/ 355 w 355"/>
                  <a:gd name="T3" fmla="*/ 142 h 165"/>
                  <a:gd name="T4" fmla="*/ 248 w 355"/>
                  <a:gd name="T5" fmla="*/ 32 h 165"/>
                  <a:gd name="T6" fmla="*/ 156 w 355"/>
                  <a:gd name="T7" fmla="*/ 0 h 165"/>
                  <a:gd name="T8" fmla="*/ 0 w 355"/>
                  <a:gd name="T9" fmla="*/ 0 h 165"/>
                  <a:gd name="T10" fmla="*/ 0 w 355"/>
                  <a:gd name="T11" fmla="*/ 0 h 165"/>
                  <a:gd name="T12" fmla="*/ 0 w 355"/>
                  <a:gd name="T13" fmla="*/ 0 h 165"/>
                  <a:gd name="T14" fmla="*/ 0 w 355"/>
                  <a:gd name="T15" fmla="*/ 0 h 1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5" h="165">
                    <a:moveTo>
                      <a:pt x="0" y="0"/>
                    </a:moveTo>
                    <a:cubicBezTo>
                      <a:pt x="0" y="0"/>
                      <a:pt x="107" y="165"/>
                      <a:pt x="355" y="142"/>
                    </a:cubicBezTo>
                    <a:cubicBezTo>
                      <a:pt x="355" y="142"/>
                      <a:pt x="267" y="59"/>
                      <a:pt x="248" y="32"/>
                    </a:cubicBezTo>
                    <a:cubicBezTo>
                      <a:pt x="248" y="32"/>
                      <a:pt x="179" y="49"/>
                      <a:pt x="156" y="0"/>
                    </a:cubicBezTo>
                    <a:cubicBezTo>
                      <a:pt x="156" y="0"/>
                      <a:pt x="66" y="14"/>
                      <a:pt x="0" y="0"/>
                    </a:cubicBezTo>
                    <a:cubicBezTo>
                      <a:pt x="0" y="0"/>
                      <a:pt x="0" y="0"/>
                      <a:pt x="0" y="0"/>
                    </a:cubicBezTo>
                    <a:moveTo>
                      <a:pt x="0" y="0"/>
                    </a:moveTo>
                    <a:cubicBezTo>
                      <a:pt x="0" y="0"/>
                      <a:pt x="0" y="0"/>
                      <a:pt x="0"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4" name="任意多边形 12">
                <a:extLst>
                  <a:ext uri="{FF2B5EF4-FFF2-40B4-BE49-F238E27FC236}">
                    <a16:creationId xmlns:a16="http://schemas.microsoft.com/office/drawing/2014/main" id="{0D73C444-D1C5-4C0E-99FB-0F6F92949CBC}"/>
                  </a:ext>
                </a:extLst>
              </p:cNvPr>
              <p:cNvSpPr/>
              <p:nvPr/>
            </p:nvSpPr>
            <p:spPr bwMode="auto">
              <a:xfrm>
                <a:off x="2397867" y="3011394"/>
                <a:ext cx="419306" cy="393294"/>
              </a:xfrm>
              <a:custGeom>
                <a:avLst/>
                <a:gdLst>
                  <a:gd name="T0" fmla="*/ 0 w 387"/>
                  <a:gd name="T1" fmla="*/ 239 h 364"/>
                  <a:gd name="T2" fmla="*/ 24 w 387"/>
                  <a:gd name="T3" fmla="*/ 190 h 364"/>
                  <a:gd name="T4" fmla="*/ 246 w 387"/>
                  <a:gd name="T5" fmla="*/ 13 h 364"/>
                  <a:gd name="T6" fmla="*/ 292 w 387"/>
                  <a:gd name="T7" fmla="*/ 0 h 364"/>
                  <a:gd name="T8" fmla="*/ 387 w 387"/>
                  <a:gd name="T9" fmla="*/ 138 h 364"/>
                  <a:gd name="T10" fmla="*/ 133 w 387"/>
                  <a:gd name="T11" fmla="*/ 364 h 364"/>
                  <a:gd name="T12" fmla="*/ 0 w 387"/>
                  <a:gd name="T13" fmla="*/ 239 h 364"/>
                  <a:gd name="T14" fmla="*/ 0 w 387"/>
                  <a:gd name="T15" fmla="*/ 239 h 364"/>
                  <a:gd name="T16" fmla="*/ 0 w 387"/>
                  <a:gd name="T17" fmla="*/ 239 h 364"/>
                  <a:gd name="T18" fmla="*/ 0 w 387"/>
                  <a:gd name="T19" fmla="*/ 239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7" h="364">
                    <a:moveTo>
                      <a:pt x="0" y="239"/>
                    </a:moveTo>
                    <a:cubicBezTo>
                      <a:pt x="0" y="239"/>
                      <a:pt x="17" y="232"/>
                      <a:pt x="24" y="190"/>
                    </a:cubicBezTo>
                    <a:cubicBezTo>
                      <a:pt x="24" y="190"/>
                      <a:pt x="161" y="142"/>
                      <a:pt x="246" y="13"/>
                    </a:cubicBezTo>
                    <a:cubicBezTo>
                      <a:pt x="246" y="13"/>
                      <a:pt x="273" y="15"/>
                      <a:pt x="292" y="0"/>
                    </a:cubicBezTo>
                    <a:cubicBezTo>
                      <a:pt x="292" y="0"/>
                      <a:pt x="356" y="60"/>
                      <a:pt x="387" y="138"/>
                    </a:cubicBezTo>
                    <a:cubicBezTo>
                      <a:pt x="387" y="138"/>
                      <a:pt x="327" y="309"/>
                      <a:pt x="133" y="364"/>
                    </a:cubicBezTo>
                    <a:cubicBezTo>
                      <a:pt x="133" y="364"/>
                      <a:pt x="45" y="307"/>
                      <a:pt x="0" y="239"/>
                    </a:cubicBezTo>
                    <a:cubicBezTo>
                      <a:pt x="0" y="239"/>
                      <a:pt x="0" y="239"/>
                      <a:pt x="0" y="239"/>
                    </a:cubicBezTo>
                    <a:moveTo>
                      <a:pt x="0" y="239"/>
                    </a:moveTo>
                    <a:cubicBezTo>
                      <a:pt x="0" y="239"/>
                      <a:pt x="0" y="239"/>
                      <a:pt x="0" y="2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5" name="任意多边形 13">
                <a:extLst>
                  <a:ext uri="{FF2B5EF4-FFF2-40B4-BE49-F238E27FC236}">
                    <a16:creationId xmlns:a16="http://schemas.microsoft.com/office/drawing/2014/main" id="{0BA475D3-F2A8-4A4B-9B2D-5FDC37801C3E}"/>
                  </a:ext>
                </a:extLst>
              </p:cNvPr>
              <p:cNvSpPr/>
              <p:nvPr/>
            </p:nvSpPr>
            <p:spPr bwMode="auto">
              <a:xfrm>
                <a:off x="2745381" y="2762724"/>
                <a:ext cx="143063" cy="333988"/>
              </a:xfrm>
              <a:custGeom>
                <a:avLst/>
                <a:gdLst>
                  <a:gd name="T0" fmla="*/ 31 w 132"/>
                  <a:gd name="T1" fmla="*/ 0 h 309"/>
                  <a:gd name="T2" fmla="*/ 86 w 132"/>
                  <a:gd name="T3" fmla="*/ 309 h 309"/>
                  <a:gd name="T4" fmla="*/ 3 w 132"/>
                  <a:gd name="T5" fmla="*/ 199 h 309"/>
                  <a:gd name="T6" fmla="*/ 0 w 132"/>
                  <a:gd name="T7" fmla="*/ 116 h 309"/>
                  <a:gd name="T8" fmla="*/ 31 w 132"/>
                  <a:gd name="T9" fmla="*/ 0 h 309"/>
                  <a:gd name="T10" fmla="*/ 31 w 132"/>
                  <a:gd name="T11" fmla="*/ 0 h 309"/>
                  <a:gd name="T12" fmla="*/ 31 w 132"/>
                  <a:gd name="T13" fmla="*/ 0 h 309"/>
                  <a:gd name="T14" fmla="*/ 31 w 132"/>
                  <a:gd name="T15" fmla="*/ 0 h 30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2" h="309">
                    <a:moveTo>
                      <a:pt x="31" y="0"/>
                    </a:moveTo>
                    <a:cubicBezTo>
                      <a:pt x="31" y="0"/>
                      <a:pt x="132" y="115"/>
                      <a:pt x="86" y="309"/>
                    </a:cubicBezTo>
                    <a:cubicBezTo>
                      <a:pt x="86" y="309"/>
                      <a:pt x="31" y="220"/>
                      <a:pt x="3" y="199"/>
                    </a:cubicBezTo>
                    <a:cubicBezTo>
                      <a:pt x="3" y="199"/>
                      <a:pt x="28" y="151"/>
                      <a:pt x="0" y="116"/>
                    </a:cubicBezTo>
                    <a:cubicBezTo>
                      <a:pt x="0" y="116"/>
                      <a:pt x="26" y="64"/>
                      <a:pt x="31" y="0"/>
                    </a:cubicBezTo>
                    <a:cubicBezTo>
                      <a:pt x="31" y="0"/>
                      <a:pt x="31" y="0"/>
                      <a:pt x="31" y="0"/>
                    </a:cubicBezTo>
                    <a:moveTo>
                      <a:pt x="31" y="0"/>
                    </a:moveTo>
                    <a:cubicBezTo>
                      <a:pt x="31" y="0"/>
                      <a:pt x="31" y="0"/>
                      <a:pt x="3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6" name="任意多边形 14">
                <a:extLst>
                  <a:ext uri="{FF2B5EF4-FFF2-40B4-BE49-F238E27FC236}">
                    <a16:creationId xmlns:a16="http://schemas.microsoft.com/office/drawing/2014/main" id="{70C8F6B8-70A4-4756-A5C9-AD1310100938}"/>
                  </a:ext>
                </a:extLst>
              </p:cNvPr>
              <p:cNvSpPr/>
              <p:nvPr/>
            </p:nvSpPr>
            <p:spPr bwMode="auto">
              <a:xfrm>
                <a:off x="2323474" y="2568158"/>
                <a:ext cx="418786" cy="297052"/>
              </a:xfrm>
              <a:custGeom>
                <a:avLst/>
                <a:gdLst>
                  <a:gd name="T0" fmla="*/ 0 w 387"/>
                  <a:gd name="T1" fmla="*/ 154 h 275"/>
                  <a:gd name="T2" fmla="*/ 30 w 387"/>
                  <a:gd name="T3" fmla="*/ 200 h 275"/>
                  <a:gd name="T4" fmla="*/ 262 w 387"/>
                  <a:gd name="T5" fmla="*/ 275 h 275"/>
                  <a:gd name="T6" fmla="*/ 356 w 387"/>
                  <a:gd name="T7" fmla="*/ 265 h 275"/>
                  <a:gd name="T8" fmla="*/ 387 w 387"/>
                  <a:gd name="T9" fmla="*/ 131 h 275"/>
                  <a:gd name="T10" fmla="*/ 91 w 387"/>
                  <a:gd name="T11" fmla="*/ 0 h 275"/>
                  <a:gd name="T12" fmla="*/ 0 w 387"/>
                  <a:gd name="T13" fmla="*/ 154 h 275"/>
                  <a:gd name="T14" fmla="*/ 0 w 387"/>
                  <a:gd name="T15" fmla="*/ 154 h 275"/>
                  <a:gd name="T16" fmla="*/ 0 w 387"/>
                  <a:gd name="T17" fmla="*/ 154 h 275"/>
                  <a:gd name="T18" fmla="*/ 0 w 387"/>
                  <a:gd name="T19" fmla="*/ 154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7" h="275">
                    <a:moveTo>
                      <a:pt x="0" y="154"/>
                    </a:moveTo>
                    <a:cubicBezTo>
                      <a:pt x="0" y="154"/>
                      <a:pt x="29" y="178"/>
                      <a:pt x="30" y="200"/>
                    </a:cubicBezTo>
                    <a:cubicBezTo>
                      <a:pt x="30" y="200"/>
                      <a:pt x="154" y="207"/>
                      <a:pt x="262" y="275"/>
                    </a:cubicBezTo>
                    <a:cubicBezTo>
                      <a:pt x="262" y="275"/>
                      <a:pt x="310" y="235"/>
                      <a:pt x="356" y="265"/>
                    </a:cubicBezTo>
                    <a:cubicBezTo>
                      <a:pt x="356" y="265"/>
                      <a:pt x="382" y="217"/>
                      <a:pt x="387" y="131"/>
                    </a:cubicBezTo>
                    <a:cubicBezTo>
                      <a:pt x="387" y="131"/>
                      <a:pt x="291" y="4"/>
                      <a:pt x="91" y="0"/>
                    </a:cubicBezTo>
                    <a:cubicBezTo>
                      <a:pt x="91" y="0"/>
                      <a:pt x="13" y="106"/>
                      <a:pt x="0" y="154"/>
                    </a:cubicBezTo>
                    <a:cubicBezTo>
                      <a:pt x="0" y="154"/>
                      <a:pt x="0" y="154"/>
                      <a:pt x="0" y="154"/>
                    </a:cubicBezTo>
                    <a:moveTo>
                      <a:pt x="0" y="154"/>
                    </a:moveTo>
                    <a:cubicBezTo>
                      <a:pt x="0" y="154"/>
                      <a:pt x="0" y="154"/>
                      <a:pt x="0" y="15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7" name="任意多边形 15">
                <a:extLst>
                  <a:ext uri="{FF2B5EF4-FFF2-40B4-BE49-F238E27FC236}">
                    <a16:creationId xmlns:a16="http://schemas.microsoft.com/office/drawing/2014/main" id="{EF0F6E09-2F87-4A34-9229-17BF78A48FFC}"/>
                  </a:ext>
                </a:extLst>
              </p:cNvPr>
              <p:cNvSpPr/>
              <p:nvPr/>
            </p:nvSpPr>
            <p:spPr bwMode="auto">
              <a:xfrm>
                <a:off x="2285497" y="2829834"/>
                <a:ext cx="333468" cy="340231"/>
              </a:xfrm>
              <a:custGeom>
                <a:avLst/>
                <a:gdLst>
                  <a:gd name="T0" fmla="*/ 0 w 308"/>
                  <a:gd name="T1" fmla="*/ 65 h 315"/>
                  <a:gd name="T2" fmla="*/ 68 w 308"/>
                  <a:gd name="T3" fmla="*/ 0 h 315"/>
                  <a:gd name="T4" fmla="*/ 274 w 308"/>
                  <a:gd name="T5" fmla="*/ 65 h 315"/>
                  <a:gd name="T6" fmla="*/ 308 w 308"/>
                  <a:gd name="T7" fmla="*/ 168 h 315"/>
                  <a:gd name="T8" fmla="*/ 121 w 308"/>
                  <a:gd name="T9" fmla="*/ 315 h 315"/>
                  <a:gd name="T10" fmla="*/ 28 w 308"/>
                  <a:gd name="T11" fmla="*/ 267 h 315"/>
                  <a:gd name="T12" fmla="*/ 0 w 308"/>
                  <a:gd name="T13" fmla="*/ 65 h 315"/>
                  <a:gd name="T14" fmla="*/ 0 w 308"/>
                  <a:gd name="T15" fmla="*/ 65 h 315"/>
                  <a:gd name="T16" fmla="*/ 0 w 308"/>
                  <a:gd name="T17" fmla="*/ 65 h 315"/>
                  <a:gd name="T18" fmla="*/ 0 w 308"/>
                  <a:gd name="T19" fmla="*/ 6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8" h="315">
                    <a:moveTo>
                      <a:pt x="0" y="65"/>
                    </a:moveTo>
                    <a:cubicBezTo>
                      <a:pt x="0" y="65"/>
                      <a:pt x="58" y="69"/>
                      <a:pt x="68" y="0"/>
                    </a:cubicBezTo>
                    <a:cubicBezTo>
                      <a:pt x="68" y="0"/>
                      <a:pt x="182" y="11"/>
                      <a:pt x="274" y="65"/>
                    </a:cubicBezTo>
                    <a:cubicBezTo>
                      <a:pt x="274" y="65"/>
                      <a:pt x="252" y="134"/>
                      <a:pt x="308" y="168"/>
                    </a:cubicBezTo>
                    <a:cubicBezTo>
                      <a:pt x="308" y="168"/>
                      <a:pt x="251" y="254"/>
                      <a:pt x="121" y="315"/>
                    </a:cubicBezTo>
                    <a:cubicBezTo>
                      <a:pt x="121" y="315"/>
                      <a:pt x="96" y="256"/>
                      <a:pt x="28" y="267"/>
                    </a:cubicBezTo>
                    <a:cubicBezTo>
                      <a:pt x="29" y="267"/>
                      <a:pt x="1" y="214"/>
                      <a:pt x="0" y="65"/>
                    </a:cubicBezTo>
                    <a:cubicBezTo>
                      <a:pt x="0" y="65"/>
                      <a:pt x="0" y="65"/>
                      <a:pt x="0" y="65"/>
                    </a:cubicBezTo>
                    <a:moveTo>
                      <a:pt x="0" y="65"/>
                    </a:moveTo>
                    <a:cubicBezTo>
                      <a:pt x="0" y="65"/>
                      <a:pt x="0" y="65"/>
                      <a:pt x="0" y="6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8" name="任意多边形 16">
                <a:extLst>
                  <a:ext uri="{FF2B5EF4-FFF2-40B4-BE49-F238E27FC236}">
                    <a16:creationId xmlns:a16="http://schemas.microsoft.com/office/drawing/2014/main" id="{2BA1E260-0724-4CEB-A337-AEA1B0F97BBC}"/>
                  </a:ext>
                </a:extLst>
              </p:cNvPr>
              <p:cNvSpPr/>
              <p:nvPr/>
            </p:nvSpPr>
            <p:spPr bwMode="auto">
              <a:xfrm>
                <a:off x="1855787" y="3448908"/>
                <a:ext cx="1139825" cy="256474"/>
              </a:xfrm>
              <a:custGeom>
                <a:avLst/>
                <a:gdLst>
                  <a:gd name="T0" fmla="*/ 999 w 1053"/>
                  <a:gd name="T1" fmla="*/ 90 h 237"/>
                  <a:gd name="T2" fmla="*/ 603 w 1053"/>
                  <a:gd name="T3" fmla="*/ 90 h 237"/>
                  <a:gd name="T4" fmla="*/ 572 w 1053"/>
                  <a:gd name="T5" fmla="*/ 58 h 237"/>
                  <a:gd name="T6" fmla="*/ 572 w 1053"/>
                  <a:gd name="T7" fmla="*/ 0 h 237"/>
                  <a:gd name="T8" fmla="*/ 469 w 1053"/>
                  <a:gd name="T9" fmla="*/ 0 h 237"/>
                  <a:gd name="T10" fmla="*/ 469 w 1053"/>
                  <a:gd name="T11" fmla="*/ 58 h 237"/>
                  <a:gd name="T12" fmla="*/ 438 w 1053"/>
                  <a:gd name="T13" fmla="*/ 90 h 237"/>
                  <a:gd name="T14" fmla="*/ 54 w 1053"/>
                  <a:gd name="T15" fmla="*/ 90 h 237"/>
                  <a:gd name="T16" fmla="*/ 0 w 1053"/>
                  <a:gd name="T17" fmla="*/ 144 h 237"/>
                  <a:gd name="T18" fmla="*/ 0 w 1053"/>
                  <a:gd name="T19" fmla="*/ 144 h 237"/>
                  <a:gd name="T20" fmla="*/ 54 w 1053"/>
                  <a:gd name="T21" fmla="*/ 198 h 237"/>
                  <a:gd name="T22" fmla="*/ 443 w 1053"/>
                  <a:gd name="T23" fmla="*/ 198 h 237"/>
                  <a:gd name="T24" fmla="*/ 520 w 1053"/>
                  <a:gd name="T25" fmla="*/ 237 h 237"/>
                  <a:gd name="T26" fmla="*/ 598 w 1053"/>
                  <a:gd name="T27" fmla="*/ 198 h 237"/>
                  <a:gd name="T28" fmla="*/ 999 w 1053"/>
                  <a:gd name="T29" fmla="*/ 198 h 237"/>
                  <a:gd name="T30" fmla="*/ 1053 w 1053"/>
                  <a:gd name="T31" fmla="*/ 144 h 237"/>
                  <a:gd name="T32" fmla="*/ 1053 w 1053"/>
                  <a:gd name="T33" fmla="*/ 144 h 237"/>
                  <a:gd name="T34" fmla="*/ 999 w 1053"/>
                  <a:gd name="T35" fmla="*/ 90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53" h="236">
                    <a:moveTo>
                      <a:pt x="999" y="90"/>
                    </a:moveTo>
                    <a:cubicBezTo>
                      <a:pt x="603" y="90"/>
                      <a:pt x="603" y="90"/>
                      <a:pt x="603" y="90"/>
                    </a:cubicBezTo>
                    <a:cubicBezTo>
                      <a:pt x="595" y="77"/>
                      <a:pt x="585" y="66"/>
                      <a:pt x="572" y="58"/>
                    </a:cubicBezTo>
                    <a:cubicBezTo>
                      <a:pt x="572" y="0"/>
                      <a:pt x="572" y="0"/>
                      <a:pt x="572" y="0"/>
                    </a:cubicBezTo>
                    <a:cubicBezTo>
                      <a:pt x="469" y="0"/>
                      <a:pt x="469" y="0"/>
                      <a:pt x="469" y="0"/>
                    </a:cubicBezTo>
                    <a:cubicBezTo>
                      <a:pt x="469" y="58"/>
                      <a:pt x="469" y="58"/>
                      <a:pt x="469" y="58"/>
                    </a:cubicBezTo>
                    <a:cubicBezTo>
                      <a:pt x="456" y="66"/>
                      <a:pt x="446" y="77"/>
                      <a:pt x="438" y="90"/>
                    </a:cubicBezTo>
                    <a:cubicBezTo>
                      <a:pt x="54" y="90"/>
                      <a:pt x="54" y="90"/>
                      <a:pt x="54" y="90"/>
                    </a:cubicBezTo>
                    <a:cubicBezTo>
                      <a:pt x="24" y="90"/>
                      <a:pt x="0" y="114"/>
                      <a:pt x="0" y="144"/>
                    </a:cubicBezTo>
                    <a:cubicBezTo>
                      <a:pt x="0" y="144"/>
                      <a:pt x="0" y="144"/>
                      <a:pt x="0" y="144"/>
                    </a:cubicBezTo>
                    <a:cubicBezTo>
                      <a:pt x="0" y="174"/>
                      <a:pt x="24" y="198"/>
                      <a:pt x="54" y="198"/>
                    </a:cubicBezTo>
                    <a:cubicBezTo>
                      <a:pt x="443" y="198"/>
                      <a:pt x="443" y="198"/>
                      <a:pt x="443" y="198"/>
                    </a:cubicBezTo>
                    <a:cubicBezTo>
                      <a:pt x="461" y="222"/>
                      <a:pt x="489" y="237"/>
                      <a:pt x="520" y="237"/>
                    </a:cubicBezTo>
                    <a:cubicBezTo>
                      <a:pt x="552" y="237"/>
                      <a:pt x="580" y="222"/>
                      <a:pt x="598" y="198"/>
                    </a:cubicBezTo>
                    <a:cubicBezTo>
                      <a:pt x="999" y="198"/>
                      <a:pt x="999" y="198"/>
                      <a:pt x="999" y="198"/>
                    </a:cubicBezTo>
                    <a:cubicBezTo>
                      <a:pt x="1029" y="198"/>
                      <a:pt x="1053" y="174"/>
                      <a:pt x="1053" y="144"/>
                    </a:cubicBezTo>
                    <a:cubicBezTo>
                      <a:pt x="1053" y="144"/>
                      <a:pt x="1053" y="144"/>
                      <a:pt x="1053" y="144"/>
                    </a:cubicBezTo>
                    <a:cubicBezTo>
                      <a:pt x="1053" y="114"/>
                      <a:pt x="1029" y="90"/>
                      <a:pt x="999" y="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grpSp>
      </p:grpSp>
      <p:grpSp>
        <p:nvGrpSpPr>
          <p:cNvPr id="29" name="千图PPT彼岸天：ID 8661124库_组合 6">
            <a:extLst>
              <a:ext uri="{FF2B5EF4-FFF2-40B4-BE49-F238E27FC236}">
                <a16:creationId xmlns:a16="http://schemas.microsoft.com/office/drawing/2014/main" id="{8A2C2ACA-6007-453A-A9AB-7FCB4C201E3E}"/>
              </a:ext>
            </a:extLst>
          </p:cNvPr>
          <p:cNvGrpSpPr/>
          <p:nvPr>
            <p:custDataLst>
              <p:tags r:id="rId4"/>
            </p:custDataLst>
          </p:nvPr>
        </p:nvGrpSpPr>
        <p:grpSpPr>
          <a:xfrm>
            <a:off x="5550040" y="4292251"/>
            <a:ext cx="1091921" cy="1093560"/>
            <a:chOff x="5550040" y="4292251"/>
            <a:chExt cx="1091921" cy="1093560"/>
          </a:xfrm>
        </p:grpSpPr>
        <p:sp>
          <p:nvSpPr>
            <p:cNvPr id="30" name="椭圆 29">
              <a:extLst>
                <a:ext uri="{FF2B5EF4-FFF2-40B4-BE49-F238E27FC236}">
                  <a16:creationId xmlns:a16="http://schemas.microsoft.com/office/drawing/2014/main" id="{FE5AA07B-FC7D-4119-A1D8-74A609AF38A9}"/>
                </a:ext>
              </a:extLst>
            </p:cNvPr>
            <p:cNvSpPr/>
            <p:nvPr/>
          </p:nvSpPr>
          <p:spPr>
            <a:xfrm flipV="1">
              <a:off x="5550040" y="4292251"/>
              <a:ext cx="1091921" cy="1093560"/>
            </a:xfrm>
            <a:prstGeom prst="ellipse">
              <a:avLst/>
            </a:prstGeom>
            <a:solidFill>
              <a:schemeClr val="accent1">
                <a:alpha val="9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31" name="任意多边形 19">
              <a:extLst>
                <a:ext uri="{FF2B5EF4-FFF2-40B4-BE49-F238E27FC236}">
                  <a16:creationId xmlns:a16="http://schemas.microsoft.com/office/drawing/2014/main" id="{97A51010-2046-4772-AA5F-121020574E3B}"/>
                </a:ext>
              </a:extLst>
            </p:cNvPr>
            <p:cNvSpPr/>
            <p:nvPr/>
          </p:nvSpPr>
          <p:spPr bwMode="auto">
            <a:xfrm>
              <a:off x="5853186" y="4560300"/>
              <a:ext cx="485628" cy="509319"/>
            </a:xfrm>
            <a:custGeom>
              <a:avLst/>
              <a:gdLst>
                <a:gd name="T0" fmla="*/ 994 w 1104"/>
                <a:gd name="T1" fmla="*/ 355 h 1159"/>
                <a:gd name="T2" fmla="*/ 994 w 1104"/>
                <a:gd name="T3" fmla="*/ 607 h 1159"/>
                <a:gd name="T4" fmla="*/ 735 w 1104"/>
                <a:gd name="T5" fmla="*/ 607 h 1159"/>
                <a:gd name="T6" fmla="*/ 552 w 1104"/>
                <a:gd name="T7" fmla="*/ 746 h 1159"/>
                <a:gd name="T8" fmla="*/ 369 w 1104"/>
                <a:gd name="T9" fmla="*/ 607 h 1159"/>
                <a:gd name="T10" fmla="*/ 221 w 1104"/>
                <a:gd name="T11" fmla="*/ 607 h 1159"/>
                <a:gd name="T12" fmla="*/ 221 w 1104"/>
                <a:gd name="T13" fmla="*/ 775 h 1159"/>
                <a:gd name="T14" fmla="*/ 386 w 1104"/>
                <a:gd name="T15" fmla="*/ 966 h 1159"/>
                <a:gd name="T16" fmla="*/ 193 w 1104"/>
                <a:gd name="T17" fmla="*/ 1159 h 1159"/>
                <a:gd name="T18" fmla="*/ 0 w 1104"/>
                <a:gd name="T19" fmla="*/ 966 h 1159"/>
                <a:gd name="T20" fmla="*/ 110 w 1104"/>
                <a:gd name="T21" fmla="*/ 792 h 1159"/>
                <a:gd name="T22" fmla="*/ 110 w 1104"/>
                <a:gd name="T23" fmla="*/ 497 h 1159"/>
                <a:gd name="T24" fmla="*/ 374 w 1104"/>
                <a:gd name="T25" fmla="*/ 497 h 1159"/>
                <a:gd name="T26" fmla="*/ 552 w 1104"/>
                <a:gd name="T27" fmla="*/ 374 h 1159"/>
                <a:gd name="T28" fmla="*/ 730 w 1104"/>
                <a:gd name="T29" fmla="*/ 497 h 1159"/>
                <a:gd name="T30" fmla="*/ 883 w 1104"/>
                <a:gd name="T31" fmla="*/ 497 h 1159"/>
                <a:gd name="T32" fmla="*/ 879 w 1104"/>
                <a:gd name="T33" fmla="*/ 369 h 1159"/>
                <a:gd name="T34" fmla="*/ 724 w 1104"/>
                <a:gd name="T35" fmla="*/ 186 h 1159"/>
                <a:gd name="T36" fmla="*/ 914 w 1104"/>
                <a:gd name="T37" fmla="*/ 0 h 1159"/>
                <a:gd name="T38" fmla="*/ 1104 w 1104"/>
                <a:gd name="T39" fmla="*/ 186 h 1159"/>
                <a:gd name="T40" fmla="*/ 994 w 1104"/>
                <a:gd name="T41" fmla="*/ 355 h 1159"/>
                <a:gd name="T42" fmla="*/ 76 w 1104"/>
                <a:gd name="T43" fmla="*/ 973 h 1159"/>
                <a:gd name="T44" fmla="*/ 191 w 1104"/>
                <a:gd name="T45" fmla="*/ 1087 h 1159"/>
                <a:gd name="T46" fmla="*/ 305 w 1104"/>
                <a:gd name="T47" fmla="*/ 973 h 1159"/>
                <a:gd name="T48" fmla="*/ 191 w 1104"/>
                <a:gd name="T49" fmla="*/ 860 h 1159"/>
                <a:gd name="T50" fmla="*/ 76 w 1104"/>
                <a:gd name="T51" fmla="*/ 973 h 1159"/>
                <a:gd name="T52" fmla="*/ 552 w 1104"/>
                <a:gd name="T53" fmla="*/ 447 h 1159"/>
                <a:gd name="T54" fmla="*/ 438 w 1104"/>
                <a:gd name="T55" fmla="*/ 561 h 1159"/>
                <a:gd name="T56" fmla="*/ 552 w 1104"/>
                <a:gd name="T57" fmla="*/ 674 h 1159"/>
                <a:gd name="T58" fmla="*/ 667 w 1104"/>
                <a:gd name="T59" fmla="*/ 561 h 1159"/>
                <a:gd name="T60" fmla="*/ 552 w 1104"/>
                <a:gd name="T61" fmla="*/ 447 h 1159"/>
                <a:gd name="T62" fmla="*/ 914 w 1104"/>
                <a:gd name="T63" fmla="*/ 73 h 1159"/>
                <a:gd name="T64" fmla="*/ 799 w 1104"/>
                <a:gd name="T65" fmla="*/ 187 h 1159"/>
                <a:gd name="T66" fmla="*/ 914 w 1104"/>
                <a:gd name="T67" fmla="*/ 300 h 1159"/>
                <a:gd name="T68" fmla="*/ 1029 w 1104"/>
                <a:gd name="T69" fmla="*/ 187 h 1159"/>
                <a:gd name="T70" fmla="*/ 914 w 1104"/>
                <a:gd name="T71" fmla="*/ 73 h 1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04" h="1159">
                  <a:moveTo>
                    <a:pt x="994" y="355"/>
                  </a:moveTo>
                  <a:cubicBezTo>
                    <a:pt x="994" y="607"/>
                    <a:pt x="994" y="607"/>
                    <a:pt x="994" y="607"/>
                  </a:cubicBezTo>
                  <a:cubicBezTo>
                    <a:pt x="735" y="607"/>
                    <a:pt x="735" y="607"/>
                    <a:pt x="735" y="607"/>
                  </a:cubicBezTo>
                  <a:cubicBezTo>
                    <a:pt x="714" y="687"/>
                    <a:pt x="640" y="746"/>
                    <a:pt x="552" y="746"/>
                  </a:cubicBezTo>
                  <a:cubicBezTo>
                    <a:pt x="464" y="746"/>
                    <a:pt x="390" y="687"/>
                    <a:pt x="369" y="607"/>
                  </a:cubicBezTo>
                  <a:cubicBezTo>
                    <a:pt x="221" y="607"/>
                    <a:pt x="221" y="607"/>
                    <a:pt x="221" y="607"/>
                  </a:cubicBezTo>
                  <a:cubicBezTo>
                    <a:pt x="221" y="775"/>
                    <a:pt x="221" y="775"/>
                    <a:pt x="221" y="775"/>
                  </a:cubicBezTo>
                  <a:cubicBezTo>
                    <a:pt x="314" y="789"/>
                    <a:pt x="386" y="869"/>
                    <a:pt x="386" y="966"/>
                  </a:cubicBezTo>
                  <a:cubicBezTo>
                    <a:pt x="386" y="1072"/>
                    <a:pt x="300" y="1159"/>
                    <a:pt x="193" y="1159"/>
                  </a:cubicBezTo>
                  <a:cubicBezTo>
                    <a:pt x="87" y="1159"/>
                    <a:pt x="0" y="1072"/>
                    <a:pt x="0" y="966"/>
                  </a:cubicBezTo>
                  <a:cubicBezTo>
                    <a:pt x="0" y="889"/>
                    <a:pt x="45" y="823"/>
                    <a:pt x="110" y="792"/>
                  </a:cubicBezTo>
                  <a:cubicBezTo>
                    <a:pt x="110" y="497"/>
                    <a:pt x="110" y="497"/>
                    <a:pt x="110" y="497"/>
                  </a:cubicBezTo>
                  <a:cubicBezTo>
                    <a:pt x="374" y="497"/>
                    <a:pt x="374" y="497"/>
                    <a:pt x="374" y="497"/>
                  </a:cubicBezTo>
                  <a:cubicBezTo>
                    <a:pt x="400" y="425"/>
                    <a:pt x="470" y="374"/>
                    <a:pt x="552" y="374"/>
                  </a:cubicBezTo>
                  <a:cubicBezTo>
                    <a:pt x="634" y="374"/>
                    <a:pt x="704" y="425"/>
                    <a:pt x="730" y="497"/>
                  </a:cubicBezTo>
                  <a:cubicBezTo>
                    <a:pt x="883" y="497"/>
                    <a:pt x="883" y="497"/>
                    <a:pt x="883" y="497"/>
                  </a:cubicBezTo>
                  <a:cubicBezTo>
                    <a:pt x="879" y="369"/>
                    <a:pt x="879" y="369"/>
                    <a:pt x="879" y="369"/>
                  </a:cubicBezTo>
                  <a:cubicBezTo>
                    <a:pt x="790" y="353"/>
                    <a:pt x="724" y="277"/>
                    <a:pt x="724" y="186"/>
                  </a:cubicBezTo>
                  <a:cubicBezTo>
                    <a:pt x="724" y="83"/>
                    <a:pt x="809" y="0"/>
                    <a:pt x="914" y="0"/>
                  </a:cubicBezTo>
                  <a:cubicBezTo>
                    <a:pt x="1019" y="0"/>
                    <a:pt x="1104" y="83"/>
                    <a:pt x="1104" y="186"/>
                  </a:cubicBezTo>
                  <a:cubicBezTo>
                    <a:pt x="1104" y="261"/>
                    <a:pt x="1059" y="325"/>
                    <a:pt x="994" y="355"/>
                  </a:cubicBezTo>
                  <a:close/>
                  <a:moveTo>
                    <a:pt x="76" y="973"/>
                  </a:moveTo>
                  <a:cubicBezTo>
                    <a:pt x="76" y="1036"/>
                    <a:pt x="127" y="1087"/>
                    <a:pt x="191" y="1087"/>
                  </a:cubicBezTo>
                  <a:cubicBezTo>
                    <a:pt x="254" y="1087"/>
                    <a:pt x="305" y="1036"/>
                    <a:pt x="305" y="973"/>
                  </a:cubicBezTo>
                  <a:cubicBezTo>
                    <a:pt x="305" y="911"/>
                    <a:pt x="254" y="860"/>
                    <a:pt x="191" y="860"/>
                  </a:cubicBezTo>
                  <a:cubicBezTo>
                    <a:pt x="127" y="860"/>
                    <a:pt x="76" y="911"/>
                    <a:pt x="76" y="973"/>
                  </a:cubicBezTo>
                  <a:close/>
                  <a:moveTo>
                    <a:pt x="552" y="447"/>
                  </a:moveTo>
                  <a:cubicBezTo>
                    <a:pt x="489" y="447"/>
                    <a:pt x="438" y="498"/>
                    <a:pt x="438" y="561"/>
                  </a:cubicBezTo>
                  <a:cubicBezTo>
                    <a:pt x="438" y="623"/>
                    <a:pt x="489" y="674"/>
                    <a:pt x="552" y="674"/>
                  </a:cubicBezTo>
                  <a:cubicBezTo>
                    <a:pt x="616" y="674"/>
                    <a:pt x="667" y="623"/>
                    <a:pt x="667" y="561"/>
                  </a:cubicBezTo>
                  <a:cubicBezTo>
                    <a:pt x="667" y="498"/>
                    <a:pt x="616" y="447"/>
                    <a:pt x="552" y="447"/>
                  </a:cubicBezTo>
                  <a:close/>
                  <a:moveTo>
                    <a:pt x="914" y="73"/>
                  </a:moveTo>
                  <a:cubicBezTo>
                    <a:pt x="851" y="73"/>
                    <a:pt x="799" y="124"/>
                    <a:pt x="799" y="187"/>
                  </a:cubicBezTo>
                  <a:cubicBezTo>
                    <a:pt x="799" y="249"/>
                    <a:pt x="851" y="300"/>
                    <a:pt x="914" y="300"/>
                  </a:cubicBezTo>
                  <a:cubicBezTo>
                    <a:pt x="977" y="300"/>
                    <a:pt x="1029" y="249"/>
                    <a:pt x="1029" y="187"/>
                  </a:cubicBezTo>
                  <a:cubicBezTo>
                    <a:pt x="1029" y="124"/>
                    <a:pt x="977" y="73"/>
                    <a:pt x="914" y="73"/>
                  </a:cubicBezTo>
                  <a:close/>
                </a:path>
              </a:pathLst>
            </a:custGeom>
            <a:solidFill>
              <a:schemeClr val="bg1"/>
            </a:solidFill>
            <a:ln>
              <a:noFill/>
            </a:ln>
          </p:spPr>
          <p:txBody>
            <a:bodyPr anchor="ctr"/>
            <a:lstStyle/>
            <a:p>
              <a:pPr algn="ctr"/>
              <a:endParaRPr dirty="0"/>
            </a:p>
          </p:txBody>
        </p:sp>
      </p:grpSp>
      <p:grpSp>
        <p:nvGrpSpPr>
          <p:cNvPr id="32" name="千图PPT彼岸天：ID 8661124库_组合 7">
            <a:extLst>
              <a:ext uri="{FF2B5EF4-FFF2-40B4-BE49-F238E27FC236}">
                <a16:creationId xmlns:a16="http://schemas.microsoft.com/office/drawing/2014/main" id="{9C5FB35E-8D32-48F5-8977-98B58ACF8F01}"/>
              </a:ext>
            </a:extLst>
          </p:cNvPr>
          <p:cNvGrpSpPr/>
          <p:nvPr>
            <p:custDataLst>
              <p:tags r:id="rId5"/>
            </p:custDataLst>
          </p:nvPr>
        </p:nvGrpSpPr>
        <p:grpSpPr>
          <a:xfrm>
            <a:off x="6823556" y="3641454"/>
            <a:ext cx="1091921" cy="1093560"/>
            <a:chOff x="6823556" y="3641454"/>
            <a:chExt cx="1091921" cy="1093560"/>
          </a:xfrm>
        </p:grpSpPr>
        <p:sp>
          <p:nvSpPr>
            <p:cNvPr id="33" name="椭圆 32">
              <a:extLst>
                <a:ext uri="{FF2B5EF4-FFF2-40B4-BE49-F238E27FC236}">
                  <a16:creationId xmlns:a16="http://schemas.microsoft.com/office/drawing/2014/main" id="{9A1A8B03-2357-4A71-A181-3076B4DFE3AC}"/>
                </a:ext>
              </a:extLst>
            </p:cNvPr>
            <p:cNvSpPr/>
            <p:nvPr/>
          </p:nvSpPr>
          <p:spPr>
            <a:xfrm flipV="1">
              <a:off x="6823556" y="3641454"/>
              <a:ext cx="1091921" cy="1093560"/>
            </a:xfrm>
            <a:prstGeom prst="ellipse">
              <a:avLst/>
            </a:prstGeom>
            <a:solidFill>
              <a:schemeClr val="accent3">
                <a:alpha val="9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grpSp>
          <p:nvGrpSpPr>
            <p:cNvPr id="34" name="组合 33">
              <a:extLst>
                <a:ext uri="{FF2B5EF4-FFF2-40B4-BE49-F238E27FC236}">
                  <a16:creationId xmlns:a16="http://schemas.microsoft.com/office/drawing/2014/main" id="{14D3BDED-AD9E-48E6-967A-133A411CD0CD}"/>
                </a:ext>
              </a:extLst>
            </p:cNvPr>
            <p:cNvGrpSpPr/>
            <p:nvPr/>
          </p:nvGrpSpPr>
          <p:grpSpPr>
            <a:xfrm>
              <a:off x="7167926" y="3879957"/>
              <a:ext cx="529194" cy="526452"/>
              <a:chOff x="6689328" y="3781703"/>
              <a:chExt cx="508205" cy="505574"/>
            </a:xfrm>
          </p:grpSpPr>
          <p:sp>
            <p:nvSpPr>
              <p:cNvPr id="35" name="任意多边形 23">
                <a:extLst>
                  <a:ext uri="{FF2B5EF4-FFF2-40B4-BE49-F238E27FC236}">
                    <a16:creationId xmlns:a16="http://schemas.microsoft.com/office/drawing/2014/main" id="{70225BF1-8660-4E47-B40B-AAD0F76139C0}"/>
                  </a:ext>
                </a:extLst>
              </p:cNvPr>
              <p:cNvSpPr/>
              <p:nvPr/>
            </p:nvSpPr>
            <p:spPr bwMode="auto">
              <a:xfrm>
                <a:off x="6689328" y="4032649"/>
                <a:ext cx="341171" cy="254628"/>
              </a:xfrm>
              <a:custGeom>
                <a:avLst/>
                <a:gdLst>
                  <a:gd name="T0" fmla="*/ 623 w 623"/>
                  <a:gd name="T1" fmla="*/ 427 h 466"/>
                  <a:gd name="T2" fmla="*/ 618 w 623"/>
                  <a:gd name="T3" fmla="*/ 428 h 466"/>
                  <a:gd name="T4" fmla="*/ 607 w 623"/>
                  <a:gd name="T5" fmla="*/ 425 h 466"/>
                  <a:gd name="T6" fmla="*/ 541 w 623"/>
                  <a:gd name="T7" fmla="*/ 390 h 466"/>
                  <a:gd name="T8" fmla="*/ 475 w 623"/>
                  <a:gd name="T9" fmla="*/ 425 h 466"/>
                  <a:gd name="T10" fmla="*/ 464 w 623"/>
                  <a:gd name="T11" fmla="*/ 428 h 466"/>
                  <a:gd name="T12" fmla="*/ 449 w 623"/>
                  <a:gd name="T13" fmla="*/ 423 h 466"/>
                  <a:gd name="T14" fmla="*/ 440 w 623"/>
                  <a:gd name="T15" fmla="*/ 399 h 466"/>
                  <a:gd name="T16" fmla="*/ 452 w 623"/>
                  <a:gd name="T17" fmla="*/ 326 h 466"/>
                  <a:gd name="T18" fmla="*/ 399 w 623"/>
                  <a:gd name="T19" fmla="*/ 273 h 466"/>
                  <a:gd name="T20" fmla="*/ 392 w 623"/>
                  <a:gd name="T21" fmla="*/ 249 h 466"/>
                  <a:gd name="T22" fmla="*/ 412 w 623"/>
                  <a:gd name="T23" fmla="*/ 232 h 466"/>
                  <a:gd name="T24" fmla="*/ 486 w 623"/>
                  <a:gd name="T25" fmla="*/ 221 h 466"/>
                  <a:gd name="T26" fmla="*/ 519 w 623"/>
                  <a:gd name="T27" fmla="*/ 154 h 466"/>
                  <a:gd name="T28" fmla="*/ 541 w 623"/>
                  <a:gd name="T29" fmla="*/ 141 h 466"/>
                  <a:gd name="T30" fmla="*/ 563 w 623"/>
                  <a:gd name="T31" fmla="*/ 154 h 466"/>
                  <a:gd name="T32" fmla="*/ 582 w 623"/>
                  <a:gd name="T33" fmla="*/ 192 h 466"/>
                  <a:gd name="T34" fmla="*/ 529 w 623"/>
                  <a:gd name="T35" fmla="*/ 78 h 466"/>
                  <a:gd name="T36" fmla="*/ 407 w 623"/>
                  <a:gd name="T37" fmla="*/ 1 h 466"/>
                  <a:gd name="T38" fmla="*/ 391 w 623"/>
                  <a:gd name="T39" fmla="*/ 7 h 466"/>
                  <a:gd name="T40" fmla="*/ 351 w 623"/>
                  <a:gd name="T41" fmla="*/ 63 h 466"/>
                  <a:gd name="T42" fmla="*/ 307 w 623"/>
                  <a:gd name="T43" fmla="*/ 3 h 466"/>
                  <a:gd name="T44" fmla="*/ 338 w 623"/>
                  <a:gd name="T45" fmla="*/ 107 h 466"/>
                  <a:gd name="T46" fmla="*/ 338 w 623"/>
                  <a:gd name="T47" fmla="*/ 115 h 466"/>
                  <a:gd name="T48" fmla="*/ 306 w 623"/>
                  <a:gd name="T49" fmla="*/ 262 h 466"/>
                  <a:gd name="T50" fmla="*/ 306 w 623"/>
                  <a:gd name="T51" fmla="*/ 264 h 466"/>
                  <a:gd name="T52" fmla="*/ 306 w 623"/>
                  <a:gd name="T53" fmla="*/ 265 h 466"/>
                  <a:gd name="T54" fmla="*/ 306 w 623"/>
                  <a:gd name="T55" fmla="*/ 264 h 466"/>
                  <a:gd name="T56" fmla="*/ 306 w 623"/>
                  <a:gd name="T57" fmla="*/ 263 h 466"/>
                  <a:gd name="T58" fmla="*/ 271 w 623"/>
                  <a:gd name="T59" fmla="*/ 115 h 466"/>
                  <a:gd name="T60" fmla="*/ 272 w 623"/>
                  <a:gd name="T61" fmla="*/ 107 h 466"/>
                  <a:gd name="T62" fmla="*/ 305 w 623"/>
                  <a:gd name="T63" fmla="*/ 1 h 466"/>
                  <a:gd name="T64" fmla="*/ 259 w 623"/>
                  <a:gd name="T65" fmla="*/ 65 h 466"/>
                  <a:gd name="T66" fmla="*/ 219 w 623"/>
                  <a:gd name="T67" fmla="*/ 11 h 466"/>
                  <a:gd name="T68" fmla="*/ 202 w 623"/>
                  <a:gd name="T69" fmla="*/ 5 h 466"/>
                  <a:gd name="T70" fmla="*/ 98 w 623"/>
                  <a:gd name="T71" fmla="*/ 74 h 466"/>
                  <a:gd name="T72" fmla="*/ 95 w 623"/>
                  <a:gd name="T73" fmla="*/ 78 h 466"/>
                  <a:gd name="T74" fmla="*/ 93 w 623"/>
                  <a:gd name="T75" fmla="*/ 80 h 466"/>
                  <a:gd name="T76" fmla="*/ 87 w 623"/>
                  <a:gd name="T77" fmla="*/ 91 h 466"/>
                  <a:gd name="T78" fmla="*/ 88 w 623"/>
                  <a:gd name="T79" fmla="*/ 91 h 466"/>
                  <a:gd name="T80" fmla="*/ 75 w 623"/>
                  <a:gd name="T81" fmla="*/ 119 h 466"/>
                  <a:gd name="T82" fmla="*/ 74 w 623"/>
                  <a:gd name="T83" fmla="*/ 118 h 466"/>
                  <a:gd name="T84" fmla="*/ 0 w 623"/>
                  <a:gd name="T85" fmla="*/ 411 h 466"/>
                  <a:gd name="T86" fmla="*/ 2 w 623"/>
                  <a:gd name="T87" fmla="*/ 411 h 466"/>
                  <a:gd name="T88" fmla="*/ 66 w 623"/>
                  <a:gd name="T89" fmla="*/ 465 h 466"/>
                  <a:gd name="T90" fmla="*/ 556 w 623"/>
                  <a:gd name="T91" fmla="*/ 465 h 466"/>
                  <a:gd name="T92" fmla="*/ 623 w 623"/>
                  <a:gd name="T93" fmla="*/ 42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23" h="466">
                    <a:moveTo>
                      <a:pt x="623" y="427"/>
                    </a:moveTo>
                    <a:cubicBezTo>
                      <a:pt x="622" y="428"/>
                      <a:pt x="620" y="428"/>
                      <a:pt x="618" y="428"/>
                    </a:cubicBezTo>
                    <a:cubicBezTo>
                      <a:pt x="614" y="428"/>
                      <a:pt x="611" y="427"/>
                      <a:pt x="607" y="425"/>
                    </a:cubicBezTo>
                    <a:cubicBezTo>
                      <a:pt x="541" y="390"/>
                      <a:pt x="541" y="390"/>
                      <a:pt x="541" y="390"/>
                    </a:cubicBezTo>
                    <a:cubicBezTo>
                      <a:pt x="475" y="425"/>
                      <a:pt x="475" y="425"/>
                      <a:pt x="475" y="425"/>
                    </a:cubicBezTo>
                    <a:cubicBezTo>
                      <a:pt x="471" y="427"/>
                      <a:pt x="468" y="428"/>
                      <a:pt x="464" y="428"/>
                    </a:cubicBezTo>
                    <a:cubicBezTo>
                      <a:pt x="458" y="428"/>
                      <a:pt x="453" y="426"/>
                      <a:pt x="449" y="423"/>
                    </a:cubicBezTo>
                    <a:cubicBezTo>
                      <a:pt x="442" y="418"/>
                      <a:pt x="438" y="408"/>
                      <a:pt x="440" y="399"/>
                    </a:cubicBezTo>
                    <a:cubicBezTo>
                      <a:pt x="452" y="326"/>
                      <a:pt x="452" y="326"/>
                      <a:pt x="452" y="326"/>
                    </a:cubicBezTo>
                    <a:cubicBezTo>
                      <a:pt x="399" y="273"/>
                      <a:pt x="399" y="273"/>
                      <a:pt x="399" y="273"/>
                    </a:cubicBezTo>
                    <a:cubicBezTo>
                      <a:pt x="392" y="267"/>
                      <a:pt x="390" y="257"/>
                      <a:pt x="392" y="249"/>
                    </a:cubicBezTo>
                    <a:cubicBezTo>
                      <a:pt x="395" y="240"/>
                      <a:pt x="403" y="233"/>
                      <a:pt x="412" y="232"/>
                    </a:cubicBezTo>
                    <a:cubicBezTo>
                      <a:pt x="486" y="221"/>
                      <a:pt x="486" y="221"/>
                      <a:pt x="486" y="221"/>
                    </a:cubicBezTo>
                    <a:cubicBezTo>
                      <a:pt x="519" y="154"/>
                      <a:pt x="519" y="154"/>
                      <a:pt x="519" y="154"/>
                    </a:cubicBezTo>
                    <a:cubicBezTo>
                      <a:pt x="523" y="146"/>
                      <a:pt x="532" y="141"/>
                      <a:pt x="541" y="141"/>
                    </a:cubicBezTo>
                    <a:cubicBezTo>
                      <a:pt x="550" y="141"/>
                      <a:pt x="559" y="146"/>
                      <a:pt x="563" y="154"/>
                    </a:cubicBezTo>
                    <a:cubicBezTo>
                      <a:pt x="582" y="192"/>
                      <a:pt x="582" y="192"/>
                      <a:pt x="582" y="192"/>
                    </a:cubicBezTo>
                    <a:cubicBezTo>
                      <a:pt x="567" y="147"/>
                      <a:pt x="550" y="104"/>
                      <a:pt x="529" y="78"/>
                    </a:cubicBezTo>
                    <a:cubicBezTo>
                      <a:pt x="498" y="26"/>
                      <a:pt x="447" y="7"/>
                      <a:pt x="407" y="1"/>
                    </a:cubicBezTo>
                    <a:cubicBezTo>
                      <a:pt x="401" y="0"/>
                      <a:pt x="395" y="2"/>
                      <a:pt x="391" y="7"/>
                    </a:cubicBezTo>
                    <a:cubicBezTo>
                      <a:pt x="351" y="63"/>
                      <a:pt x="351" y="63"/>
                      <a:pt x="351" y="63"/>
                    </a:cubicBezTo>
                    <a:cubicBezTo>
                      <a:pt x="307" y="3"/>
                      <a:pt x="307" y="3"/>
                      <a:pt x="307" y="3"/>
                    </a:cubicBezTo>
                    <a:cubicBezTo>
                      <a:pt x="338" y="107"/>
                      <a:pt x="338" y="107"/>
                      <a:pt x="338" y="107"/>
                    </a:cubicBezTo>
                    <a:cubicBezTo>
                      <a:pt x="338" y="110"/>
                      <a:pt x="338" y="112"/>
                      <a:pt x="338" y="115"/>
                    </a:cubicBezTo>
                    <a:cubicBezTo>
                      <a:pt x="306" y="262"/>
                      <a:pt x="306" y="262"/>
                      <a:pt x="306" y="262"/>
                    </a:cubicBezTo>
                    <a:cubicBezTo>
                      <a:pt x="306" y="263"/>
                      <a:pt x="306" y="263"/>
                      <a:pt x="306" y="264"/>
                    </a:cubicBezTo>
                    <a:cubicBezTo>
                      <a:pt x="306" y="265"/>
                      <a:pt x="306" y="265"/>
                      <a:pt x="306" y="265"/>
                    </a:cubicBezTo>
                    <a:cubicBezTo>
                      <a:pt x="306" y="264"/>
                      <a:pt x="306" y="264"/>
                      <a:pt x="306" y="264"/>
                    </a:cubicBezTo>
                    <a:cubicBezTo>
                      <a:pt x="306" y="263"/>
                      <a:pt x="306" y="263"/>
                      <a:pt x="306" y="263"/>
                    </a:cubicBezTo>
                    <a:cubicBezTo>
                      <a:pt x="271" y="115"/>
                      <a:pt x="271" y="115"/>
                      <a:pt x="271" y="115"/>
                    </a:cubicBezTo>
                    <a:cubicBezTo>
                      <a:pt x="271" y="112"/>
                      <a:pt x="271" y="109"/>
                      <a:pt x="272" y="107"/>
                    </a:cubicBezTo>
                    <a:cubicBezTo>
                      <a:pt x="305" y="1"/>
                      <a:pt x="305" y="1"/>
                      <a:pt x="305" y="1"/>
                    </a:cubicBezTo>
                    <a:cubicBezTo>
                      <a:pt x="259" y="65"/>
                      <a:pt x="259" y="65"/>
                      <a:pt x="259" y="65"/>
                    </a:cubicBezTo>
                    <a:cubicBezTo>
                      <a:pt x="219" y="11"/>
                      <a:pt x="219" y="11"/>
                      <a:pt x="219" y="11"/>
                    </a:cubicBezTo>
                    <a:cubicBezTo>
                      <a:pt x="215" y="6"/>
                      <a:pt x="208" y="3"/>
                      <a:pt x="202" y="5"/>
                    </a:cubicBezTo>
                    <a:cubicBezTo>
                      <a:pt x="170" y="13"/>
                      <a:pt x="128" y="32"/>
                      <a:pt x="98" y="74"/>
                    </a:cubicBezTo>
                    <a:cubicBezTo>
                      <a:pt x="97" y="76"/>
                      <a:pt x="96" y="77"/>
                      <a:pt x="95" y="78"/>
                    </a:cubicBezTo>
                    <a:cubicBezTo>
                      <a:pt x="95" y="79"/>
                      <a:pt x="94" y="80"/>
                      <a:pt x="93" y="80"/>
                    </a:cubicBezTo>
                    <a:cubicBezTo>
                      <a:pt x="91" y="84"/>
                      <a:pt x="89" y="87"/>
                      <a:pt x="87" y="91"/>
                    </a:cubicBezTo>
                    <a:cubicBezTo>
                      <a:pt x="87" y="91"/>
                      <a:pt x="88" y="91"/>
                      <a:pt x="88" y="91"/>
                    </a:cubicBezTo>
                    <a:cubicBezTo>
                      <a:pt x="84" y="99"/>
                      <a:pt x="79" y="109"/>
                      <a:pt x="75" y="119"/>
                    </a:cubicBezTo>
                    <a:cubicBezTo>
                      <a:pt x="75" y="118"/>
                      <a:pt x="74" y="118"/>
                      <a:pt x="74" y="118"/>
                    </a:cubicBezTo>
                    <a:cubicBezTo>
                      <a:pt x="35" y="210"/>
                      <a:pt x="0" y="394"/>
                      <a:pt x="0" y="411"/>
                    </a:cubicBezTo>
                    <a:cubicBezTo>
                      <a:pt x="2" y="411"/>
                      <a:pt x="2" y="411"/>
                      <a:pt x="2" y="411"/>
                    </a:cubicBezTo>
                    <a:cubicBezTo>
                      <a:pt x="2" y="429"/>
                      <a:pt x="9" y="466"/>
                      <a:pt x="66" y="465"/>
                    </a:cubicBezTo>
                    <a:cubicBezTo>
                      <a:pt x="556" y="465"/>
                      <a:pt x="556" y="465"/>
                      <a:pt x="556" y="465"/>
                    </a:cubicBezTo>
                    <a:cubicBezTo>
                      <a:pt x="556" y="465"/>
                      <a:pt x="607" y="466"/>
                      <a:pt x="623" y="427"/>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36" name="椭圆 35">
                <a:extLst>
                  <a:ext uri="{FF2B5EF4-FFF2-40B4-BE49-F238E27FC236}">
                    <a16:creationId xmlns:a16="http://schemas.microsoft.com/office/drawing/2014/main" id="{A75FD17E-94A3-4CB9-A6CD-DDD12072D9C5}"/>
                  </a:ext>
                </a:extLst>
              </p:cNvPr>
              <p:cNvSpPr/>
              <p:nvPr/>
            </p:nvSpPr>
            <p:spPr bwMode="auto">
              <a:xfrm>
                <a:off x="6737992" y="3781703"/>
                <a:ext cx="235163" cy="233848"/>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37" name="任意多边形 25">
                <a:extLst>
                  <a:ext uri="{FF2B5EF4-FFF2-40B4-BE49-F238E27FC236}">
                    <a16:creationId xmlns:a16="http://schemas.microsoft.com/office/drawing/2014/main" id="{33FF80BB-74E4-4AF5-A34D-91DFF5B09E2C}"/>
                  </a:ext>
                </a:extLst>
              </p:cNvPr>
              <p:cNvSpPr/>
              <p:nvPr/>
            </p:nvSpPr>
            <p:spPr bwMode="auto">
              <a:xfrm>
                <a:off x="6922124" y="4128397"/>
                <a:ext cx="125999" cy="119686"/>
              </a:xfrm>
              <a:custGeom>
                <a:avLst/>
                <a:gdLst>
                  <a:gd name="T0" fmla="*/ 107 w 230"/>
                  <a:gd name="T1" fmla="*/ 5 h 219"/>
                  <a:gd name="T2" fmla="*/ 115 w 230"/>
                  <a:gd name="T3" fmla="*/ 0 h 219"/>
                  <a:gd name="T4" fmla="*/ 123 w 230"/>
                  <a:gd name="T5" fmla="*/ 5 h 219"/>
                  <a:gd name="T6" fmla="*/ 154 w 230"/>
                  <a:gd name="T7" fmla="*/ 67 h 219"/>
                  <a:gd name="T8" fmla="*/ 222 w 230"/>
                  <a:gd name="T9" fmla="*/ 77 h 219"/>
                  <a:gd name="T10" fmla="*/ 229 w 230"/>
                  <a:gd name="T11" fmla="*/ 83 h 219"/>
                  <a:gd name="T12" fmla="*/ 227 w 230"/>
                  <a:gd name="T13" fmla="*/ 92 h 219"/>
                  <a:gd name="T14" fmla="*/ 178 w 230"/>
                  <a:gd name="T15" fmla="*/ 140 h 219"/>
                  <a:gd name="T16" fmla="*/ 189 w 230"/>
                  <a:gd name="T17" fmla="*/ 208 h 219"/>
                  <a:gd name="T18" fmla="*/ 186 w 230"/>
                  <a:gd name="T19" fmla="*/ 217 h 219"/>
                  <a:gd name="T20" fmla="*/ 176 w 230"/>
                  <a:gd name="T21" fmla="*/ 218 h 219"/>
                  <a:gd name="T22" fmla="*/ 115 w 230"/>
                  <a:gd name="T23" fmla="*/ 186 h 219"/>
                  <a:gd name="T24" fmla="*/ 54 w 230"/>
                  <a:gd name="T25" fmla="*/ 218 h 219"/>
                  <a:gd name="T26" fmla="*/ 44 w 230"/>
                  <a:gd name="T27" fmla="*/ 217 h 219"/>
                  <a:gd name="T28" fmla="*/ 41 w 230"/>
                  <a:gd name="T29" fmla="*/ 208 h 219"/>
                  <a:gd name="T30" fmla="*/ 52 w 230"/>
                  <a:gd name="T31" fmla="*/ 140 h 219"/>
                  <a:gd name="T32" fmla="*/ 3 w 230"/>
                  <a:gd name="T33" fmla="*/ 92 h 219"/>
                  <a:gd name="T34" fmla="*/ 1 w 230"/>
                  <a:gd name="T35" fmla="*/ 83 h 219"/>
                  <a:gd name="T36" fmla="*/ 8 w 230"/>
                  <a:gd name="T37" fmla="*/ 77 h 219"/>
                  <a:gd name="T38" fmla="*/ 76 w 230"/>
                  <a:gd name="T39" fmla="*/ 67 h 219"/>
                  <a:gd name="T40" fmla="*/ 107 w 230"/>
                  <a:gd name="T41" fmla="*/ 5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30" h="219">
                    <a:moveTo>
                      <a:pt x="107" y="5"/>
                    </a:moveTo>
                    <a:cubicBezTo>
                      <a:pt x="108" y="2"/>
                      <a:pt x="112" y="0"/>
                      <a:pt x="115" y="0"/>
                    </a:cubicBezTo>
                    <a:cubicBezTo>
                      <a:pt x="119" y="0"/>
                      <a:pt x="122" y="2"/>
                      <a:pt x="123" y="5"/>
                    </a:cubicBezTo>
                    <a:cubicBezTo>
                      <a:pt x="154" y="67"/>
                      <a:pt x="154" y="67"/>
                      <a:pt x="154" y="67"/>
                    </a:cubicBezTo>
                    <a:cubicBezTo>
                      <a:pt x="222" y="77"/>
                      <a:pt x="222" y="77"/>
                      <a:pt x="222" y="77"/>
                    </a:cubicBezTo>
                    <a:cubicBezTo>
                      <a:pt x="225" y="77"/>
                      <a:pt x="228" y="80"/>
                      <a:pt x="229" y="83"/>
                    </a:cubicBezTo>
                    <a:cubicBezTo>
                      <a:pt x="230" y="86"/>
                      <a:pt x="229" y="90"/>
                      <a:pt x="227" y="92"/>
                    </a:cubicBezTo>
                    <a:cubicBezTo>
                      <a:pt x="178" y="140"/>
                      <a:pt x="178" y="140"/>
                      <a:pt x="178" y="140"/>
                    </a:cubicBezTo>
                    <a:cubicBezTo>
                      <a:pt x="189" y="208"/>
                      <a:pt x="189" y="208"/>
                      <a:pt x="189" y="208"/>
                    </a:cubicBezTo>
                    <a:cubicBezTo>
                      <a:pt x="190" y="211"/>
                      <a:pt x="188" y="215"/>
                      <a:pt x="186" y="217"/>
                    </a:cubicBezTo>
                    <a:cubicBezTo>
                      <a:pt x="183" y="219"/>
                      <a:pt x="179" y="219"/>
                      <a:pt x="176" y="218"/>
                    </a:cubicBezTo>
                    <a:cubicBezTo>
                      <a:pt x="115" y="186"/>
                      <a:pt x="115" y="186"/>
                      <a:pt x="115" y="186"/>
                    </a:cubicBezTo>
                    <a:cubicBezTo>
                      <a:pt x="54" y="218"/>
                      <a:pt x="54" y="218"/>
                      <a:pt x="54" y="218"/>
                    </a:cubicBezTo>
                    <a:cubicBezTo>
                      <a:pt x="51" y="219"/>
                      <a:pt x="47" y="219"/>
                      <a:pt x="44" y="217"/>
                    </a:cubicBezTo>
                    <a:cubicBezTo>
                      <a:pt x="42" y="215"/>
                      <a:pt x="40" y="212"/>
                      <a:pt x="41" y="208"/>
                    </a:cubicBezTo>
                    <a:cubicBezTo>
                      <a:pt x="52" y="140"/>
                      <a:pt x="52" y="140"/>
                      <a:pt x="52" y="140"/>
                    </a:cubicBezTo>
                    <a:cubicBezTo>
                      <a:pt x="3" y="92"/>
                      <a:pt x="3" y="92"/>
                      <a:pt x="3" y="92"/>
                    </a:cubicBezTo>
                    <a:cubicBezTo>
                      <a:pt x="1" y="90"/>
                      <a:pt x="0" y="86"/>
                      <a:pt x="1" y="83"/>
                    </a:cubicBezTo>
                    <a:cubicBezTo>
                      <a:pt x="2" y="80"/>
                      <a:pt x="5" y="77"/>
                      <a:pt x="8" y="77"/>
                    </a:cubicBezTo>
                    <a:cubicBezTo>
                      <a:pt x="76" y="67"/>
                      <a:pt x="76" y="67"/>
                      <a:pt x="76" y="67"/>
                    </a:cubicBezTo>
                    <a:cubicBezTo>
                      <a:pt x="107" y="5"/>
                      <a:pt x="107" y="5"/>
                      <a:pt x="107" y="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38" name="任意多边形 26">
                <a:extLst>
                  <a:ext uri="{FF2B5EF4-FFF2-40B4-BE49-F238E27FC236}">
                    <a16:creationId xmlns:a16="http://schemas.microsoft.com/office/drawing/2014/main" id="{74AAE5F6-745C-4F4C-92E5-414E33D19141}"/>
                  </a:ext>
                </a:extLst>
              </p:cNvPr>
              <p:cNvSpPr/>
              <p:nvPr/>
            </p:nvSpPr>
            <p:spPr bwMode="auto">
              <a:xfrm>
                <a:off x="7071008" y="4128397"/>
                <a:ext cx="126525" cy="119686"/>
              </a:xfrm>
              <a:custGeom>
                <a:avLst/>
                <a:gdLst>
                  <a:gd name="T0" fmla="*/ 107 w 231"/>
                  <a:gd name="T1" fmla="*/ 5 h 219"/>
                  <a:gd name="T2" fmla="*/ 116 w 231"/>
                  <a:gd name="T3" fmla="*/ 0 h 219"/>
                  <a:gd name="T4" fmla="*/ 124 w 231"/>
                  <a:gd name="T5" fmla="*/ 5 h 219"/>
                  <a:gd name="T6" fmla="*/ 154 w 231"/>
                  <a:gd name="T7" fmla="*/ 67 h 219"/>
                  <a:gd name="T8" fmla="*/ 222 w 231"/>
                  <a:gd name="T9" fmla="*/ 77 h 219"/>
                  <a:gd name="T10" fmla="*/ 230 w 231"/>
                  <a:gd name="T11" fmla="*/ 83 h 219"/>
                  <a:gd name="T12" fmla="*/ 227 w 231"/>
                  <a:gd name="T13" fmla="*/ 92 h 219"/>
                  <a:gd name="T14" fmla="*/ 178 w 231"/>
                  <a:gd name="T15" fmla="*/ 140 h 219"/>
                  <a:gd name="T16" fmla="*/ 190 w 231"/>
                  <a:gd name="T17" fmla="*/ 208 h 219"/>
                  <a:gd name="T18" fmla="*/ 186 w 231"/>
                  <a:gd name="T19" fmla="*/ 217 h 219"/>
                  <a:gd name="T20" fmla="*/ 176 w 231"/>
                  <a:gd name="T21" fmla="*/ 218 h 219"/>
                  <a:gd name="T22" fmla="*/ 116 w 231"/>
                  <a:gd name="T23" fmla="*/ 186 h 219"/>
                  <a:gd name="T24" fmla="*/ 55 w 231"/>
                  <a:gd name="T25" fmla="*/ 218 h 219"/>
                  <a:gd name="T26" fmla="*/ 45 w 231"/>
                  <a:gd name="T27" fmla="*/ 217 h 219"/>
                  <a:gd name="T28" fmla="*/ 41 w 231"/>
                  <a:gd name="T29" fmla="*/ 208 h 219"/>
                  <a:gd name="T30" fmla="*/ 53 w 231"/>
                  <a:gd name="T31" fmla="*/ 140 h 219"/>
                  <a:gd name="T32" fmla="*/ 4 w 231"/>
                  <a:gd name="T33" fmla="*/ 92 h 219"/>
                  <a:gd name="T34" fmla="*/ 1 w 231"/>
                  <a:gd name="T35" fmla="*/ 83 h 219"/>
                  <a:gd name="T36" fmla="*/ 9 w 231"/>
                  <a:gd name="T37" fmla="*/ 77 h 219"/>
                  <a:gd name="T38" fmla="*/ 77 w 231"/>
                  <a:gd name="T39" fmla="*/ 67 h 219"/>
                  <a:gd name="T40" fmla="*/ 107 w 231"/>
                  <a:gd name="T41" fmla="*/ 5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31" h="219">
                    <a:moveTo>
                      <a:pt x="107" y="5"/>
                    </a:moveTo>
                    <a:cubicBezTo>
                      <a:pt x="109" y="2"/>
                      <a:pt x="112" y="0"/>
                      <a:pt x="116" y="0"/>
                    </a:cubicBezTo>
                    <a:cubicBezTo>
                      <a:pt x="119" y="0"/>
                      <a:pt x="122" y="2"/>
                      <a:pt x="124" y="5"/>
                    </a:cubicBezTo>
                    <a:cubicBezTo>
                      <a:pt x="154" y="67"/>
                      <a:pt x="154" y="67"/>
                      <a:pt x="154" y="67"/>
                    </a:cubicBezTo>
                    <a:cubicBezTo>
                      <a:pt x="222" y="77"/>
                      <a:pt x="222" y="77"/>
                      <a:pt x="222" y="77"/>
                    </a:cubicBezTo>
                    <a:cubicBezTo>
                      <a:pt x="226" y="77"/>
                      <a:pt x="229" y="79"/>
                      <a:pt x="230" y="83"/>
                    </a:cubicBezTo>
                    <a:cubicBezTo>
                      <a:pt x="231" y="86"/>
                      <a:pt x="230" y="90"/>
                      <a:pt x="227" y="92"/>
                    </a:cubicBezTo>
                    <a:cubicBezTo>
                      <a:pt x="178" y="140"/>
                      <a:pt x="178" y="140"/>
                      <a:pt x="178" y="140"/>
                    </a:cubicBezTo>
                    <a:cubicBezTo>
                      <a:pt x="190" y="208"/>
                      <a:pt x="190" y="208"/>
                      <a:pt x="190" y="208"/>
                    </a:cubicBezTo>
                    <a:cubicBezTo>
                      <a:pt x="190" y="211"/>
                      <a:pt x="189" y="215"/>
                      <a:pt x="186" y="217"/>
                    </a:cubicBezTo>
                    <a:cubicBezTo>
                      <a:pt x="183" y="219"/>
                      <a:pt x="180" y="219"/>
                      <a:pt x="176" y="218"/>
                    </a:cubicBezTo>
                    <a:cubicBezTo>
                      <a:pt x="116" y="186"/>
                      <a:pt x="116" y="186"/>
                      <a:pt x="116" y="186"/>
                    </a:cubicBezTo>
                    <a:cubicBezTo>
                      <a:pt x="55" y="218"/>
                      <a:pt x="55" y="218"/>
                      <a:pt x="55" y="218"/>
                    </a:cubicBezTo>
                    <a:cubicBezTo>
                      <a:pt x="52" y="219"/>
                      <a:pt x="48" y="219"/>
                      <a:pt x="45" y="217"/>
                    </a:cubicBezTo>
                    <a:cubicBezTo>
                      <a:pt x="42" y="215"/>
                      <a:pt x="41" y="211"/>
                      <a:pt x="41" y="208"/>
                    </a:cubicBezTo>
                    <a:cubicBezTo>
                      <a:pt x="53" y="140"/>
                      <a:pt x="53" y="140"/>
                      <a:pt x="53" y="140"/>
                    </a:cubicBezTo>
                    <a:cubicBezTo>
                      <a:pt x="4" y="92"/>
                      <a:pt x="4" y="92"/>
                      <a:pt x="4" y="92"/>
                    </a:cubicBezTo>
                    <a:cubicBezTo>
                      <a:pt x="1" y="90"/>
                      <a:pt x="0" y="86"/>
                      <a:pt x="1" y="83"/>
                    </a:cubicBezTo>
                    <a:cubicBezTo>
                      <a:pt x="2" y="79"/>
                      <a:pt x="5" y="77"/>
                      <a:pt x="9" y="77"/>
                    </a:cubicBezTo>
                    <a:cubicBezTo>
                      <a:pt x="77" y="67"/>
                      <a:pt x="77" y="67"/>
                      <a:pt x="77" y="67"/>
                    </a:cubicBezTo>
                    <a:cubicBezTo>
                      <a:pt x="107" y="5"/>
                      <a:pt x="107" y="5"/>
                      <a:pt x="107" y="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39" name="任意多边形 27">
                <a:extLst>
                  <a:ext uri="{FF2B5EF4-FFF2-40B4-BE49-F238E27FC236}">
                    <a16:creationId xmlns:a16="http://schemas.microsoft.com/office/drawing/2014/main" id="{ED260AF3-AED8-4D8E-9216-A656D0578F5E}"/>
                  </a:ext>
                </a:extLst>
              </p:cNvPr>
              <p:cNvSpPr/>
              <p:nvPr/>
            </p:nvSpPr>
            <p:spPr bwMode="auto">
              <a:xfrm>
                <a:off x="6992620" y="4000294"/>
                <a:ext cx="125999" cy="120212"/>
              </a:xfrm>
              <a:custGeom>
                <a:avLst/>
                <a:gdLst>
                  <a:gd name="T0" fmla="*/ 107 w 230"/>
                  <a:gd name="T1" fmla="*/ 5 h 220"/>
                  <a:gd name="T2" fmla="*/ 115 w 230"/>
                  <a:gd name="T3" fmla="*/ 0 h 220"/>
                  <a:gd name="T4" fmla="*/ 123 w 230"/>
                  <a:gd name="T5" fmla="*/ 6 h 220"/>
                  <a:gd name="T6" fmla="*/ 154 w 230"/>
                  <a:gd name="T7" fmla="*/ 67 h 220"/>
                  <a:gd name="T8" fmla="*/ 222 w 230"/>
                  <a:gd name="T9" fmla="*/ 77 h 220"/>
                  <a:gd name="T10" fmla="*/ 229 w 230"/>
                  <a:gd name="T11" fmla="*/ 83 h 220"/>
                  <a:gd name="T12" fmla="*/ 227 w 230"/>
                  <a:gd name="T13" fmla="*/ 93 h 220"/>
                  <a:gd name="T14" fmla="*/ 178 w 230"/>
                  <a:gd name="T15" fmla="*/ 141 h 220"/>
                  <a:gd name="T16" fmla="*/ 189 w 230"/>
                  <a:gd name="T17" fmla="*/ 208 h 220"/>
                  <a:gd name="T18" fmla="*/ 186 w 230"/>
                  <a:gd name="T19" fmla="*/ 217 h 220"/>
                  <a:gd name="T20" fmla="*/ 176 w 230"/>
                  <a:gd name="T21" fmla="*/ 218 h 220"/>
                  <a:gd name="T22" fmla="*/ 115 w 230"/>
                  <a:gd name="T23" fmla="*/ 186 h 220"/>
                  <a:gd name="T24" fmla="*/ 54 w 230"/>
                  <a:gd name="T25" fmla="*/ 218 h 220"/>
                  <a:gd name="T26" fmla="*/ 45 w 230"/>
                  <a:gd name="T27" fmla="*/ 217 h 220"/>
                  <a:gd name="T28" fmla="*/ 41 w 230"/>
                  <a:gd name="T29" fmla="*/ 208 h 220"/>
                  <a:gd name="T30" fmla="*/ 52 w 230"/>
                  <a:gd name="T31" fmla="*/ 141 h 220"/>
                  <a:gd name="T32" fmla="*/ 3 w 230"/>
                  <a:gd name="T33" fmla="*/ 93 h 220"/>
                  <a:gd name="T34" fmla="*/ 1 w 230"/>
                  <a:gd name="T35" fmla="*/ 83 h 220"/>
                  <a:gd name="T36" fmla="*/ 8 w 230"/>
                  <a:gd name="T37" fmla="*/ 77 h 220"/>
                  <a:gd name="T38" fmla="*/ 76 w 230"/>
                  <a:gd name="T39" fmla="*/ 67 h 220"/>
                  <a:gd name="T40" fmla="*/ 107 w 230"/>
                  <a:gd name="T41" fmla="*/ 5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30" h="220">
                    <a:moveTo>
                      <a:pt x="107" y="5"/>
                    </a:moveTo>
                    <a:cubicBezTo>
                      <a:pt x="108" y="2"/>
                      <a:pt x="112" y="0"/>
                      <a:pt x="115" y="0"/>
                    </a:cubicBezTo>
                    <a:cubicBezTo>
                      <a:pt x="119" y="0"/>
                      <a:pt x="122" y="2"/>
                      <a:pt x="123" y="6"/>
                    </a:cubicBezTo>
                    <a:cubicBezTo>
                      <a:pt x="154" y="67"/>
                      <a:pt x="154" y="67"/>
                      <a:pt x="154" y="67"/>
                    </a:cubicBezTo>
                    <a:cubicBezTo>
                      <a:pt x="222" y="77"/>
                      <a:pt x="222" y="77"/>
                      <a:pt x="222" y="77"/>
                    </a:cubicBezTo>
                    <a:cubicBezTo>
                      <a:pt x="225" y="77"/>
                      <a:pt x="228" y="80"/>
                      <a:pt x="229" y="83"/>
                    </a:cubicBezTo>
                    <a:cubicBezTo>
                      <a:pt x="230" y="87"/>
                      <a:pt x="229" y="90"/>
                      <a:pt x="227" y="93"/>
                    </a:cubicBezTo>
                    <a:cubicBezTo>
                      <a:pt x="178" y="141"/>
                      <a:pt x="178" y="141"/>
                      <a:pt x="178" y="141"/>
                    </a:cubicBezTo>
                    <a:cubicBezTo>
                      <a:pt x="189" y="208"/>
                      <a:pt x="189" y="208"/>
                      <a:pt x="189" y="208"/>
                    </a:cubicBezTo>
                    <a:cubicBezTo>
                      <a:pt x="190" y="212"/>
                      <a:pt x="188" y="215"/>
                      <a:pt x="186" y="217"/>
                    </a:cubicBezTo>
                    <a:cubicBezTo>
                      <a:pt x="183" y="220"/>
                      <a:pt x="179" y="220"/>
                      <a:pt x="176" y="218"/>
                    </a:cubicBezTo>
                    <a:cubicBezTo>
                      <a:pt x="115" y="186"/>
                      <a:pt x="115" y="186"/>
                      <a:pt x="115" y="186"/>
                    </a:cubicBezTo>
                    <a:cubicBezTo>
                      <a:pt x="54" y="218"/>
                      <a:pt x="54" y="218"/>
                      <a:pt x="54" y="218"/>
                    </a:cubicBezTo>
                    <a:cubicBezTo>
                      <a:pt x="51" y="220"/>
                      <a:pt x="47" y="220"/>
                      <a:pt x="45" y="217"/>
                    </a:cubicBezTo>
                    <a:cubicBezTo>
                      <a:pt x="42" y="215"/>
                      <a:pt x="40" y="212"/>
                      <a:pt x="41" y="208"/>
                    </a:cubicBezTo>
                    <a:cubicBezTo>
                      <a:pt x="52" y="141"/>
                      <a:pt x="52" y="141"/>
                      <a:pt x="52" y="141"/>
                    </a:cubicBezTo>
                    <a:cubicBezTo>
                      <a:pt x="3" y="93"/>
                      <a:pt x="3" y="93"/>
                      <a:pt x="3" y="93"/>
                    </a:cubicBezTo>
                    <a:cubicBezTo>
                      <a:pt x="1" y="90"/>
                      <a:pt x="0" y="87"/>
                      <a:pt x="1" y="83"/>
                    </a:cubicBezTo>
                    <a:cubicBezTo>
                      <a:pt x="2" y="80"/>
                      <a:pt x="5" y="77"/>
                      <a:pt x="8" y="77"/>
                    </a:cubicBezTo>
                    <a:cubicBezTo>
                      <a:pt x="76" y="67"/>
                      <a:pt x="76" y="67"/>
                      <a:pt x="76" y="67"/>
                    </a:cubicBezTo>
                    <a:cubicBezTo>
                      <a:pt x="107" y="5"/>
                      <a:pt x="107" y="5"/>
                      <a:pt x="107" y="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grpSp>
      </p:grpSp>
      <p:grpSp>
        <p:nvGrpSpPr>
          <p:cNvPr id="40" name="千图PPT彼岸天：ID 8661124库_组合 8">
            <a:extLst>
              <a:ext uri="{FF2B5EF4-FFF2-40B4-BE49-F238E27FC236}">
                <a16:creationId xmlns:a16="http://schemas.microsoft.com/office/drawing/2014/main" id="{C0977B95-DBA8-43C1-89C6-C37098FBD896}"/>
              </a:ext>
            </a:extLst>
          </p:cNvPr>
          <p:cNvGrpSpPr/>
          <p:nvPr>
            <p:custDataLst>
              <p:tags r:id="rId6"/>
            </p:custDataLst>
          </p:nvPr>
        </p:nvGrpSpPr>
        <p:grpSpPr>
          <a:xfrm>
            <a:off x="4276526" y="3641454"/>
            <a:ext cx="1091921" cy="1093560"/>
            <a:chOff x="4276526" y="3641454"/>
            <a:chExt cx="1091921" cy="1093560"/>
          </a:xfrm>
        </p:grpSpPr>
        <p:sp>
          <p:nvSpPr>
            <p:cNvPr id="41" name="椭圆 40">
              <a:extLst>
                <a:ext uri="{FF2B5EF4-FFF2-40B4-BE49-F238E27FC236}">
                  <a16:creationId xmlns:a16="http://schemas.microsoft.com/office/drawing/2014/main" id="{16857129-8B0F-4483-9B77-A86CDD923F8C}"/>
                </a:ext>
              </a:extLst>
            </p:cNvPr>
            <p:cNvSpPr/>
            <p:nvPr/>
          </p:nvSpPr>
          <p:spPr>
            <a:xfrm flipV="1">
              <a:off x="4276526" y="3641454"/>
              <a:ext cx="1091921" cy="1093560"/>
            </a:xfrm>
            <a:prstGeom prst="ellipse">
              <a:avLst/>
            </a:prstGeom>
            <a:solidFill>
              <a:schemeClr val="accent3">
                <a:alpha val="9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42" name="任意多边形 30">
              <a:extLst>
                <a:ext uri="{FF2B5EF4-FFF2-40B4-BE49-F238E27FC236}">
                  <a16:creationId xmlns:a16="http://schemas.microsoft.com/office/drawing/2014/main" id="{77D3737E-B622-4F6A-BA8C-943743D4957A}"/>
                </a:ext>
              </a:extLst>
            </p:cNvPr>
            <p:cNvSpPr/>
            <p:nvPr/>
          </p:nvSpPr>
          <p:spPr bwMode="auto">
            <a:xfrm>
              <a:off x="4549927" y="3922850"/>
              <a:ext cx="545119" cy="545119"/>
            </a:xfrm>
            <a:custGeom>
              <a:avLst/>
              <a:gdLst>
                <a:gd name="T0" fmla="*/ 1083 w 1083"/>
                <a:gd name="T1" fmla="*/ 542 h 1084"/>
                <a:gd name="T2" fmla="*/ 158 w 1083"/>
                <a:gd name="T3" fmla="*/ 926 h 1084"/>
                <a:gd name="T4" fmla="*/ 542 w 1083"/>
                <a:gd name="T5" fmla="*/ 0 h 1084"/>
                <a:gd name="T6" fmla="*/ 517 w 1083"/>
                <a:gd name="T7" fmla="*/ 1000 h 1084"/>
                <a:gd name="T8" fmla="*/ 357 w 1083"/>
                <a:gd name="T9" fmla="*/ 861 h 1084"/>
                <a:gd name="T10" fmla="*/ 517 w 1083"/>
                <a:gd name="T11" fmla="*/ 1000 h 1084"/>
                <a:gd name="T12" fmla="*/ 866 w 1083"/>
                <a:gd name="T13" fmla="*/ 218 h 1084"/>
                <a:gd name="T14" fmla="*/ 842 w 1083"/>
                <a:gd name="T15" fmla="*/ 517 h 1084"/>
                <a:gd name="T16" fmla="*/ 866 w 1083"/>
                <a:gd name="T17" fmla="*/ 218 h 1084"/>
                <a:gd name="T18" fmla="*/ 722 w 1083"/>
                <a:gd name="T19" fmla="*/ 120 h 1084"/>
                <a:gd name="T20" fmla="*/ 815 w 1083"/>
                <a:gd name="T21" fmla="*/ 174 h 1084"/>
                <a:gd name="T22" fmla="*/ 617 w 1083"/>
                <a:gd name="T23" fmla="*/ 90 h 1084"/>
                <a:gd name="T24" fmla="*/ 707 w 1083"/>
                <a:gd name="T25" fmla="*/ 231 h 1084"/>
                <a:gd name="T26" fmla="*/ 617 w 1083"/>
                <a:gd name="T27" fmla="*/ 90 h 1084"/>
                <a:gd name="T28" fmla="*/ 517 w 1083"/>
                <a:gd name="T29" fmla="*/ 84 h 1084"/>
                <a:gd name="T30" fmla="*/ 357 w 1083"/>
                <a:gd name="T31" fmla="*/ 224 h 1084"/>
                <a:gd name="T32" fmla="*/ 517 w 1083"/>
                <a:gd name="T33" fmla="*/ 84 h 1084"/>
                <a:gd name="T34" fmla="*/ 362 w 1083"/>
                <a:gd name="T35" fmla="*/ 120 h 1084"/>
                <a:gd name="T36" fmla="*/ 325 w 1083"/>
                <a:gd name="T37" fmla="*/ 177 h 1084"/>
                <a:gd name="T38" fmla="*/ 229 w 1083"/>
                <a:gd name="T39" fmla="*/ 207 h 1084"/>
                <a:gd name="T40" fmla="*/ 84 w 1083"/>
                <a:gd name="T41" fmla="*/ 517 h 1084"/>
                <a:gd name="T42" fmla="*/ 229 w 1083"/>
                <a:gd name="T43" fmla="*/ 207 h 1084"/>
                <a:gd name="T44" fmla="*/ 84 w 1083"/>
                <a:gd name="T45" fmla="*/ 567 h 1084"/>
                <a:gd name="T46" fmla="*/ 292 w 1083"/>
                <a:gd name="T47" fmla="*/ 837 h 1084"/>
                <a:gd name="T48" fmla="*/ 84 w 1083"/>
                <a:gd name="T49" fmla="*/ 567 h 1084"/>
                <a:gd name="T50" fmla="*/ 362 w 1083"/>
                <a:gd name="T51" fmla="*/ 964 h 1084"/>
                <a:gd name="T52" fmla="*/ 268 w 1083"/>
                <a:gd name="T53" fmla="*/ 911 h 1084"/>
                <a:gd name="T54" fmla="*/ 567 w 1083"/>
                <a:gd name="T55" fmla="*/ 1000 h 1084"/>
                <a:gd name="T56" fmla="*/ 726 w 1083"/>
                <a:gd name="T57" fmla="*/ 861 h 1084"/>
                <a:gd name="T58" fmla="*/ 566 w 1083"/>
                <a:gd name="T59" fmla="*/ 1000 h 1084"/>
                <a:gd name="T60" fmla="*/ 722 w 1083"/>
                <a:gd name="T61" fmla="*/ 964 h 1084"/>
                <a:gd name="T62" fmla="*/ 758 w 1083"/>
                <a:gd name="T63" fmla="*/ 908 h 1084"/>
                <a:gd name="T64" fmla="*/ 855 w 1083"/>
                <a:gd name="T65" fmla="*/ 878 h 1084"/>
                <a:gd name="T66" fmla="*/ 1000 w 1083"/>
                <a:gd name="T67" fmla="*/ 567 h 1084"/>
                <a:gd name="T68" fmla="*/ 855 w 1083"/>
                <a:gd name="T69" fmla="*/ 878 h 1084"/>
                <a:gd name="T70" fmla="*/ 746 w 1083"/>
                <a:gd name="T71" fmla="*/ 269 h 1084"/>
                <a:gd name="T72" fmla="*/ 567 w 1083"/>
                <a:gd name="T73" fmla="*/ 517 h 1084"/>
                <a:gd name="T74" fmla="*/ 746 w 1083"/>
                <a:gd name="T75" fmla="*/ 269 h 1084"/>
                <a:gd name="T76" fmla="*/ 358 w 1083"/>
                <a:gd name="T77" fmla="*/ 278 h 1084"/>
                <a:gd name="T78" fmla="*/ 517 w 1083"/>
                <a:gd name="T79" fmla="*/ 517 h 1084"/>
                <a:gd name="T80" fmla="*/ 517 w 1083"/>
                <a:gd name="T81" fmla="*/ 775 h 1084"/>
                <a:gd name="T82" fmla="*/ 292 w 1083"/>
                <a:gd name="T83" fmla="*/ 567 h 1084"/>
                <a:gd name="T84" fmla="*/ 517 w 1083"/>
                <a:gd name="T85" fmla="*/ 775 h 1084"/>
                <a:gd name="T86" fmla="*/ 567 w 1083"/>
                <a:gd name="T87" fmla="*/ 775 h 1084"/>
                <a:gd name="T88" fmla="*/ 792 w 1083"/>
                <a:gd name="T89" fmla="*/ 567 h 1084"/>
                <a:gd name="T90" fmla="*/ 567 w 1083"/>
                <a:gd name="T91" fmla="*/ 775 h 10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83" h="1084">
                  <a:moveTo>
                    <a:pt x="542" y="0"/>
                  </a:moveTo>
                  <a:cubicBezTo>
                    <a:pt x="691" y="0"/>
                    <a:pt x="827" y="61"/>
                    <a:pt x="925" y="159"/>
                  </a:cubicBezTo>
                  <a:cubicBezTo>
                    <a:pt x="1023" y="258"/>
                    <a:pt x="1083" y="393"/>
                    <a:pt x="1083" y="542"/>
                  </a:cubicBezTo>
                  <a:cubicBezTo>
                    <a:pt x="1083" y="692"/>
                    <a:pt x="1023" y="827"/>
                    <a:pt x="925" y="926"/>
                  </a:cubicBezTo>
                  <a:cubicBezTo>
                    <a:pt x="827" y="1024"/>
                    <a:pt x="691" y="1084"/>
                    <a:pt x="542" y="1084"/>
                  </a:cubicBezTo>
                  <a:cubicBezTo>
                    <a:pt x="392" y="1084"/>
                    <a:pt x="257" y="1024"/>
                    <a:pt x="158" y="926"/>
                  </a:cubicBezTo>
                  <a:cubicBezTo>
                    <a:pt x="60" y="827"/>
                    <a:pt x="0" y="692"/>
                    <a:pt x="0" y="542"/>
                  </a:cubicBezTo>
                  <a:cubicBezTo>
                    <a:pt x="0" y="393"/>
                    <a:pt x="60" y="258"/>
                    <a:pt x="158" y="159"/>
                  </a:cubicBezTo>
                  <a:cubicBezTo>
                    <a:pt x="257" y="61"/>
                    <a:pt x="392" y="0"/>
                    <a:pt x="542" y="0"/>
                  </a:cubicBezTo>
                  <a:cubicBezTo>
                    <a:pt x="542" y="0"/>
                    <a:pt x="542" y="0"/>
                    <a:pt x="542" y="0"/>
                  </a:cubicBezTo>
                  <a:close/>
                  <a:moveTo>
                    <a:pt x="517" y="1000"/>
                  </a:moveTo>
                  <a:cubicBezTo>
                    <a:pt x="517" y="1000"/>
                    <a:pt x="517" y="1000"/>
                    <a:pt x="517" y="1000"/>
                  </a:cubicBezTo>
                  <a:cubicBezTo>
                    <a:pt x="517" y="825"/>
                    <a:pt x="517" y="825"/>
                    <a:pt x="517" y="825"/>
                  </a:cubicBezTo>
                  <a:cubicBezTo>
                    <a:pt x="468" y="827"/>
                    <a:pt x="420" y="837"/>
                    <a:pt x="376" y="854"/>
                  </a:cubicBezTo>
                  <a:cubicBezTo>
                    <a:pt x="370" y="856"/>
                    <a:pt x="363" y="859"/>
                    <a:pt x="357" y="861"/>
                  </a:cubicBezTo>
                  <a:cubicBezTo>
                    <a:pt x="361" y="869"/>
                    <a:pt x="365" y="877"/>
                    <a:pt x="369" y="884"/>
                  </a:cubicBezTo>
                  <a:cubicBezTo>
                    <a:pt x="396" y="934"/>
                    <a:pt x="430" y="972"/>
                    <a:pt x="466" y="995"/>
                  </a:cubicBezTo>
                  <a:cubicBezTo>
                    <a:pt x="483" y="998"/>
                    <a:pt x="500" y="1000"/>
                    <a:pt x="517" y="1000"/>
                  </a:cubicBezTo>
                  <a:cubicBezTo>
                    <a:pt x="517" y="1000"/>
                    <a:pt x="517" y="1000"/>
                    <a:pt x="517" y="1000"/>
                  </a:cubicBezTo>
                  <a:close/>
                  <a:moveTo>
                    <a:pt x="866" y="218"/>
                  </a:moveTo>
                  <a:cubicBezTo>
                    <a:pt x="866" y="218"/>
                    <a:pt x="866" y="218"/>
                    <a:pt x="866" y="218"/>
                  </a:cubicBezTo>
                  <a:cubicBezTo>
                    <a:pt x="862" y="214"/>
                    <a:pt x="858" y="211"/>
                    <a:pt x="855" y="207"/>
                  </a:cubicBezTo>
                  <a:cubicBezTo>
                    <a:pt x="835" y="223"/>
                    <a:pt x="813" y="236"/>
                    <a:pt x="791" y="248"/>
                  </a:cubicBezTo>
                  <a:cubicBezTo>
                    <a:pt x="820" y="325"/>
                    <a:pt x="839" y="418"/>
                    <a:pt x="842" y="517"/>
                  </a:cubicBezTo>
                  <a:cubicBezTo>
                    <a:pt x="1000" y="517"/>
                    <a:pt x="1000" y="517"/>
                    <a:pt x="1000" y="517"/>
                  </a:cubicBezTo>
                  <a:cubicBezTo>
                    <a:pt x="993" y="401"/>
                    <a:pt x="943" y="296"/>
                    <a:pt x="866" y="218"/>
                  </a:cubicBezTo>
                  <a:cubicBezTo>
                    <a:pt x="866" y="218"/>
                    <a:pt x="866" y="218"/>
                    <a:pt x="866" y="218"/>
                  </a:cubicBezTo>
                  <a:close/>
                  <a:moveTo>
                    <a:pt x="815" y="174"/>
                  </a:moveTo>
                  <a:cubicBezTo>
                    <a:pt x="815" y="174"/>
                    <a:pt x="815" y="174"/>
                    <a:pt x="815" y="174"/>
                  </a:cubicBezTo>
                  <a:cubicBezTo>
                    <a:pt x="787" y="153"/>
                    <a:pt x="755" y="135"/>
                    <a:pt x="722" y="120"/>
                  </a:cubicBezTo>
                  <a:cubicBezTo>
                    <a:pt x="735" y="138"/>
                    <a:pt x="747" y="156"/>
                    <a:pt x="758" y="177"/>
                  </a:cubicBezTo>
                  <a:cubicBezTo>
                    <a:pt x="763" y="185"/>
                    <a:pt x="767" y="193"/>
                    <a:pt x="771" y="202"/>
                  </a:cubicBezTo>
                  <a:cubicBezTo>
                    <a:pt x="787" y="194"/>
                    <a:pt x="801" y="184"/>
                    <a:pt x="815" y="174"/>
                  </a:cubicBezTo>
                  <a:cubicBezTo>
                    <a:pt x="815" y="174"/>
                    <a:pt x="815" y="174"/>
                    <a:pt x="815" y="174"/>
                  </a:cubicBezTo>
                  <a:close/>
                  <a:moveTo>
                    <a:pt x="617" y="90"/>
                  </a:moveTo>
                  <a:cubicBezTo>
                    <a:pt x="617" y="90"/>
                    <a:pt x="617" y="90"/>
                    <a:pt x="617" y="90"/>
                  </a:cubicBezTo>
                  <a:cubicBezTo>
                    <a:pt x="601" y="87"/>
                    <a:pt x="584" y="85"/>
                    <a:pt x="567" y="84"/>
                  </a:cubicBezTo>
                  <a:cubicBezTo>
                    <a:pt x="567" y="260"/>
                    <a:pt x="567" y="260"/>
                    <a:pt x="567" y="260"/>
                  </a:cubicBezTo>
                  <a:cubicBezTo>
                    <a:pt x="616" y="258"/>
                    <a:pt x="664" y="247"/>
                    <a:pt x="707" y="231"/>
                  </a:cubicBezTo>
                  <a:cubicBezTo>
                    <a:pt x="714" y="229"/>
                    <a:pt x="720" y="226"/>
                    <a:pt x="726" y="224"/>
                  </a:cubicBezTo>
                  <a:cubicBezTo>
                    <a:pt x="723" y="216"/>
                    <a:pt x="719" y="208"/>
                    <a:pt x="714" y="201"/>
                  </a:cubicBezTo>
                  <a:cubicBezTo>
                    <a:pt x="687" y="151"/>
                    <a:pt x="654" y="112"/>
                    <a:pt x="617" y="90"/>
                  </a:cubicBezTo>
                  <a:cubicBezTo>
                    <a:pt x="617" y="90"/>
                    <a:pt x="617" y="90"/>
                    <a:pt x="617" y="90"/>
                  </a:cubicBezTo>
                  <a:close/>
                  <a:moveTo>
                    <a:pt x="517" y="84"/>
                  </a:moveTo>
                  <a:cubicBezTo>
                    <a:pt x="517" y="84"/>
                    <a:pt x="517" y="84"/>
                    <a:pt x="517" y="84"/>
                  </a:cubicBezTo>
                  <a:cubicBezTo>
                    <a:pt x="500" y="85"/>
                    <a:pt x="483" y="88"/>
                    <a:pt x="466" y="90"/>
                  </a:cubicBezTo>
                  <a:cubicBezTo>
                    <a:pt x="430" y="112"/>
                    <a:pt x="396" y="151"/>
                    <a:pt x="369" y="201"/>
                  </a:cubicBezTo>
                  <a:cubicBezTo>
                    <a:pt x="365" y="208"/>
                    <a:pt x="361" y="216"/>
                    <a:pt x="357" y="224"/>
                  </a:cubicBezTo>
                  <a:cubicBezTo>
                    <a:pt x="363" y="226"/>
                    <a:pt x="370" y="229"/>
                    <a:pt x="376" y="231"/>
                  </a:cubicBezTo>
                  <a:cubicBezTo>
                    <a:pt x="420" y="247"/>
                    <a:pt x="467" y="258"/>
                    <a:pt x="517" y="260"/>
                  </a:cubicBezTo>
                  <a:cubicBezTo>
                    <a:pt x="517" y="84"/>
                    <a:pt x="517" y="84"/>
                    <a:pt x="517" y="84"/>
                  </a:cubicBezTo>
                  <a:cubicBezTo>
                    <a:pt x="517" y="84"/>
                    <a:pt x="517" y="84"/>
                    <a:pt x="517" y="84"/>
                  </a:cubicBezTo>
                  <a:close/>
                  <a:moveTo>
                    <a:pt x="362" y="120"/>
                  </a:moveTo>
                  <a:cubicBezTo>
                    <a:pt x="362" y="120"/>
                    <a:pt x="362" y="120"/>
                    <a:pt x="362" y="120"/>
                  </a:cubicBezTo>
                  <a:cubicBezTo>
                    <a:pt x="328" y="135"/>
                    <a:pt x="297" y="153"/>
                    <a:pt x="268" y="174"/>
                  </a:cubicBezTo>
                  <a:cubicBezTo>
                    <a:pt x="283" y="184"/>
                    <a:pt x="297" y="194"/>
                    <a:pt x="312" y="202"/>
                  </a:cubicBezTo>
                  <a:cubicBezTo>
                    <a:pt x="316" y="193"/>
                    <a:pt x="320" y="185"/>
                    <a:pt x="325" y="177"/>
                  </a:cubicBezTo>
                  <a:cubicBezTo>
                    <a:pt x="336" y="156"/>
                    <a:pt x="349" y="138"/>
                    <a:pt x="362" y="120"/>
                  </a:cubicBezTo>
                  <a:cubicBezTo>
                    <a:pt x="362" y="120"/>
                    <a:pt x="362" y="120"/>
                    <a:pt x="362" y="120"/>
                  </a:cubicBezTo>
                  <a:close/>
                  <a:moveTo>
                    <a:pt x="229" y="207"/>
                  </a:moveTo>
                  <a:cubicBezTo>
                    <a:pt x="229" y="207"/>
                    <a:pt x="229" y="207"/>
                    <a:pt x="229" y="207"/>
                  </a:cubicBezTo>
                  <a:cubicBezTo>
                    <a:pt x="225" y="211"/>
                    <a:pt x="221" y="214"/>
                    <a:pt x="218" y="218"/>
                  </a:cubicBezTo>
                  <a:cubicBezTo>
                    <a:pt x="140" y="296"/>
                    <a:pt x="90" y="401"/>
                    <a:pt x="84" y="517"/>
                  </a:cubicBezTo>
                  <a:cubicBezTo>
                    <a:pt x="242" y="517"/>
                    <a:pt x="242" y="517"/>
                    <a:pt x="242" y="517"/>
                  </a:cubicBezTo>
                  <a:cubicBezTo>
                    <a:pt x="245" y="418"/>
                    <a:pt x="263" y="325"/>
                    <a:pt x="292" y="248"/>
                  </a:cubicBezTo>
                  <a:cubicBezTo>
                    <a:pt x="270" y="236"/>
                    <a:pt x="249" y="223"/>
                    <a:pt x="229" y="207"/>
                  </a:cubicBezTo>
                  <a:cubicBezTo>
                    <a:pt x="229" y="207"/>
                    <a:pt x="229" y="207"/>
                    <a:pt x="229" y="207"/>
                  </a:cubicBezTo>
                  <a:close/>
                  <a:moveTo>
                    <a:pt x="84" y="567"/>
                  </a:moveTo>
                  <a:cubicBezTo>
                    <a:pt x="84" y="567"/>
                    <a:pt x="84" y="567"/>
                    <a:pt x="84" y="567"/>
                  </a:cubicBezTo>
                  <a:cubicBezTo>
                    <a:pt x="90" y="684"/>
                    <a:pt x="140" y="789"/>
                    <a:pt x="218" y="867"/>
                  </a:cubicBezTo>
                  <a:cubicBezTo>
                    <a:pt x="229" y="878"/>
                    <a:pt x="229" y="878"/>
                    <a:pt x="229" y="878"/>
                  </a:cubicBezTo>
                  <a:cubicBezTo>
                    <a:pt x="249" y="863"/>
                    <a:pt x="270" y="849"/>
                    <a:pt x="292" y="837"/>
                  </a:cubicBezTo>
                  <a:cubicBezTo>
                    <a:pt x="263" y="760"/>
                    <a:pt x="245" y="667"/>
                    <a:pt x="242" y="567"/>
                  </a:cubicBezTo>
                  <a:cubicBezTo>
                    <a:pt x="84" y="567"/>
                    <a:pt x="84" y="567"/>
                    <a:pt x="84" y="567"/>
                  </a:cubicBezTo>
                  <a:cubicBezTo>
                    <a:pt x="84" y="567"/>
                    <a:pt x="84" y="567"/>
                    <a:pt x="84" y="567"/>
                  </a:cubicBezTo>
                  <a:close/>
                  <a:moveTo>
                    <a:pt x="268" y="911"/>
                  </a:moveTo>
                  <a:cubicBezTo>
                    <a:pt x="268" y="911"/>
                    <a:pt x="268" y="911"/>
                    <a:pt x="268" y="911"/>
                  </a:cubicBezTo>
                  <a:cubicBezTo>
                    <a:pt x="297" y="932"/>
                    <a:pt x="328" y="950"/>
                    <a:pt x="362" y="964"/>
                  </a:cubicBezTo>
                  <a:cubicBezTo>
                    <a:pt x="349" y="948"/>
                    <a:pt x="336" y="929"/>
                    <a:pt x="325" y="908"/>
                  </a:cubicBezTo>
                  <a:cubicBezTo>
                    <a:pt x="320" y="900"/>
                    <a:pt x="316" y="892"/>
                    <a:pt x="312" y="883"/>
                  </a:cubicBezTo>
                  <a:cubicBezTo>
                    <a:pt x="297" y="891"/>
                    <a:pt x="283" y="900"/>
                    <a:pt x="268" y="911"/>
                  </a:cubicBezTo>
                  <a:cubicBezTo>
                    <a:pt x="268" y="911"/>
                    <a:pt x="268" y="911"/>
                    <a:pt x="268" y="911"/>
                  </a:cubicBezTo>
                  <a:close/>
                  <a:moveTo>
                    <a:pt x="567" y="1000"/>
                  </a:moveTo>
                  <a:cubicBezTo>
                    <a:pt x="567" y="1000"/>
                    <a:pt x="567" y="1000"/>
                    <a:pt x="567" y="1000"/>
                  </a:cubicBezTo>
                  <a:cubicBezTo>
                    <a:pt x="584" y="1000"/>
                    <a:pt x="601" y="998"/>
                    <a:pt x="617" y="995"/>
                  </a:cubicBezTo>
                  <a:cubicBezTo>
                    <a:pt x="654" y="972"/>
                    <a:pt x="687" y="934"/>
                    <a:pt x="714" y="884"/>
                  </a:cubicBezTo>
                  <a:cubicBezTo>
                    <a:pt x="719" y="877"/>
                    <a:pt x="723" y="869"/>
                    <a:pt x="726" y="861"/>
                  </a:cubicBezTo>
                  <a:cubicBezTo>
                    <a:pt x="720" y="859"/>
                    <a:pt x="714" y="856"/>
                    <a:pt x="707" y="854"/>
                  </a:cubicBezTo>
                  <a:cubicBezTo>
                    <a:pt x="664" y="837"/>
                    <a:pt x="616" y="828"/>
                    <a:pt x="566" y="825"/>
                  </a:cubicBezTo>
                  <a:cubicBezTo>
                    <a:pt x="566" y="1000"/>
                    <a:pt x="566" y="1000"/>
                    <a:pt x="566" y="1000"/>
                  </a:cubicBezTo>
                  <a:cubicBezTo>
                    <a:pt x="567" y="1000"/>
                    <a:pt x="567" y="1000"/>
                    <a:pt x="567" y="1000"/>
                  </a:cubicBezTo>
                  <a:close/>
                  <a:moveTo>
                    <a:pt x="722" y="964"/>
                  </a:moveTo>
                  <a:cubicBezTo>
                    <a:pt x="722" y="964"/>
                    <a:pt x="722" y="964"/>
                    <a:pt x="722" y="964"/>
                  </a:cubicBezTo>
                  <a:cubicBezTo>
                    <a:pt x="755" y="950"/>
                    <a:pt x="787" y="932"/>
                    <a:pt x="815" y="911"/>
                  </a:cubicBezTo>
                  <a:cubicBezTo>
                    <a:pt x="801" y="900"/>
                    <a:pt x="787" y="891"/>
                    <a:pt x="771" y="883"/>
                  </a:cubicBezTo>
                  <a:cubicBezTo>
                    <a:pt x="767" y="892"/>
                    <a:pt x="763" y="900"/>
                    <a:pt x="758" y="908"/>
                  </a:cubicBezTo>
                  <a:cubicBezTo>
                    <a:pt x="747" y="929"/>
                    <a:pt x="735" y="948"/>
                    <a:pt x="722" y="964"/>
                  </a:cubicBezTo>
                  <a:cubicBezTo>
                    <a:pt x="722" y="964"/>
                    <a:pt x="722" y="964"/>
                    <a:pt x="722" y="964"/>
                  </a:cubicBezTo>
                  <a:close/>
                  <a:moveTo>
                    <a:pt x="855" y="878"/>
                  </a:moveTo>
                  <a:cubicBezTo>
                    <a:pt x="855" y="878"/>
                    <a:pt x="855" y="878"/>
                    <a:pt x="855" y="878"/>
                  </a:cubicBezTo>
                  <a:cubicBezTo>
                    <a:pt x="866" y="867"/>
                    <a:pt x="866" y="867"/>
                    <a:pt x="866" y="867"/>
                  </a:cubicBezTo>
                  <a:cubicBezTo>
                    <a:pt x="943" y="789"/>
                    <a:pt x="993" y="684"/>
                    <a:pt x="1000" y="567"/>
                  </a:cubicBezTo>
                  <a:cubicBezTo>
                    <a:pt x="842" y="567"/>
                    <a:pt x="842" y="567"/>
                    <a:pt x="842" y="567"/>
                  </a:cubicBezTo>
                  <a:cubicBezTo>
                    <a:pt x="839" y="667"/>
                    <a:pt x="820" y="760"/>
                    <a:pt x="791" y="837"/>
                  </a:cubicBezTo>
                  <a:cubicBezTo>
                    <a:pt x="813" y="849"/>
                    <a:pt x="835" y="863"/>
                    <a:pt x="855" y="878"/>
                  </a:cubicBezTo>
                  <a:cubicBezTo>
                    <a:pt x="855" y="878"/>
                    <a:pt x="855" y="878"/>
                    <a:pt x="855" y="878"/>
                  </a:cubicBezTo>
                  <a:close/>
                  <a:moveTo>
                    <a:pt x="746" y="269"/>
                  </a:moveTo>
                  <a:cubicBezTo>
                    <a:pt x="746" y="269"/>
                    <a:pt x="746" y="269"/>
                    <a:pt x="746" y="269"/>
                  </a:cubicBezTo>
                  <a:cubicBezTo>
                    <a:pt x="739" y="272"/>
                    <a:pt x="732" y="275"/>
                    <a:pt x="725" y="278"/>
                  </a:cubicBezTo>
                  <a:cubicBezTo>
                    <a:pt x="675" y="296"/>
                    <a:pt x="622" y="308"/>
                    <a:pt x="567" y="310"/>
                  </a:cubicBezTo>
                  <a:cubicBezTo>
                    <a:pt x="567" y="517"/>
                    <a:pt x="567" y="517"/>
                    <a:pt x="567" y="517"/>
                  </a:cubicBezTo>
                  <a:cubicBezTo>
                    <a:pt x="792" y="517"/>
                    <a:pt x="792" y="517"/>
                    <a:pt x="792" y="517"/>
                  </a:cubicBezTo>
                  <a:cubicBezTo>
                    <a:pt x="789" y="425"/>
                    <a:pt x="772" y="340"/>
                    <a:pt x="746" y="269"/>
                  </a:cubicBezTo>
                  <a:cubicBezTo>
                    <a:pt x="746" y="269"/>
                    <a:pt x="746" y="269"/>
                    <a:pt x="746" y="269"/>
                  </a:cubicBezTo>
                  <a:close/>
                  <a:moveTo>
                    <a:pt x="517" y="310"/>
                  </a:moveTo>
                  <a:cubicBezTo>
                    <a:pt x="517" y="310"/>
                    <a:pt x="517" y="310"/>
                    <a:pt x="517" y="310"/>
                  </a:cubicBezTo>
                  <a:cubicBezTo>
                    <a:pt x="462" y="308"/>
                    <a:pt x="409" y="296"/>
                    <a:pt x="358" y="278"/>
                  </a:cubicBezTo>
                  <a:cubicBezTo>
                    <a:pt x="352" y="275"/>
                    <a:pt x="345" y="272"/>
                    <a:pt x="338" y="269"/>
                  </a:cubicBezTo>
                  <a:cubicBezTo>
                    <a:pt x="311" y="340"/>
                    <a:pt x="294" y="425"/>
                    <a:pt x="292" y="517"/>
                  </a:cubicBezTo>
                  <a:cubicBezTo>
                    <a:pt x="517" y="517"/>
                    <a:pt x="517" y="517"/>
                    <a:pt x="517" y="517"/>
                  </a:cubicBezTo>
                  <a:cubicBezTo>
                    <a:pt x="517" y="310"/>
                    <a:pt x="517" y="310"/>
                    <a:pt x="517" y="310"/>
                  </a:cubicBezTo>
                  <a:cubicBezTo>
                    <a:pt x="517" y="310"/>
                    <a:pt x="517" y="310"/>
                    <a:pt x="517" y="310"/>
                  </a:cubicBezTo>
                  <a:close/>
                  <a:moveTo>
                    <a:pt x="517" y="775"/>
                  </a:moveTo>
                  <a:cubicBezTo>
                    <a:pt x="517" y="775"/>
                    <a:pt x="517" y="775"/>
                    <a:pt x="517" y="775"/>
                  </a:cubicBezTo>
                  <a:cubicBezTo>
                    <a:pt x="517" y="567"/>
                    <a:pt x="517" y="567"/>
                    <a:pt x="517" y="567"/>
                  </a:cubicBezTo>
                  <a:cubicBezTo>
                    <a:pt x="292" y="567"/>
                    <a:pt x="292" y="567"/>
                    <a:pt x="292" y="567"/>
                  </a:cubicBezTo>
                  <a:cubicBezTo>
                    <a:pt x="294" y="659"/>
                    <a:pt x="311" y="744"/>
                    <a:pt x="338" y="815"/>
                  </a:cubicBezTo>
                  <a:cubicBezTo>
                    <a:pt x="345" y="813"/>
                    <a:pt x="352" y="810"/>
                    <a:pt x="359" y="807"/>
                  </a:cubicBezTo>
                  <a:cubicBezTo>
                    <a:pt x="409" y="789"/>
                    <a:pt x="462" y="777"/>
                    <a:pt x="517" y="775"/>
                  </a:cubicBezTo>
                  <a:cubicBezTo>
                    <a:pt x="517" y="775"/>
                    <a:pt x="517" y="775"/>
                    <a:pt x="517" y="775"/>
                  </a:cubicBezTo>
                  <a:close/>
                  <a:moveTo>
                    <a:pt x="567" y="775"/>
                  </a:moveTo>
                  <a:cubicBezTo>
                    <a:pt x="567" y="775"/>
                    <a:pt x="567" y="775"/>
                    <a:pt x="567" y="775"/>
                  </a:cubicBezTo>
                  <a:cubicBezTo>
                    <a:pt x="622" y="778"/>
                    <a:pt x="675" y="789"/>
                    <a:pt x="725" y="807"/>
                  </a:cubicBezTo>
                  <a:cubicBezTo>
                    <a:pt x="732" y="810"/>
                    <a:pt x="739" y="813"/>
                    <a:pt x="746" y="815"/>
                  </a:cubicBezTo>
                  <a:cubicBezTo>
                    <a:pt x="772" y="744"/>
                    <a:pt x="789" y="659"/>
                    <a:pt x="792" y="567"/>
                  </a:cubicBezTo>
                  <a:cubicBezTo>
                    <a:pt x="567" y="567"/>
                    <a:pt x="567" y="567"/>
                    <a:pt x="567" y="567"/>
                  </a:cubicBezTo>
                  <a:cubicBezTo>
                    <a:pt x="567" y="775"/>
                    <a:pt x="567" y="775"/>
                    <a:pt x="567" y="775"/>
                  </a:cubicBezTo>
                  <a:cubicBezTo>
                    <a:pt x="567" y="775"/>
                    <a:pt x="567" y="775"/>
                    <a:pt x="567" y="775"/>
                  </a:cubicBezTo>
                  <a:close/>
                </a:path>
              </a:pathLst>
            </a:custGeom>
            <a:solidFill>
              <a:schemeClr val="bg1"/>
            </a:solidFill>
            <a:ln>
              <a:noFill/>
            </a:ln>
          </p:spPr>
          <p:txBody>
            <a:bodyPr anchor="ctr"/>
            <a:lstStyle/>
            <a:p>
              <a:pPr algn="ctr"/>
              <a:endParaRPr dirty="0"/>
            </a:p>
          </p:txBody>
        </p:sp>
      </p:grpSp>
      <p:grpSp>
        <p:nvGrpSpPr>
          <p:cNvPr id="43" name="千图PPT彼岸天：ID 8661124库_组合 9">
            <a:extLst>
              <a:ext uri="{FF2B5EF4-FFF2-40B4-BE49-F238E27FC236}">
                <a16:creationId xmlns:a16="http://schemas.microsoft.com/office/drawing/2014/main" id="{DA637307-5040-4D4A-8DF0-012B8A680907}"/>
              </a:ext>
            </a:extLst>
          </p:cNvPr>
          <p:cNvGrpSpPr/>
          <p:nvPr>
            <p:custDataLst>
              <p:tags r:id="rId7"/>
            </p:custDataLst>
          </p:nvPr>
        </p:nvGrpSpPr>
        <p:grpSpPr>
          <a:xfrm>
            <a:off x="6823556" y="2263197"/>
            <a:ext cx="1091921" cy="1093558"/>
            <a:chOff x="6823556" y="2263197"/>
            <a:chExt cx="1091921" cy="1093558"/>
          </a:xfrm>
        </p:grpSpPr>
        <p:sp>
          <p:nvSpPr>
            <p:cNvPr id="44" name="椭圆 43">
              <a:extLst>
                <a:ext uri="{FF2B5EF4-FFF2-40B4-BE49-F238E27FC236}">
                  <a16:creationId xmlns:a16="http://schemas.microsoft.com/office/drawing/2014/main" id="{8AD41277-98CB-441A-9D22-296E45EB3478}"/>
                </a:ext>
              </a:extLst>
            </p:cNvPr>
            <p:cNvSpPr/>
            <p:nvPr/>
          </p:nvSpPr>
          <p:spPr>
            <a:xfrm>
              <a:off x="6823556" y="2263197"/>
              <a:ext cx="1091921" cy="1093558"/>
            </a:xfrm>
            <a:prstGeom prst="ellipse">
              <a:avLst/>
            </a:prstGeom>
            <a:solidFill>
              <a:schemeClr val="accent1">
                <a:alpha val="9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45" name="任意多边形 33">
              <a:extLst>
                <a:ext uri="{FF2B5EF4-FFF2-40B4-BE49-F238E27FC236}">
                  <a16:creationId xmlns:a16="http://schemas.microsoft.com/office/drawing/2014/main" id="{C8EEFB70-6887-41B7-8034-D9B1F4991337}"/>
                </a:ext>
              </a:extLst>
            </p:cNvPr>
            <p:cNvSpPr/>
            <p:nvPr/>
          </p:nvSpPr>
          <p:spPr bwMode="auto">
            <a:xfrm>
              <a:off x="7106175" y="2612943"/>
              <a:ext cx="526681" cy="394065"/>
            </a:xfrm>
            <a:custGeom>
              <a:avLst/>
              <a:gdLst>
                <a:gd name="T0" fmla="*/ 828 w 1296"/>
                <a:gd name="T1" fmla="*/ 522 h 972"/>
                <a:gd name="T2" fmla="*/ 504 w 1296"/>
                <a:gd name="T3" fmla="*/ 288 h 972"/>
                <a:gd name="T4" fmla="*/ 445 w 1296"/>
                <a:gd name="T5" fmla="*/ 648 h 972"/>
                <a:gd name="T6" fmla="*/ 1175 w 1296"/>
                <a:gd name="T7" fmla="*/ 0 h 972"/>
                <a:gd name="T8" fmla="*/ 0 w 1296"/>
                <a:gd name="T9" fmla="*/ 122 h 972"/>
                <a:gd name="T10" fmla="*/ 121 w 1296"/>
                <a:gd name="T11" fmla="*/ 972 h 972"/>
                <a:gd name="T12" fmla="*/ 1296 w 1296"/>
                <a:gd name="T13" fmla="*/ 850 h 972"/>
                <a:gd name="T14" fmla="*/ 1175 w 1296"/>
                <a:gd name="T15" fmla="*/ 0 h 972"/>
                <a:gd name="T16" fmla="*/ 202 w 1296"/>
                <a:gd name="T17" fmla="*/ 891 h 972"/>
                <a:gd name="T18" fmla="*/ 81 w 1296"/>
                <a:gd name="T19" fmla="*/ 850 h 972"/>
                <a:gd name="T20" fmla="*/ 122 w 1296"/>
                <a:gd name="T21" fmla="*/ 729 h 972"/>
                <a:gd name="T22" fmla="*/ 243 w 1296"/>
                <a:gd name="T23" fmla="*/ 770 h 972"/>
                <a:gd name="T24" fmla="*/ 243 w 1296"/>
                <a:gd name="T25" fmla="*/ 526 h 972"/>
                <a:gd name="T26" fmla="*/ 122 w 1296"/>
                <a:gd name="T27" fmla="*/ 567 h 972"/>
                <a:gd name="T28" fmla="*/ 81 w 1296"/>
                <a:gd name="T29" fmla="*/ 446 h 972"/>
                <a:gd name="T30" fmla="*/ 202 w 1296"/>
                <a:gd name="T31" fmla="*/ 405 h 972"/>
                <a:gd name="T32" fmla="*/ 243 w 1296"/>
                <a:gd name="T33" fmla="*/ 526 h 972"/>
                <a:gd name="T34" fmla="*/ 202 w 1296"/>
                <a:gd name="T35" fmla="*/ 243 h 972"/>
                <a:gd name="T36" fmla="*/ 81 w 1296"/>
                <a:gd name="T37" fmla="*/ 202 h 972"/>
                <a:gd name="T38" fmla="*/ 122 w 1296"/>
                <a:gd name="T39" fmla="*/ 81 h 972"/>
                <a:gd name="T40" fmla="*/ 243 w 1296"/>
                <a:gd name="T41" fmla="*/ 122 h 972"/>
                <a:gd name="T42" fmla="*/ 972 w 1296"/>
                <a:gd name="T43" fmla="*/ 891 h 972"/>
                <a:gd name="T44" fmla="*/ 324 w 1296"/>
                <a:gd name="T45" fmla="*/ 81 h 972"/>
                <a:gd name="T46" fmla="*/ 972 w 1296"/>
                <a:gd name="T47" fmla="*/ 891 h 972"/>
                <a:gd name="T48" fmla="*/ 1174 w 1296"/>
                <a:gd name="T49" fmla="*/ 891 h 972"/>
                <a:gd name="T50" fmla="*/ 1053 w 1296"/>
                <a:gd name="T51" fmla="*/ 850 h 972"/>
                <a:gd name="T52" fmla="*/ 1094 w 1296"/>
                <a:gd name="T53" fmla="*/ 729 h 972"/>
                <a:gd name="T54" fmla="*/ 1215 w 1296"/>
                <a:gd name="T55" fmla="*/ 770 h 972"/>
                <a:gd name="T56" fmla="*/ 1215 w 1296"/>
                <a:gd name="T57" fmla="*/ 526 h 972"/>
                <a:gd name="T58" fmla="*/ 1094 w 1296"/>
                <a:gd name="T59" fmla="*/ 567 h 972"/>
                <a:gd name="T60" fmla="*/ 1053 w 1296"/>
                <a:gd name="T61" fmla="*/ 446 h 972"/>
                <a:gd name="T62" fmla="*/ 1174 w 1296"/>
                <a:gd name="T63" fmla="*/ 405 h 972"/>
                <a:gd name="T64" fmla="*/ 1215 w 1296"/>
                <a:gd name="T65" fmla="*/ 526 h 972"/>
                <a:gd name="T66" fmla="*/ 1174 w 1296"/>
                <a:gd name="T67" fmla="*/ 243 h 972"/>
                <a:gd name="T68" fmla="*/ 1053 w 1296"/>
                <a:gd name="T69" fmla="*/ 202 h 972"/>
                <a:gd name="T70" fmla="*/ 1094 w 1296"/>
                <a:gd name="T71" fmla="*/ 81 h 972"/>
                <a:gd name="T72" fmla="*/ 1215 w 1296"/>
                <a:gd name="T73" fmla="*/ 122 h 9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96" h="972">
                  <a:moveTo>
                    <a:pt x="504" y="684"/>
                  </a:moveTo>
                  <a:cubicBezTo>
                    <a:pt x="828" y="522"/>
                    <a:pt x="828" y="522"/>
                    <a:pt x="828" y="522"/>
                  </a:cubicBezTo>
                  <a:cubicBezTo>
                    <a:pt x="858" y="507"/>
                    <a:pt x="858" y="465"/>
                    <a:pt x="828" y="450"/>
                  </a:cubicBezTo>
                  <a:cubicBezTo>
                    <a:pt x="504" y="288"/>
                    <a:pt x="504" y="288"/>
                    <a:pt x="504" y="288"/>
                  </a:cubicBezTo>
                  <a:cubicBezTo>
                    <a:pt x="477" y="274"/>
                    <a:pt x="445" y="294"/>
                    <a:pt x="445" y="324"/>
                  </a:cubicBezTo>
                  <a:cubicBezTo>
                    <a:pt x="445" y="648"/>
                    <a:pt x="445" y="648"/>
                    <a:pt x="445" y="648"/>
                  </a:cubicBezTo>
                  <a:cubicBezTo>
                    <a:pt x="445" y="678"/>
                    <a:pt x="477" y="698"/>
                    <a:pt x="504" y="684"/>
                  </a:cubicBezTo>
                  <a:close/>
                  <a:moveTo>
                    <a:pt x="1175" y="0"/>
                  </a:moveTo>
                  <a:cubicBezTo>
                    <a:pt x="121" y="0"/>
                    <a:pt x="121" y="0"/>
                    <a:pt x="121" y="0"/>
                  </a:cubicBezTo>
                  <a:cubicBezTo>
                    <a:pt x="54" y="0"/>
                    <a:pt x="0" y="55"/>
                    <a:pt x="0" y="122"/>
                  </a:cubicBezTo>
                  <a:cubicBezTo>
                    <a:pt x="0" y="850"/>
                    <a:pt x="0" y="850"/>
                    <a:pt x="0" y="850"/>
                  </a:cubicBezTo>
                  <a:cubicBezTo>
                    <a:pt x="0" y="917"/>
                    <a:pt x="54" y="972"/>
                    <a:pt x="121" y="972"/>
                  </a:cubicBezTo>
                  <a:cubicBezTo>
                    <a:pt x="1175" y="972"/>
                    <a:pt x="1175" y="972"/>
                    <a:pt x="1175" y="972"/>
                  </a:cubicBezTo>
                  <a:cubicBezTo>
                    <a:pt x="1242" y="972"/>
                    <a:pt x="1296" y="917"/>
                    <a:pt x="1296" y="850"/>
                  </a:cubicBezTo>
                  <a:cubicBezTo>
                    <a:pt x="1296" y="122"/>
                    <a:pt x="1296" y="122"/>
                    <a:pt x="1296" y="122"/>
                  </a:cubicBezTo>
                  <a:cubicBezTo>
                    <a:pt x="1296" y="55"/>
                    <a:pt x="1242" y="0"/>
                    <a:pt x="1175" y="0"/>
                  </a:cubicBezTo>
                  <a:close/>
                  <a:moveTo>
                    <a:pt x="243" y="850"/>
                  </a:moveTo>
                  <a:cubicBezTo>
                    <a:pt x="243" y="873"/>
                    <a:pt x="226" y="891"/>
                    <a:pt x="202" y="891"/>
                  </a:cubicBezTo>
                  <a:cubicBezTo>
                    <a:pt x="122" y="891"/>
                    <a:pt x="122" y="891"/>
                    <a:pt x="122" y="891"/>
                  </a:cubicBezTo>
                  <a:cubicBezTo>
                    <a:pt x="99" y="891"/>
                    <a:pt x="81" y="874"/>
                    <a:pt x="81" y="850"/>
                  </a:cubicBezTo>
                  <a:cubicBezTo>
                    <a:pt x="81" y="770"/>
                    <a:pt x="81" y="770"/>
                    <a:pt x="81" y="770"/>
                  </a:cubicBezTo>
                  <a:cubicBezTo>
                    <a:pt x="81" y="747"/>
                    <a:pt x="98" y="729"/>
                    <a:pt x="122" y="729"/>
                  </a:cubicBezTo>
                  <a:cubicBezTo>
                    <a:pt x="202" y="729"/>
                    <a:pt x="202" y="729"/>
                    <a:pt x="202" y="729"/>
                  </a:cubicBezTo>
                  <a:cubicBezTo>
                    <a:pt x="225" y="729"/>
                    <a:pt x="243" y="746"/>
                    <a:pt x="243" y="770"/>
                  </a:cubicBezTo>
                  <a:cubicBezTo>
                    <a:pt x="243" y="850"/>
                    <a:pt x="243" y="850"/>
                    <a:pt x="243" y="850"/>
                  </a:cubicBezTo>
                  <a:close/>
                  <a:moveTo>
                    <a:pt x="243" y="526"/>
                  </a:moveTo>
                  <a:cubicBezTo>
                    <a:pt x="243" y="549"/>
                    <a:pt x="226" y="567"/>
                    <a:pt x="202" y="567"/>
                  </a:cubicBezTo>
                  <a:cubicBezTo>
                    <a:pt x="122" y="567"/>
                    <a:pt x="122" y="567"/>
                    <a:pt x="122" y="567"/>
                  </a:cubicBezTo>
                  <a:cubicBezTo>
                    <a:pt x="99" y="567"/>
                    <a:pt x="81" y="550"/>
                    <a:pt x="81" y="526"/>
                  </a:cubicBezTo>
                  <a:cubicBezTo>
                    <a:pt x="81" y="446"/>
                    <a:pt x="81" y="446"/>
                    <a:pt x="81" y="446"/>
                  </a:cubicBezTo>
                  <a:cubicBezTo>
                    <a:pt x="81" y="423"/>
                    <a:pt x="98" y="405"/>
                    <a:pt x="122" y="405"/>
                  </a:cubicBezTo>
                  <a:cubicBezTo>
                    <a:pt x="202" y="405"/>
                    <a:pt x="202" y="405"/>
                    <a:pt x="202" y="405"/>
                  </a:cubicBezTo>
                  <a:cubicBezTo>
                    <a:pt x="225" y="405"/>
                    <a:pt x="243" y="422"/>
                    <a:pt x="243" y="446"/>
                  </a:cubicBezTo>
                  <a:cubicBezTo>
                    <a:pt x="243" y="526"/>
                    <a:pt x="243" y="526"/>
                    <a:pt x="243" y="526"/>
                  </a:cubicBezTo>
                  <a:close/>
                  <a:moveTo>
                    <a:pt x="243" y="202"/>
                  </a:moveTo>
                  <a:cubicBezTo>
                    <a:pt x="243" y="225"/>
                    <a:pt x="226" y="243"/>
                    <a:pt x="202" y="243"/>
                  </a:cubicBezTo>
                  <a:cubicBezTo>
                    <a:pt x="122" y="243"/>
                    <a:pt x="122" y="243"/>
                    <a:pt x="122" y="243"/>
                  </a:cubicBezTo>
                  <a:cubicBezTo>
                    <a:pt x="99" y="243"/>
                    <a:pt x="81" y="226"/>
                    <a:pt x="81" y="202"/>
                  </a:cubicBezTo>
                  <a:cubicBezTo>
                    <a:pt x="81" y="122"/>
                    <a:pt x="81" y="122"/>
                    <a:pt x="81" y="122"/>
                  </a:cubicBezTo>
                  <a:cubicBezTo>
                    <a:pt x="81" y="99"/>
                    <a:pt x="98" y="81"/>
                    <a:pt x="122" y="81"/>
                  </a:cubicBezTo>
                  <a:cubicBezTo>
                    <a:pt x="202" y="81"/>
                    <a:pt x="202" y="81"/>
                    <a:pt x="202" y="81"/>
                  </a:cubicBezTo>
                  <a:cubicBezTo>
                    <a:pt x="225" y="81"/>
                    <a:pt x="243" y="98"/>
                    <a:pt x="243" y="122"/>
                  </a:cubicBezTo>
                  <a:cubicBezTo>
                    <a:pt x="243" y="202"/>
                    <a:pt x="243" y="202"/>
                    <a:pt x="243" y="202"/>
                  </a:cubicBezTo>
                  <a:close/>
                  <a:moveTo>
                    <a:pt x="972" y="891"/>
                  </a:moveTo>
                  <a:cubicBezTo>
                    <a:pt x="324" y="891"/>
                    <a:pt x="324" y="891"/>
                    <a:pt x="324" y="891"/>
                  </a:cubicBezTo>
                  <a:cubicBezTo>
                    <a:pt x="324" y="81"/>
                    <a:pt x="324" y="81"/>
                    <a:pt x="324" y="81"/>
                  </a:cubicBezTo>
                  <a:cubicBezTo>
                    <a:pt x="972" y="81"/>
                    <a:pt x="972" y="81"/>
                    <a:pt x="972" y="81"/>
                  </a:cubicBezTo>
                  <a:cubicBezTo>
                    <a:pt x="972" y="891"/>
                    <a:pt x="972" y="891"/>
                    <a:pt x="972" y="891"/>
                  </a:cubicBezTo>
                  <a:close/>
                  <a:moveTo>
                    <a:pt x="1215" y="850"/>
                  </a:moveTo>
                  <a:cubicBezTo>
                    <a:pt x="1215" y="873"/>
                    <a:pt x="1198" y="891"/>
                    <a:pt x="1174" y="891"/>
                  </a:cubicBezTo>
                  <a:cubicBezTo>
                    <a:pt x="1094" y="891"/>
                    <a:pt x="1094" y="891"/>
                    <a:pt x="1094" y="891"/>
                  </a:cubicBezTo>
                  <a:cubicBezTo>
                    <a:pt x="1071" y="891"/>
                    <a:pt x="1053" y="874"/>
                    <a:pt x="1053" y="850"/>
                  </a:cubicBezTo>
                  <a:cubicBezTo>
                    <a:pt x="1053" y="770"/>
                    <a:pt x="1053" y="770"/>
                    <a:pt x="1053" y="770"/>
                  </a:cubicBezTo>
                  <a:cubicBezTo>
                    <a:pt x="1053" y="747"/>
                    <a:pt x="1070" y="729"/>
                    <a:pt x="1094" y="729"/>
                  </a:cubicBezTo>
                  <a:cubicBezTo>
                    <a:pt x="1174" y="729"/>
                    <a:pt x="1174" y="729"/>
                    <a:pt x="1174" y="729"/>
                  </a:cubicBezTo>
                  <a:cubicBezTo>
                    <a:pt x="1197" y="729"/>
                    <a:pt x="1215" y="746"/>
                    <a:pt x="1215" y="770"/>
                  </a:cubicBezTo>
                  <a:cubicBezTo>
                    <a:pt x="1215" y="850"/>
                    <a:pt x="1215" y="850"/>
                    <a:pt x="1215" y="850"/>
                  </a:cubicBezTo>
                  <a:close/>
                  <a:moveTo>
                    <a:pt x="1215" y="526"/>
                  </a:moveTo>
                  <a:cubicBezTo>
                    <a:pt x="1215" y="549"/>
                    <a:pt x="1198" y="567"/>
                    <a:pt x="1174" y="567"/>
                  </a:cubicBezTo>
                  <a:cubicBezTo>
                    <a:pt x="1094" y="567"/>
                    <a:pt x="1094" y="567"/>
                    <a:pt x="1094" y="567"/>
                  </a:cubicBezTo>
                  <a:cubicBezTo>
                    <a:pt x="1071" y="567"/>
                    <a:pt x="1053" y="550"/>
                    <a:pt x="1053" y="526"/>
                  </a:cubicBezTo>
                  <a:cubicBezTo>
                    <a:pt x="1053" y="446"/>
                    <a:pt x="1053" y="446"/>
                    <a:pt x="1053" y="446"/>
                  </a:cubicBezTo>
                  <a:cubicBezTo>
                    <a:pt x="1053" y="423"/>
                    <a:pt x="1070" y="405"/>
                    <a:pt x="1094" y="405"/>
                  </a:cubicBezTo>
                  <a:cubicBezTo>
                    <a:pt x="1174" y="405"/>
                    <a:pt x="1174" y="405"/>
                    <a:pt x="1174" y="405"/>
                  </a:cubicBezTo>
                  <a:cubicBezTo>
                    <a:pt x="1197" y="405"/>
                    <a:pt x="1215" y="422"/>
                    <a:pt x="1215" y="446"/>
                  </a:cubicBezTo>
                  <a:cubicBezTo>
                    <a:pt x="1215" y="526"/>
                    <a:pt x="1215" y="526"/>
                    <a:pt x="1215" y="526"/>
                  </a:cubicBezTo>
                  <a:close/>
                  <a:moveTo>
                    <a:pt x="1215" y="202"/>
                  </a:moveTo>
                  <a:cubicBezTo>
                    <a:pt x="1215" y="225"/>
                    <a:pt x="1198" y="243"/>
                    <a:pt x="1174" y="243"/>
                  </a:cubicBezTo>
                  <a:cubicBezTo>
                    <a:pt x="1094" y="243"/>
                    <a:pt x="1094" y="243"/>
                    <a:pt x="1094" y="243"/>
                  </a:cubicBezTo>
                  <a:cubicBezTo>
                    <a:pt x="1071" y="243"/>
                    <a:pt x="1053" y="226"/>
                    <a:pt x="1053" y="202"/>
                  </a:cubicBezTo>
                  <a:cubicBezTo>
                    <a:pt x="1053" y="122"/>
                    <a:pt x="1053" y="122"/>
                    <a:pt x="1053" y="122"/>
                  </a:cubicBezTo>
                  <a:cubicBezTo>
                    <a:pt x="1053" y="99"/>
                    <a:pt x="1070" y="81"/>
                    <a:pt x="1094" y="81"/>
                  </a:cubicBezTo>
                  <a:cubicBezTo>
                    <a:pt x="1174" y="81"/>
                    <a:pt x="1174" y="81"/>
                    <a:pt x="1174" y="81"/>
                  </a:cubicBezTo>
                  <a:cubicBezTo>
                    <a:pt x="1197" y="81"/>
                    <a:pt x="1215" y="98"/>
                    <a:pt x="1215" y="122"/>
                  </a:cubicBezTo>
                  <a:cubicBezTo>
                    <a:pt x="1215" y="202"/>
                    <a:pt x="1215" y="202"/>
                    <a:pt x="1215" y="202"/>
                  </a:cubicBezTo>
                  <a:close/>
                </a:path>
              </a:pathLst>
            </a:custGeom>
            <a:solidFill>
              <a:schemeClr val="bg1"/>
            </a:solidFill>
            <a:ln>
              <a:noFill/>
            </a:ln>
          </p:spPr>
          <p:txBody>
            <a:bodyPr anchor="ctr"/>
            <a:lstStyle/>
            <a:p>
              <a:pPr algn="ctr"/>
              <a:endParaRPr dirty="0"/>
            </a:p>
          </p:txBody>
        </p:sp>
      </p:grpSp>
      <p:grpSp>
        <p:nvGrpSpPr>
          <p:cNvPr id="46" name="千图PPT彼岸天：ID 8661124库_组合 1">
            <a:extLst>
              <a:ext uri="{FF2B5EF4-FFF2-40B4-BE49-F238E27FC236}">
                <a16:creationId xmlns:a16="http://schemas.microsoft.com/office/drawing/2014/main" id="{D450A728-E15C-4E98-8EC5-FDA9AA692476}"/>
              </a:ext>
            </a:extLst>
          </p:cNvPr>
          <p:cNvGrpSpPr/>
          <p:nvPr>
            <p:custDataLst>
              <p:tags r:id="rId8"/>
            </p:custDataLst>
          </p:nvPr>
        </p:nvGrpSpPr>
        <p:grpSpPr>
          <a:xfrm>
            <a:off x="1049050" y="1863240"/>
            <a:ext cx="2963331" cy="654626"/>
            <a:chOff x="1049050" y="1863240"/>
            <a:chExt cx="2963331" cy="654626"/>
          </a:xfrm>
        </p:grpSpPr>
        <p:sp>
          <p:nvSpPr>
            <p:cNvPr id="47" name="文本框 68">
              <a:extLst>
                <a:ext uri="{FF2B5EF4-FFF2-40B4-BE49-F238E27FC236}">
                  <a16:creationId xmlns:a16="http://schemas.microsoft.com/office/drawing/2014/main" id="{DB41B237-98A1-4A3F-91E5-0976512FDCA3}"/>
                </a:ext>
              </a:extLst>
            </p:cNvPr>
            <p:cNvSpPr txBox="1"/>
            <p:nvPr/>
          </p:nvSpPr>
          <p:spPr>
            <a:xfrm>
              <a:off x="1049050" y="1863240"/>
              <a:ext cx="2963331" cy="214664"/>
            </a:xfrm>
            <a:prstGeom prst="rect">
              <a:avLst/>
            </a:prstGeom>
            <a:noFill/>
            <a:ln>
              <a:noFill/>
            </a:ln>
          </p:spPr>
          <p:txBody>
            <a:bodyPr wrap="none" lIns="0" tIns="0" rIns="0" bIns="0" anchor="t" anchorCtr="0">
              <a:normAutofit/>
            </a:bodyPr>
            <a:lstStyle/>
            <a:p>
              <a:pPr marL="0" marR="0" lvl="0" indent="0" algn="r" rtl="0">
                <a:buSzPct val="25000"/>
                <a:buNone/>
              </a:pPr>
              <a:r>
                <a:rPr lang="zh-CN" altLang="en-US" sz="1400" b="1" i="0" u="none" strike="noStrike" cap="none" baseline="0">
                  <a:solidFill>
                    <a:schemeClr val="accent3"/>
                  </a:solidFill>
                </a:rPr>
                <a:t>输入标题文本</a:t>
              </a:r>
            </a:p>
          </p:txBody>
        </p:sp>
        <p:sp>
          <p:nvSpPr>
            <p:cNvPr id="48" name="文本框 69">
              <a:extLst>
                <a:ext uri="{FF2B5EF4-FFF2-40B4-BE49-F238E27FC236}">
                  <a16:creationId xmlns:a16="http://schemas.microsoft.com/office/drawing/2014/main" id="{42C8C3AA-6A75-463B-A4B6-3F75D538D7DD}"/>
                </a:ext>
              </a:extLst>
            </p:cNvPr>
            <p:cNvSpPr txBox="1"/>
            <p:nvPr/>
          </p:nvSpPr>
          <p:spPr>
            <a:xfrm>
              <a:off x="1049050" y="2139603"/>
              <a:ext cx="2963331" cy="378263"/>
            </a:xfrm>
            <a:prstGeom prst="rect">
              <a:avLst/>
            </a:prstGeom>
            <a:noFill/>
            <a:ln>
              <a:noFill/>
            </a:ln>
          </p:spPr>
          <p:txBody>
            <a:bodyPr wrap="square" lIns="0" tIns="0" rIns="0" bIns="0" anchor="t" anchorCtr="0">
              <a:normAutofit/>
            </a:bodyPr>
            <a:lstStyle/>
            <a:p>
              <a:pPr marL="0" marR="0" lvl="0" indent="0" algn="r" rtl="0">
                <a:lnSpc>
                  <a:spcPct val="120000"/>
                </a:lnSpc>
                <a:buSzPct val="25000"/>
                <a:buNone/>
              </a:pPr>
              <a:r>
                <a:rPr lang="zh-CN" altLang="en-US" sz="1000" b="0" i="0" u="none" strike="noStrike" cap="none" baseline="0"/>
                <a:t>请替换文字内容复制你的内容到此</a:t>
              </a:r>
              <a:br>
                <a:rPr lang="zh-CN" altLang="en-US" sz="1000" b="0" i="0" u="none" strike="noStrike" cap="none" baseline="0"/>
              </a:br>
              <a:endParaRPr lang="zh-CN" altLang="en-US" sz="1000" b="0" i="0" u="none" strike="noStrike" cap="none" baseline="0"/>
            </a:p>
          </p:txBody>
        </p:sp>
      </p:grpSp>
      <p:grpSp>
        <p:nvGrpSpPr>
          <p:cNvPr id="49" name="千图PPT彼岸天：ID 8661124库_组合 50">
            <a:extLst>
              <a:ext uri="{FF2B5EF4-FFF2-40B4-BE49-F238E27FC236}">
                <a16:creationId xmlns:a16="http://schemas.microsoft.com/office/drawing/2014/main" id="{283448D9-9402-4D2E-ACCE-B035EB11519B}"/>
              </a:ext>
            </a:extLst>
          </p:cNvPr>
          <p:cNvGrpSpPr/>
          <p:nvPr>
            <p:custDataLst>
              <p:tags r:id="rId9"/>
            </p:custDataLst>
          </p:nvPr>
        </p:nvGrpSpPr>
        <p:grpSpPr>
          <a:xfrm>
            <a:off x="1049050" y="4480342"/>
            <a:ext cx="2963331" cy="654628"/>
            <a:chOff x="1049050" y="4480342"/>
            <a:chExt cx="2963331" cy="654628"/>
          </a:xfrm>
        </p:grpSpPr>
        <p:sp>
          <p:nvSpPr>
            <p:cNvPr id="50" name="文本框 70">
              <a:extLst>
                <a:ext uri="{FF2B5EF4-FFF2-40B4-BE49-F238E27FC236}">
                  <a16:creationId xmlns:a16="http://schemas.microsoft.com/office/drawing/2014/main" id="{501243BC-C38A-43B0-AC7E-2208FE2F3B9F}"/>
                </a:ext>
              </a:extLst>
            </p:cNvPr>
            <p:cNvSpPr txBox="1"/>
            <p:nvPr/>
          </p:nvSpPr>
          <p:spPr>
            <a:xfrm>
              <a:off x="1049050" y="4480342"/>
              <a:ext cx="2963331" cy="214664"/>
            </a:xfrm>
            <a:prstGeom prst="rect">
              <a:avLst/>
            </a:prstGeom>
            <a:noFill/>
            <a:ln>
              <a:noFill/>
            </a:ln>
          </p:spPr>
          <p:txBody>
            <a:bodyPr wrap="none" lIns="0" tIns="0" rIns="0" bIns="0" anchor="t" anchorCtr="0">
              <a:normAutofit/>
            </a:bodyPr>
            <a:lstStyle/>
            <a:p>
              <a:pPr marL="0" marR="0" lvl="0" indent="0" algn="r" rtl="0">
                <a:buSzPct val="25000"/>
                <a:buNone/>
              </a:pPr>
              <a:r>
                <a:rPr lang="zh-CN" altLang="en-US" sz="1400" b="1" i="0" u="none" strike="noStrike" cap="none" baseline="0">
                  <a:solidFill>
                    <a:schemeClr val="accent3"/>
                  </a:solidFill>
                </a:rPr>
                <a:t>输入标题文本</a:t>
              </a:r>
            </a:p>
          </p:txBody>
        </p:sp>
        <p:sp>
          <p:nvSpPr>
            <p:cNvPr id="51" name="文本框 71">
              <a:extLst>
                <a:ext uri="{FF2B5EF4-FFF2-40B4-BE49-F238E27FC236}">
                  <a16:creationId xmlns:a16="http://schemas.microsoft.com/office/drawing/2014/main" id="{CD104EF6-30AF-43F8-9E5E-D94FF6B28018}"/>
                </a:ext>
              </a:extLst>
            </p:cNvPr>
            <p:cNvSpPr txBox="1"/>
            <p:nvPr/>
          </p:nvSpPr>
          <p:spPr>
            <a:xfrm>
              <a:off x="1049050" y="4756707"/>
              <a:ext cx="2963331" cy="378263"/>
            </a:xfrm>
            <a:prstGeom prst="rect">
              <a:avLst/>
            </a:prstGeom>
            <a:noFill/>
            <a:ln>
              <a:noFill/>
            </a:ln>
          </p:spPr>
          <p:txBody>
            <a:bodyPr wrap="square" lIns="0" tIns="0" rIns="0" bIns="0" anchor="t" anchorCtr="0">
              <a:normAutofit/>
            </a:bodyPr>
            <a:lstStyle/>
            <a:p>
              <a:pPr marL="0" marR="0" lvl="0" indent="0" algn="r" rtl="0">
                <a:lnSpc>
                  <a:spcPct val="120000"/>
                </a:lnSpc>
                <a:buSzPct val="25000"/>
                <a:buNone/>
              </a:pPr>
              <a:r>
                <a:rPr lang="zh-CN" altLang="en-US" sz="1000" b="0" i="0" u="none" strike="noStrike" cap="none" baseline="0"/>
                <a:t>请替换文字内容复制你的内容到此</a:t>
              </a:r>
              <a:br>
                <a:rPr lang="zh-CN" altLang="en-US" sz="1000" b="0" i="0" u="none" strike="noStrike" cap="none" baseline="0"/>
              </a:br>
              <a:endParaRPr lang="zh-CN" altLang="en-US" sz="1000" b="0" i="0" u="none" strike="noStrike" cap="none" baseline="0"/>
            </a:p>
          </p:txBody>
        </p:sp>
      </p:grpSp>
      <p:grpSp>
        <p:nvGrpSpPr>
          <p:cNvPr id="52" name="千图PPT彼岸天：ID 8661124库_组合 49">
            <a:extLst>
              <a:ext uri="{FF2B5EF4-FFF2-40B4-BE49-F238E27FC236}">
                <a16:creationId xmlns:a16="http://schemas.microsoft.com/office/drawing/2014/main" id="{D009EC6D-88B5-4A7E-AF17-0D5E66EBD3F0}"/>
              </a:ext>
            </a:extLst>
          </p:cNvPr>
          <p:cNvGrpSpPr/>
          <p:nvPr>
            <p:custDataLst>
              <p:tags r:id="rId10"/>
            </p:custDataLst>
          </p:nvPr>
        </p:nvGrpSpPr>
        <p:grpSpPr>
          <a:xfrm>
            <a:off x="1049050" y="3165749"/>
            <a:ext cx="2353362" cy="654626"/>
            <a:chOff x="1049050" y="3165749"/>
            <a:chExt cx="2353362" cy="654626"/>
          </a:xfrm>
        </p:grpSpPr>
        <p:sp>
          <p:nvSpPr>
            <p:cNvPr id="53" name="文本框 72">
              <a:extLst>
                <a:ext uri="{FF2B5EF4-FFF2-40B4-BE49-F238E27FC236}">
                  <a16:creationId xmlns:a16="http://schemas.microsoft.com/office/drawing/2014/main" id="{8AC6CECF-DBB4-493A-9B8C-5CF6F176D7EB}"/>
                </a:ext>
              </a:extLst>
            </p:cNvPr>
            <p:cNvSpPr txBox="1"/>
            <p:nvPr/>
          </p:nvSpPr>
          <p:spPr>
            <a:xfrm>
              <a:off x="1049050" y="3165749"/>
              <a:ext cx="2353362" cy="214664"/>
            </a:xfrm>
            <a:prstGeom prst="rect">
              <a:avLst/>
            </a:prstGeom>
            <a:noFill/>
            <a:ln>
              <a:noFill/>
            </a:ln>
          </p:spPr>
          <p:txBody>
            <a:bodyPr wrap="none" lIns="0" tIns="0" rIns="0" bIns="0" anchor="t" anchorCtr="0">
              <a:normAutofit/>
            </a:bodyPr>
            <a:lstStyle/>
            <a:p>
              <a:pPr marL="0" marR="0" lvl="0" indent="0" algn="r" rtl="0">
                <a:buSzPct val="25000"/>
                <a:buNone/>
              </a:pPr>
              <a:r>
                <a:rPr lang="zh-CN" altLang="en-US" sz="1400" b="1" i="0" u="none" strike="noStrike" cap="none" baseline="0">
                  <a:solidFill>
                    <a:schemeClr val="accent1"/>
                  </a:solidFill>
                </a:rPr>
                <a:t>输入标题文本</a:t>
              </a:r>
            </a:p>
          </p:txBody>
        </p:sp>
        <p:sp>
          <p:nvSpPr>
            <p:cNvPr id="54" name="文本框 73">
              <a:extLst>
                <a:ext uri="{FF2B5EF4-FFF2-40B4-BE49-F238E27FC236}">
                  <a16:creationId xmlns:a16="http://schemas.microsoft.com/office/drawing/2014/main" id="{F07B765F-1825-4F91-A3E3-1AF170D0691E}"/>
                </a:ext>
              </a:extLst>
            </p:cNvPr>
            <p:cNvSpPr txBox="1"/>
            <p:nvPr/>
          </p:nvSpPr>
          <p:spPr>
            <a:xfrm>
              <a:off x="1049050" y="3442112"/>
              <a:ext cx="2353362" cy="378263"/>
            </a:xfrm>
            <a:prstGeom prst="rect">
              <a:avLst/>
            </a:prstGeom>
            <a:noFill/>
            <a:ln>
              <a:noFill/>
            </a:ln>
          </p:spPr>
          <p:txBody>
            <a:bodyPr wrap="square" lIns="0" tIns="0" rIns="0" bIns="0" anchor="t" anchorCtr="0">
              <a:normAutofit/>
            </a:bodyPr>
            <a:lstStyle/>
            <a:p>
              <a:pPr marL="0" marR="0" lvl="0" indent="0" algn="r" rtl="0">
                <a:lnSpc>
                  <a:spcPct val="120000"/>
                </a:lnSpc>
                <a:buSzPct val="25000"/>
                <a:buNone/>
              </a:pPr>
              <a:r>
                <a:rPr lang="zh-CN" altLang="en-US" sz="1000" b="0" i="0" u="none" strike="noStrike" cap="none" baseline="0"/>
                <a:t>请替换文字内容复制你的内容到此</a:t>
              </a:r>
              <a:br>
                <a:rPr lang="zh-CN" altLang="en-US" sz="1000" b="0" i="0" u="none" strike="noStrike" cap="none" baseline="0"/>
              </a:br>
              <a:endParaRPr lang="zh-CN" altLang="en-US" sz="1000" b="0" i="0" u="none" strike="noStrike" cap="none" baseline="0"/>
            </a:p>
          </p:txBody>
        </p:sp>
      </p:grpSp>
      <p:grpSp>
        <p:nvGrpSpPr>
          <p:cNvPr id="55" name="千图PPT彼岸天：ID 8661124库_组合 53">
            <a:extLst>
              <a:ext uri="{FF2B5EF4-FFF2-40B4-BE49-F238E27FC236}">
                <a16:creationId xmlns:a16="http://schemas.microsoft.com/office/drawing/2014/main" id="{CC589B78-8B4B-4BDD-B54B-626DB601B1FD}"/>
              </a:ext>
            </a:extLst>
          </p:cNvPr>
          <p:cNvGrpSpPr/>
          <p:nvPr>
            <p:custDataLst>
              <p:tags r:id="rId11"/>
            </p:custDataLst>
          </p:nvPr>
        </p:nvGrpSpPr>
        <p:grpSpPr>
          <a:xfrm>
            <a:off x="8179619" y="1863240"/>
            <a:ext cx="2963331" cy="654626"/>
            <a:chOff x="8179619" y="1863240"/>
            <a:chExt cx="2963331" cy="654626"/>
          </a:xfrm>
        </p:grpSpPr>
        <p:sp>
          <p:nvSpPr>
            <p:cNvPr id="56" name="文本框 74">
              <a:extLst>
                <a:ext uri="{FF2B5EF4-FFF2-40B4-BE49-F238E27FC236}">
                  <a16:creationId xmlns:a16="http://schemas.microsoft.com/office/drawing/2014/main" id="{289EC1B5-74F4-418A-94A1-4C2EC19A44AF}"/>
                </a:ext>
              </a:extLst>
            </p:cNvPr>
            <p:cNvSpPr txBox="1"/>
            <p:nvPr/>
          </p:nvSpPr>
          <p:spPr>
            <a:xfrm>
              <a:off x="8179619" y="1863240"/>
              <a:ext cx="2963331" cy="214664"/>
            </a:xfrm>
            <a:prstGeom prst="rect">
              <a:avLst/>
            </a:prstGeom>
            <a:noFill/>
            <a:ln>
              <a:noFill/>
            </a:ln>
          </p:spPr>
          <p:txBody>
            <a:bodyPr wrap="none" lIns="0" tIns="0" rIns="0" bIns="0" anchor="t" anchorCtr="0">
              <a:normAutofit/>
            </a:bodyPr>
            <a:lstStyle/>
            <a:p>
              <a:pPr marL="0" marR="0" lvl="0" indent="0" algn="l" rtl="0">
                <a:buSzPct val="25000"/>
                <a:buNone/>
              </a:pPr>
              <a:r>
                <a:rPr lang="zh-CN" altLang="en-US" sz="1400" b="1" i="0" u="none" strike="noStrike" cap="none" baseline="0">
                  <a:solidFill>
                    <a:schemeClr val="accent1"/>
                  </a:solidFill>
                </a:rPr>
                <a:t>输入标题文本</a:t>
              </a:r>
            </a:p>
          </p:txBody>
        </p:sp>
        <p:sp>
          <p:nvSpPr>
            <p:cNvPr id="57" name="文本框 75">
              <a:extLst>
                <a:ext uri="{FF2B5EF4-FFF2-40B4-BE49-F238E27FC236}">
                  <a16:creationId xmlns:a16="http://schemas.microsoft.com/office/drawing/2014/main" id="{54CEF853-52E6-40D7-9515-6136DE59A46B}"/>
                </a:ext>
              </a:extLst>
            </p:cNvPr>
            <p:cNvSpPr txBox="1"/>
            <p:nvPr/>
          </p:nvSpPr>
          <p:spPr>
            <a:xfrm>
              <a:off x="8179619" y="2139603"/>
              <a:ext cx="2963331" cy="378263"/>
            </a:xfrm>
            <a:prstGeom prst="rect">
              <a:avLst/>
            </a:prstGeom>
            <a:noFill/>
            <a:ln>
              <a:noFill/>
            </a:ln>
          </p:spPr>
          <p:txBody>
            <a:bodyPr wrap="square" lIns="0" tIns="0" rIns="0" bIns="0" anchor="t" anchorCtr="0">
              <a:normAutofit/>
            </a:bodyPr>
            <a:lstStyle/>
            <a:p>
              <a:pPr marL="0" marR="0" lvl="0" indent="0" algn="l" rtl="0">
                <a:lnSpc>
                  <a:spcPct val="120000"/>
                </a:lnSpc>
                <a:buSzPct val="25000"/>
                <a:buNone/>
              </a:pPr>
              <a:r>
                <a:rPr lang="zh-CN" altLang="en-US" sz="1000" b="0" i="0" u="none" strike="noStrike" cap="none" baseline="0"/>
                <a:t>请替换文字内容复制你的内容到此</a:t>
              </a:r>
              <a:br>
                <a:rPr lang="zh-CN" altLang="en-US" sz="1000" b="0" i="0" u="none" strike="noStrike" cap="none" baseline="0"/>
              </a:br>
              <a:endParaRPr lang="zh-CN" altLang="en-US" sz="1000" b="0" i="0" u="none" strike="noStrike" cap="none" baseline="0"/>
            </a:p>
          </p:txBody>
        </p:sp>
      </p:grpSp>
      <p:grpSp>
        <p:nvGrpSpPr>
          <p:cNvPr id="58" name="千图PPT彼岸天：ID 8661124库_组合 51">
            <a:extLst>
              <a:ext uri="{FF2B5EF4-FFF2-40B4-BE49-F238E27FC236}">
                <a16:creationId xmlns:a16="http://schemas.microsoft.com/office/drawing/2014/main" id="{EFC14C01-988B-4793-8839-CA69FDC6CB55}"/>
              </a:ext>
            </a:extLst>
          </p:cNvPr>
          <p:cNvGrpSpPr/>
          <p:nvPr>
            <p:custDataLst>
              <p:tags r:id="rId12"/>
            </p:custDataLst>
          </p:nvPr>
        </p:nvGrpSpPr>
        <p:grpSpPr>
          <a:xfrm>
            <a:off x="8179619" y="4480342"/>
            <a:ext cx="2963331" cy="654628"/>
            <a:chOff x="8179619" y="4480342"/>
            <a:chExt cx="2963331" cy="654628"/>
          </a:xfrm>
        </p:grpSpPr>
        <p:sp>
          <p:nvSpPr>
            <p:cNvPr id="59" name="文本框 76">
              <a:extLst>
                <a:ext uri="{FF2B5EF4-FFF2-40B4-BE49-F238E27FC236}">
                  <a16:creationId xmlns:a16="http://schemas.microsoft.com/office/drawing/2014/main" id="{8EDD155C-92DD-4C52-8E2C-570C3DCBD592}"/>
                </a:ext>
              </a:extLst>
            </p:cNvPr>
            <p:cNvSpPr txBox="1"/>
            <p:nvPr/>
          </p:nvSpPr>
          <p:spPr>
            <a:xfrm>
              <a:off x="8179619" y="4480342"/>
              <a:ext cx="2963331" cy="214664"/>
            </a:xfrm>
            <a:prstGeom prst="rect">
              <a:avLst/>
            </a:prstGeom>
            <a:noFill/>
            <a:ln>
              <a:noFill/>
            </a:ln>
          </p:spPr>
          <p:txBody>
            <a:bodyPr wrap="none" lIns="0" tIns="0" rIns="0" bIns="0" anchor="t" anchorCtr="0">
              <a:normAutofit/>
            </a:bodyPr>
            <a:lstStyle/>
            <a:p>
              <a:pPr marL="0" marR="0" lvl="0" indent="0" algn="l" rtl="0">
                <a:buSzPct val="25000"/>
                <a:buNone/>
              </a:pPr>
              <a:r>
                <a:rPr lang="zh-CN" altLang="en-US" sz="1400" b="1" i="0" u="none" strike="noStrike" cap="none" baseline="0">
                  <a:solidFill>
                    <a:schemeClr val="accent1"/>
                  </a:solidFill>
                </a:rPr>
                <a:t>输入标题文本</a:t>
              </a:r>
            </a:p>
          </p:txBody>
        </p:sp>
        <p:sp>
          <p:nvSpPr>
            <p:cNvPr id="60" name="文本框 77">
              <a:extLst>
                <a:ext uri="{FF2B5EF4-FFF2-40B4-BE49-F238E27FC236}">
                  <a16:creationId xmlns:a16="http://schemas.microsoft.com/office/drawing/2014/main" id="{7F5D4B42-982B-420D-8607-E59DB696837E}"/>
                </a:ext>
              </a:extLst>
            </p:cNvPr>
            <p:cNvSpPr txBox="1"/>
            <p:nvPr/>
          </p:nvSpPr>
          <p:spPr>
            <a:xfrm>
              <a:off x="8179619" y="4756707"/>
              <a:ext cx="2963331" cy="378263"/>
            </a:xfrm>
            <a:prstGeom prst="rect">
              <a:avLst/>
            </a:prstGeom>
            <a:noFill/>
            <a:ln>
              <a:noFill/>
            </a:ln>
          </p:spPr>
          <p:txBody>
            <a:bodyPr wrap="square" lIns="0" tIns="0" rIns="0" bIns="0" anchor="t" anchorCtr="0">
              <a:normAutofit/>
            </a:bodyPr>
            <a:lstStyle/>
            <a:p>
              <a:pPr marL="0" marR="0" lvl="0" indent="0" algn="l" rtl="0">
                <a:lnSpc>
                  <a:spcPct val="120000"/>
                </a:lnSpc>
                <a:buSzPct val="25000"/>
                <a:buNone/>
              </a:pPr>
              <a:r>
                <a:rPr lang="zh-CN" altLang="en-US" sz="1000" b="0" i="0" u="none" strike="noStrike" cap="none" baseline="0"/>
                <a:t>请替换文字内容复制你的内容到此</a:t>
              </a:r>
              <a:br>
                <a:rPr lang="zh-CN" altLang="en-US" sz="1000" b="0" i="0" u="none" strike="noStrike" cap="none" baseline="0"/>
              </a:br>
              <a:endParaRPr lang="zh-CN" altLang="en-US" sz="1000" b="0" i="0" u="none" strike="noStrike" cap="none" baseline="0"/>
            </a:p>
          </p:txBody>
        </p:sp>
      </p:grpSp>
      <p:grpSp>
        <p:nvGrpSpPr>
          <p:cNvPr id="61" name="千图PPT彼岸天：ID 8661124库_组合 52">
            <a:extLst>
              <a:ext uri="{FF2B5EF4-FFF2-40B4-BE49-F238E27FC236}">
                <a16:creationId xmlns:a16="http://schemas.microsoft.com/office/drawing/2014/main" id="{7C74B7F5-7875-497F-9E73-B3E8BBB6F4C0}"/>
              </a:ext>
            </a:extLst>
          </p:cNvPr>
          <p:cNvGrpSpPr/>
          <p:nvPr>
            <p:custDataLst>
              <p:tags r:id="rId13"/>
            </p:custDataLst>
          </p:nvPr>
        </p:nvGrpSpPr>
        <p:grpSpPr>
          <a:xfrm>
            <a:off x="8789585" y="3165749"/>
            <a:ext cx="2353362" cy="654626"/>
            <a:chOff x="8789585" y="3165749"/>
            <a:chExt cx="2353362" cy="654626"/>
          </a:xfrm>
        </p:grpSpPr>
        <p:sp>
          <p:nvSpPr>
            <p:cNvPr id="62" name="文本框 78">
              <a:extLst>
                <a:ext uri="{FF2B5EF4-FFF2-40B4-BE49-F238E27FC236}">
                  <a16:creationId xmlns:a16="http://schemas.microsoft.com/office/drawing/2014/main" id="{A2CDC99D-2D67-439B-B1CF-969D159A39C7}"/>
                </a:ext>
              </a:extLst>
            </p:cNvPr>
            <p:cNvSpPr txBox="1"/>
            <p:nvPr/>
          </p:nvSpPr>
          <p:spPr>
            <a:xfrm>
              <a:off x="8789585" y="3165749"/>
              <a:ext cx="2353362" cy="214664"/>
            </a:xfrm>
            <a:prstGeom prst="rect">
              <a:avLst/>
            </a:prstGeom>
            <a:noFill/>
            <a:ln>
              <a:noFill/>
            </a:ln>
          </p:spPr>
          <p:txBody>
            <a:bodyPr wrap="none" lIns="0" tIns="0" rIns="0" bIns="0" anchor="t" anchorCtr="0">
              <a:normAutofit/>
            </a:bodyPr>
            <a:lstStyle/>
            <a:p>
              <a:pPr marL="0" marR="0" lvl="0" indent="0" algn="l" rtl="0">
                <a:buSzPct val="25000"/>
                <a:buNone/>
              </a:pPr>
              <a:r>
                <a:rPr lang="zh-CN" altLang="en-US" sz="1400" b="1" i="0" u="none" strike="noStrike" cap="none" baseline="0">
                  <a:solidFill>
                    <a:schemeClr val="accent3"/>
                  </a:solidFill>
                </a:rPr>
                <a:t>输入标题文本</a:t>
              </a:r>
            </a:p>
          </p:txBody>
        </p:sp>
        <p:sp>
          <p:nvSpPr>
            <p:cNvPr id="63" name="文本框 79">
              <a:extLst>
                <a:ext uri="{FF2B5EF4-FFF2-40B4-BE49-F238E27FC236}">
                  <a16:creationId xmlns:a16="http://schemas.microsoft.com/office/drawing/2014/main" id="{F322601B-B832-482A-A040-4D357AE5F276}"/>
                </a:ext>
              </a:extLst>
            </p:cNvPr>
            <p:cNvSpPr txBox="1"/>
            <p:nvPr/>
          </p:nvSpPr>
          <p:spPr>
            <a:xfrm>
              <a:off x="8789585" y="3442112"/>
              <a:ext cx="2353362" cy="378263"/>
            </a:xfrm>
            <a:prstGeom prst="rect">
              <a:avLst/>
            </a:prstGeom>
            <a:noFill/>
            <a:ln>
              <a:noFill/>
            </a:ln>
          </p:spPr>
          <p:txBody>
            <a:bodyPr wrap="square" lIns="0" tIns="0" rIns="0" bIns="0" anchor="t" anchorCtr="0">
              <a:normAutofit/>
            </a:bodyPr>
            <a:lstStyle/>
            <a:p>
              <a:pPr marL="0" marR="0" lvl="0" indent="0" algn="l" rtl="0">
                <a:lnSpc>
                  <a:spcPct val="120000"/>
                </a:lnSpc>
                <a:buSzPct val="25000"/>
                <a:buNone/>
              </a:pPr>
              <a:r>
                <a:rPr lang="zh-CN" altLang="en-US" sz="1000" b="0" i="0" u="none" strike="noStrike" cap="none" baseline="0"/>
                <a:t>请替换文字内容复制你的内容到此</a:t>
              </a:r>
              <a:br>
                <a:rPr lang="zh-CN" altLang="en-US" sz="1000" b="0" i="0" u="none" strike="noStrike" cap="none" baseline="0"/>
              </a:br>
              <a:endParaRPr lang="zh-CN" altLang="en-US" sz="1000" b="0" i="0" u="none" strike="noStrike" cap="none" baseline="0"/>
            </a:p>
          </p:txBody>
        </p:sp>
      </p:grpSp>
    </p:spTree>
    <p:extLst>
      <p:ext uri="{BB962C8B-B14F-4D97-AF65-F5344CB8AC3E}">
        <p14:creationId xmlns:p14="http://schemas.microsoft.com/office/powerpoint/2010/main" val="179868100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Tn>
                        </p:par>
                        <p:par>
                          <p:cTn id="5" fill="hold">
                            <p:stCondLst>
                              <p:cond delay="0"/>
                            </p:stCondLst>
                            <p:childTnLst>
                              <p:par>
                                <p:cTn id="6" presetID="49" presetClass="entr" presetSubtype="0" decel="100000" fill="hold" grpId="0" nodeType="afterEffect">
                                  <p:childTnLst>
                                    <p:set>
                                      <p:cBhvr>
                                        <p:cTn id="7" dur="1" fill="hold">
                                          <p:stCondLst>
                                            <p:cond delay="0"/>
                                          </p:stCondLst>
                                        </p:cTn>
                                        <p:tgtEl>
                                          <p:spTgt spid="14"/>
                                        </p:tgtEl>
                                        <p:attrNameLst>
                                          <p:attrName>style.visibility</p:attrName>
                                        </p:attrNameLst>
                                      </p:cBhvr>
                                      <p:to>
                                        <p:strVal val="visible"/>
                                      </p:to>
                                    </p:set>
                                    <p:anim calcmode="lin" valueType="num">
                                      <p:cBhvr>
                                        <p:cTn id="8" dur="500" fill="hold"/>
                                        <p:tgtEl>
                                          <p:spTgt spid="14"/>
                                        </p:tgtEl>
                                        <p:attrNameLst>
                                          <p:attrName>ppt_w</p:attrName>
                                        </p:attrNameLst>
                                      </p:cBhvr>
                                      <p:tavLst>
                                        <p:tav tm="0">
                                          <p:val>
                                            <p:fltVal val="0"/>
                                          </p:val>
                                        </p:tav>
                                        <p:tav tm="100000">
                                          <p:val>
                                            <p:strVal val="#ppt_w"/>
                                          </p:val>
                                        </p:tav>
                                      </p:tavLst>
                                    </p:anim>
                                    <p:anim calcmode="lin" valueType="num">
                                      <p:cBhvr>
                                        <p:cTn id="9" dur="500" fill="hold"/>
                                        <p:tgtEl>
                                          <p:spTgt spid="14"/>
                                        </p:tgtEl>
                                        <p:attrNameLst>
                                          <p:attrName>ppt_h</p:attrName>
                                        </p:attrNameLst>
                                      </p:cBhvr>
                                      <p:tavLst>
                                        <p:tav tm="0">
                                          <p:val>
                                            <p:fltVal val="0"/>
                                          </p:val>
                                        </p:tav>
                                        <p:tav tm="100000">
                                          <p:val>
                                            <p:strVal val="#ppt_h"/>
                                          </p:val>
                                        </p:tav>
                                      </p:tavLst>
                                    </p:anim>
                                    <p:anim calcmode="lin" valueType="num">
                                      <p:cBhvr>
                                        <p:cTn id="10" dur="500" fill="hold"/>
                                        <p:tgtEl>
                                          <p:spTgt spid="14"/>
                                        </p:tgtEl>
                                        <p:attrNameLst>
                                          <p:attrName>transform.rotation_z</p:attrName>
                                        </p:attrNameLst>
                                      </p:cBhvr>
                                      <p:tavLst>
                                        <p:tav tm="0">
                                          <p:val>
                                            <p:fltVal val="360"/>
                                          </p:val>
                                        </p:tav>
                                        <p:tav tm="100000">
                                          <p:val>
                                            <p:fltVal val="0"/>
                                          </p:val>
                                        </p:tav>
                                      </p:tavLst>
                                    </p:anim>
                                    <p:animEffect transition="in" filter="fade">
                                      <p:cBhvr>
                                        <p:cTn id="11" dur="500"/>
                                        <p:tgtEl>
                                          <p:spTgt spid="14"/>
                                        </p:tgtEl>
                                      </p:cBhvr>
                                    </p:animEffect>
                                  </p:childTnLst>
                                </p:cTn>
                              </p:par>
                            </p:childTnLst>
                          </p:cTn>
                        </p:par>
                        <p:par>
                          <p:cTn id="12" fill="hold">
                            <p:stCondLst>
                              <p:cond delay="500"/>
                            </p:stCondLst>
                            <p:childTnLst>
                              <p:par>
                                <p:cTn id="13" presetID="49" presetClass="entr" presetSubtype="0" decel="100000" fill="hold" nodeType="afterEffect">
                                  <p:childTnLst>
                                    <p:set>
                                      <p:cBhvr>
                                        <p:cTn id="14" dur="1" fill="hold">
                                          <p:stCondLst>
                                            <p:cond delay="0"/>
                                          </p:stCondLst>
                                        </p:cTn>
                                        <p:tgtEl>
                                          <p:spTgt spid="15"/>
                                        </p:tgtEl>
                                        <p:attrNameLst>
                                          <p:attrName>style.visibility</p:attrName>
                                        </p:attrNameLst>
                                      </p:cBhvr>
                                      <p:to>
                                        <p:strVal val="visible"/>
                                      </p:to>
                                    </p:set>
                                    <p:anim calcmode="lin" valueType="num">
                                      <p:cBhvr>
                                        <p:cTn id="15" dur="500" fill="hold"/>
                                        <p:tgtEl>
                                          <p:spTgt spid="15"/>
                                        </p:tgtEl>
                                        <p:attrNameLst>
                                          <p:attrName>ppt_w</p:attrName>
                                        </p:attrNameLst>
                                      </p:cBhvr>
                                      <p:tavLst>
                                        <p:tav tm="0">
                                          <p:val>
                                            <p:fltVal val="0"/>
                                          </p:val>
                                        </p:tav>
                                        <p:tav tm="100000">
                                          <p:val>
                                            <p:strVal val="#ppt_w"/>
                                          </p:val>
                                        </p:tav>
                                      </p:tavLst>
                                    </p:anim>
                                    <p:anim calcmode="lin" valueType="num">
                                      <p:cBhvr>
                                        <p:cTn id="16" dur="500" fill="hold"/>
                                        <p:tgtEl>
                                          <p:spTgt spid="15"/>
                                        </p:tgtEl>
                                        <p:attrNameLst>
                                          <p:attrName>ppt_h</p:attrName>
                                        </p:attrNameLst>
                                      </p:cBhvr>
                                      <p:tavLst>
                                        <p:tav tm="0">
                                          <p:val>
                                            <p:fltVal val="0"/>
                                          </p:val>
                                        </p:tav>
                                        <p:tav tm="100000">
                                          <p:val>
                                            <p:strVal val="#ppt_h"/>
                                          </p:val>
                                        </p:tav>
                                      </p:tavLst>
                                    </p:anim>
                                    <p:anim calcmode="lin" valueType="num">
                                      <p:cBhvr>
                                        <p:cTn id="17" dur="500" fill="hold"/>
                                        <p:tgtEl>
                                          <p:spTgt spid="15"/>
                                        </p:tgtEl>
                                        <p:attrNameLst>
                                          <p:attrName>transform.rotation_z</p:attrName>
                                        </p:attrNameLst>
                                      </p:cBhvr>
                                      <p:tavLst>
                                        <p:tav tm="0">
                                          <p:val>
                                            <p:fltVal val="360"/>
                                          </p:val>
                                        </p:tav>
                                        <p:tav tm="100000">
                                          <p:val>
                                            <p:fltVal val="0"/>
                                          </p:val>
                                        </p:tav>
                                      </p:tavLst>
                                    </p:anim>
                                    <p:animEffect transition="in" filter="fade">
                                      <p:cBhvr>
                                        <p:cTn id="18" dur="500"/>
                                        <p:tgtEl>
                                          <p:spTgt spid="15"/>
                                        </p:tgtEl>
                                      </p:cBhvr>
                                    </p:animEffect>
                                  </p:childTnLst>
                                </p:cTn>
                              </p:par>
                            </p:childTnLst>
                          </p:cTn>
                        </p:par>
                        <p:par>
                          <p:cTn id="19" fill="hold">
                            <p:stCondLst>
                              <p:cond delay="1000"/>
                            </p:stCondLst>
                            <p:childTnLst>
                              <p:par>
                                <p:cTn id="20" presetID="49" presetClass="entr" presetSubtype="0" decel="100000" fill="hold" nodeType="afterEffect">
                                  <p:childTnLst>
                                    <p:set>
                                      <p:cBhvr>
                                        <p:cTn id="21" dur="1" fill="hold">
                                          <p:stCondLst>
                                            <p:cond delay="0"/>
                                          </p:stCondLst>
                                        </p:cTn>
                                        <p:tgtEl>
                                          <p:spTgt spid="18"/>
                                        </p:tgtEl>
                                        <p:attrNameLst>
                                          <p:attrName>style.visibility</p:attrName>
                                        </p:attrNameLst>
                                      </p:cBhvr>
                                      <p:to>
                                        <p:strVal val="visible"/>
                                      </p:to>
                                    </p:set>
                                    <p:anim calcmode="lin" valueType="num">
                                      <p:cBhvr>
                                        <p:cTn id="22" dur="500" fill="hold"/>
                                        <p:tgtEl>
                                          <p:spTgt spid="18"/>
                                        </p:tgtEl>
                                        <p:attrNameLst>
                                          <p:attrName>ppt_w</p:attrName>
                                        </p:attrNameLst>
                                      </p:cBhvr>
                                      <p:tavLst>
                                        <p:tav tm="0">
                                          <p:val>
                                            <p:fltVal val="0"/>
                                          </p:val>
                                        </p:tav>
                                        <p:tav tm="100000">
                                          <p:val>
                                            <p:strVal val="#ppt_w"/>
                                          </p:val>
                                        </p:tav>
                                      </p:tavLst>
                                    </p:anim>
                                    <p:anim calcmode="lin" valueType="num">
                                      <p:cBhvr>
                                        <p:cTn id="23" dur="500" fill="hold"/>
                                        <p:tgtEl>
                                          <p:spTgt spid="18"/>
                                        </p:tgtEl>
                                        <p:attrNameLst>
                                          <p:attrName>ppt_h</p:attrName>
                                        </p:attrNameLst>
                                      </p:cBhvr>
                                      <p:tavLst>
                                        <p:tav tm="0">
                                          <p:val>
                                            <p:fltVal val="0"/>
                                          </p:val>
                                        </p:tav>
                                        <p:tav tm="100000">
                                          <p:val>
                                            <p:strVal val="#ppt_h"/>
                                          </p:val>
                                        </p:tav>
                                      </p:tavLst>
                                    </p:anim>
                                    <p:anim calcmode="lin" valueType="num">
                                      <p:cBhvr>
                                        <p:cTn id="24" dur="500" fill="hold"/>
                                        <p:tgtEl>
                                          <p:spTgt spid="18"/>
                                        </p:tgtEl>
                                        <p:attrNameLst>
                                          <p:attrName>transform.rotation_z</p:attrName>
                                        </p:attrNameLst>
                                      </p:cBhvr>
                                      <p:tavLst>
                                        <p:tav tm="0">
                                          <p:val>
                                            <p:fltVal val="360"/>
                                          </p:val>
                                        </p:tav>
                                        <p:tav tm="100000">
                                          <p:val>
                                            <p:fltVal val="0"/>
                                          </p:val>
                                        </p:tav>
                                      </p:tavLst>
                                    </p:anim>
                                    <p:animEffect transition="in" filter="fade">
                                      <p:cBhvr>
                                        <p:cTn id="25" dur="500"/>
                                        <p:tgtEl>
                                          <p:spTgt spid="18"/>
                                        </p:tgtEl>
                                      </p:cBhvr>
                                    </p:animEffect>
                                  </p:childTnLst>
                                </p:cTn>
                              </p:par>
                            </p:childTnLst>
                          </p:cTn>
                        </p:par>
                        <p:par>
                          <p:cTn id="26" fill="hold">
                            <p:stCondLst>
                              <p:cond delay="1500"/>
                            </p:stCondLst>
                            <p:childTnLst>
                              <p:par>
                                <p:cTn id="27" presetID="49" presetClass="entr" presetSubtype="0" decel="100000" fill="hold" nodeType="afterEffect">
                                  <p:childTnLst>
                                    <p:set>
                                      <p:cBhvr>
                                        <p:cTn id="28" dur="1" fill="hold">
                                          <p:stCondLst>
                                            <p:cond delay="0"/>
                                          </p:stCondLst>
                                        </p:cTn>
                                        <p:tgtEl>
                                          <p:spTgt spid="29"/>
                                        </p:tgtEl>
                                        <p:attrNameLst>
                                          <p:attrName>style.visibility</p:attrName>
                                        </p:attrNameLst>
                                      </p:cBhvr>
                                      <p:to>
                                        <p:strVal val="visible"/>
                                      </p:to>
                                    </p:set>
                                    <p:anim calcmode="lin" valueType="num">
                                      <p:cBhvr>
                                        <p:cTn id="29" dur="500" fill="hold"/>
                                        <p:tgtEl>
                                          <p:spTgt spid="29"/>
                                        </p:tgtEl>
                                        <p:attrNameLst>
                                          <p:attrName>ppt_w</p:attrName>
                                        </p:attrNameLst>
                                      </p:cBhvr>
                                      <p:tavLst>
                                        <p:tav tm="0">
                                          <p:val>
                                            <p:fltVal val="0"/>
                                          </p:val>
                                        </p:tav>
                                        <p:tav tm="100000">
                                          <p:val>
                                            <p:strVal val="#ppt_w"/>
                                          </p:val>
                                        </p:tav>
                                      </p:tavLst>
                                    </p:anim>
                                    <p:anim calcmode="lin" valueType="num">
                                      <p:cBhvr>
                                        <p:cTn id="30" dur="500" fill="hold"/>
                                        <p:tgtEl>
                                          <p:spTgt spid="29"/>
                                        </p:tgtEl>
                                        <p:attrNameLst>
                                          <p:attrName>ppt_h</p:attrName>
                                        </p:attrNameLst>
                                      </p:cBhvr>
                                      <p:tavLst>
                                        <p:tav tm="0">
                                          <p:val>
                                            <p:fltVal val="0"/>
                                          </p:val>
                                        </p:tav>
                                        <p:tav tm="100000">
                                          <p:val>
                                            <p:strVal val="#ppt_h"/>
                                          </p:val>
                                        </p:tav>
                                      </p:tavLst>
                                    </p:anim>
                                    <p:anim calcmode="lin" valueType="num">
                                      <p:cBhvr>
                                        <p:cTn id="31" dur="500" fill="hold"/>
                                        <p:tgtEl>
                                          <p:spTgt spid="29"/>
                                        </p:tgtEl>
                                        <p:attrNameLst>
                                          <p:attrName>transform.rotation_z</p:attrName>
                                        </p:attrNameLst>
                                      </p:cBhvr>
                                      <p:tavLst>
                                        <p:tav tm="0">
                                          <p:val>
                                            <p:fltVal val="360"/>
                                          </p:val>
                                        </p:tav>
                                        <p:tav tm="100000">
                                          <p:val>
                                            <p:fltVal val="0"/>
                                          </p:val>
                                        </p:tav>
                                      </p:tavLst>
                                    </p:anim>
                                    <p:animEffect transition="in" filter="fade">
                                      <p:cBhvr>
                                        <p:cTn id="32" dur="500"/>
                                        <p:tgtEl>
                                          <p:spTgt spid="29"/>
                                        </p:tgtEl>
                                      </p:cBhvr>
                                    </p:animEffect>
                                  </p:childTnLst>
                                </p:cTn>
                              </p:par>
                            </p:childTnLst>
                          </p:cTn>
                        </p:par>
                        <p:par>
                          <p:cTn id="33" fill="hold">
                            <p:stCondLst>
                              <p:cond delay="2000"/>
                            </p:stCondLst>
                            <p:childTnLst>
                              <p:par>
                                <p:cTn id="34" presetID="49" presetClass="entr" presetSubtype="0" decel="100000" fill="hold" nodeType="afterEffect">
                                  <p:childTnLst>
                                    <p:set>
                                      <p:cBhvr>
                                        <p:cTn id="35" dur="1" fill="hold">
                                          <p:stCondLst>
                                            <p:cond delay="0"/>
                                          </p:stCondLst>
                                        </p:cTn>
                                        <p:tgtEl>
                                          <p:spTgt spid="32"/>
                                        </p:tgtEl>
                                        <p:attrNameLst>
                                          <p:attrName>style.visibility</p:attrName>
                                        </p:attrNameLst>
                                      </p:cBhvr>
                                      <p:to>
                                        <p:strVal val="visible"/>
                                      </p:to>
                                    </p:set>
                                    <p:anim calcmode="lin" valueType="num">
                                      <p:cBhvr>
                                        <p:cTn id="36" dur="500" fill="hold"/>
                                        <p:tgtEl>
                                          <p:spTgt spid="32"/>
                                        </p:tgtEl>
                                        <p:attrNameLst>
                                          <p:attrName>ppt_w</p:attrName>
                                        </p:attrNameLst>
                                      </p:cBhvr>
                                      <p:tavLst>
                                        <p:tav tm="0">
                                          <p:val>
                                            <p:fltVal val="0"/>
                                          </p:val>
                                        </p:tav>
                                        <p:tav tm="100000">
                                          <p:val>
                                            <p:strVal val="#ppt_w"/>
                                          </p:val>
                                        </p:tav>
                                      </p:tavLst>
                                    </p:anim>
                                    <p:anim calcmode="lin" valueType="num">
                                      <p:cBhvr>
                                        <p:cTn id="37" dur="500" fill="hold"/>
                                        <p:tgtEl>
                                          <p:spTgt spid="32"/>
                                        </p:tgtEl>
                                        <p:attrNameLst>
                                          <p:attrName>ppt_h</p:attrName>
                                        </p:attrNameLst>
                                      </p:cBhvr>
                                      <p:tavLst>
                                        <p:tav tm="0">
                                          <p:val>
                                            <p:fltVal val="0"/>
                                          </p:val>
                                        </p:tav>
                                        <p:tav tm="100000">
                                          <p:val>
                                            <p:strVal val="#ppt_h"/>
                                          </p:val>
                                        </p:tav>
                                      </p:tavLst>
                                    </p:anim>
                                    <p:anim calcmode="lin" valueType="num">
                                      <p:cBhvr>
                                        <p:cTn id="38" dur="500" fill="hold"/>
                                        <p:tgtEl>
                                          <p:spTgt spid="32"/>
                                        </p:tgtEl>
                                        <p:attrNameLst>
                                          <p:attrName>transform.rotation_z</p:attrName>
                                        </p:attrNameLst>
                                      </p:cBhvr>
                                      <p:tavLst>
                                        <p:tav tm="0">
                                          <p:val>
                                            <p:fltVal val="360"/>
                                          </p:val>
                                        </p:tav>
                                        <p:tav tm="100000">
                                          <p:val>
                                            <p:fltVal val="0"/>
                                          </p:val>
                                        </p:tav>
                                      </p:tavLst>
                                    </p:anim>
                                    <p:animEffect transition="in" filter="fade">
                                      <p:cBhvr>
                                        <p:cTn id="39" dur="500"/>
                                        <p:tgtEl>
                                          <p:spTgt spid="32"/>
                                        </p:tgtEl>
                                      </p:cBhvr>
                                    </p:animEffect>
                                  </p:childTnLst>
                                </p:cTn>
                              </p:par>
                            </p:childTnLst>
                          </p:cTn>
                        </p:par>
                        <p:par>
                          <p:cTn id="40" fill="hold">
                            <p:stCondLst>
                              <p:cond delay="2500"/>
                            </p:stCondLst>
                            <p:childTnLst>
                              <p:par>
                                <p:cTn id="41" presetID="49" presetClass="entr" presetSubtype="0" decel="100000" fill="hold" nodeType="afterEffect">
                                  <p:childTnLst>
                                    <p:set>
                                      <p:cBhvr>
                                        <p:cTn id="42" dur="1" fill="hold">
                                          <p:stCondLst>
                                            <p:cond delay="0"/>
                                          </p:stCondLst>
                                        </p:cTn>
                                        <p:tgtEl>
                                          <p:spTgt spid="40"/>
                                        </p:tgtEl>
                                        <p:attrNameLst>
                                          <p:attrName>style.visibility</p:attrName>
                                        </p:attrNameLst>
                                      </p:cBhvr>
                                      <p:to>
                                        <p:strVal val="visible"/>
                                      </p:to>
                                    </p:set>
                                    <p:anim calcmode="lin" valueType="num">
                                      <p:cBhvr>
                                        <p:cTn id="43" dur="500" fill="hold"/>
                                        <p:tgtEl>
                                          <p:spTgt spid="40"/>
                                        </p:tgtEl>
                                        <p:attrNameLst>
                                          <p:attrName>ppt_w</p:attrName>
                                        </p:attrNameLst>
                                      </p:cBhvr>
                                      <p:tavLst>
                                        <p:tav tm="0">
                                          <p:val>
                                            <p:fltVal val="0"/>
                                          </p:val>
                                        </p:tav>
                                        <p:tav tm="100000">
                                          <p:val>
                                            <p:strVal val="#ppt_w"/>
                                          </p:val>
                                        </p:tav>
                                      </p:tavLst>
                                    </p:anim>
                                    <p:anim calcmode="lin" valueType="num">
                                      <p:cBhvr>
                                        <p:cTn id="44" dur="500" fill="hold"/>
                                        <p:tgtEl>
                                          <p:spTgt spid="40"/>
                                        </p:tgtEl>
                                        <p:attrNameLst>
                                          <p:attrName>ppt_h</p:attrName>
                                        </p:attrNameLst>
                                      </p:cBhvr>
                                      <p:tavLst>
                                        <p:tav tm="0">
                                          <p:val>
                                            <p:fltVal val="0"/>
                                          </p:val>
                                        </p:tav>
                                        <p:tav tm="100000">
                                          <p:val>
                                            <p:strVal val="#ppt_h"/>
                                          </p:val>
                                        </p:tav>
                                      </p:tavLst>
                                    </p:anim>
                                    <p:anim calcmode="lin" valueType="num">
                                      <p:cBhvr>
                                        <p:cTn id="45" dur="500" fill="hold"/>
                                        <p:tgtEl>
                                          <p:spTgt spid="40"/>
                                        </p:tgtEl>
                                        <p:attrNameLst>
                                          <p:attrName>transform.rotation_z</p:attrName>
                                        </p:attrNameLst>
                                      </p:cBhvr>
                                      <p:tavLst>
                                        <p:tav tm="0">
                                          <p:val>
                                            <p:fltVal val="360"/>
                                          </p:val>
                                        </p:tav>
                                        <p:tav tm="100000">
                                          <p:val>
                                            <p:fltVal val="0"/>
                                          </p:val>
                                        </p:tav>
                                      </p:tavLst>
                                    </p:anim>
                                    <p:animEffect transition="in" filter="fade">
                                      <p:cBhvr>
                                        <p:cTn id="46" dur="500"/>
                                        <p:tgtEl>
                                          <p:spTgt spid="40"/>
                                        </p:tgtEl>
                                      </p:cBhvr>
                                    </p:animEffect>
                                  </p:childTnLst>
                                </p:cTn>
                              </p:par>
                            </p:childTnLst>
                          </p:cTn>
                        </p:par>
                        <p:par>
                          <p:cTn id="47" fill="hold">
                            <p:stCondLst>
                              <p:cond delay="3000"/>
                            </p:stCondLst>
                            <p:childTnLst>
                              <p:par>
                                <p:cTn id="48" presetID="49" presetClass="entr" presetSubtype="0" decel="100000" fill="hold" nodeType="afterEffect">
                                  <p:childTnLst>
                                    <p:set>
                                      <p:cBhvr>
                                        <p:cTn id="49" dur="1" fill="hold">
                                          <p:stCondLst>
                                            <p:cond delay="0"/>
                                          </p:stCondLst>
                                        </p:cTn>
                                        <p:tgtEl>
                                          <p:spTgt spid="43"/>
                                        </p:tgtEl>
                                        <p:attrNameLst>
                                          <p:attrName>style.visibility</p:attrName>
                                        </p:attrNameLst>
                                      </p:cBhvr>
                                      <p:to>
                                        <p:strVal val="visible"/>
                                      </p:to>
                                    </p:set>
                                    <p:anim calcmode="lin" valueType="num">
                                      <p:cBhvr>
                                        <p:cTn id="50" dur="500" fill="hold"/>
                                        <p:tgtEl>
                                          <p:spTgt spid="43"/>
                                        </p:tgtEl>
                                        <p:attrNameLst>
                                          <p:attrName>ppt_w</p:attrName>
                                        </p:attrNameLst>
                                      </p:cBhvr>
                                      <p:tavLst>
                                        <p:tav tm="0">
                                          <p:val>
                                            <p:fltVal val="0"/>
                                          </p:val>
                                        </p:tav>
                                        <p:tav tm="100000">
                                          <p:val>
                                            <p:strVal val="#ppt_w"/>
                                          </p:val>
                                        </p:tav>
                                      </p:tavLst>
                                    </p:anim>
                                    <p:anim calcmode="lin" valueType="num">
                                      <p:cBhvr>
                                        <p:cTn id="51" dur="500" fill="hold"/>
                                        <p:tgtEl>
                                          <p:spTgt spid="43"/>
                                        </p:tgtEl>
                                        <p:attrNameLst>
                                          <p:attrName>ppt_h</p:attrName>
                                        </p:attrNameLst>
                                      </p:cBhvr>
                                      <p:tavLst>
                                        <p:tav tm="0">
                                          <p:val>
                                            <p:fltVal val="0"/>
                                          </p:val>
                                        </p:tav>
                                        <p:tav tm="100000">
                                          <p:val>
                                            <p:strVal val="#ppt_h"/>
                                          </p:val>
                                        </p:tav>
                                      </p:tavLst>
                                    </p:anim>
                                    <p:anim calcmode="lin" valueType="num">
                                      <p:cBhvr>
                                        <p:cTn id="52" dur="500" fill="hold"/>
                                        <p:tgtEl>
                                          <p:spTgt spid="43"/>
                                        </p:tgtEl>
                                        <p:attrNameLst>
                                          <p:attrName>transform.rotation_z</p:attrName>
                                        </p:attrNameLst>
                                      </p:cBhvr>
                                      <p:tavLst>
                                        <p:tav tm="0">
                                          <p:val>
                                            <p:fltVal val="360"/>
                                          </p:val>
                                        </p:tav>
                                        <p:tav tm="100000">
                                          <p:val>
                                            <p:fltVal val="0"/>
                                          </p:val>
                                        </p:tav>
                                      </p:tavLst>
                                    </p:anim>
                                    <p:animEffect transition="in" filter="fade">
                                      <p:cBhvr>
                                        <p:cTn id="53" dur="500"/>
                                        <p:tgtEl>
                                          <p:spTgt spid="43"/>
                                        </p:tgtEl>
                                      </p:cBhvr>
                                    </p:animEffect>
                                  </p:childTnLst>
                                </p:cTn>
                              </p:par>
                            </p:childTnLst>
                          </p:cTn>
                        </p:par>
                        <p:par>
                          <p:cTn id="54" fill="hold">
                            <p:stCondLst>
                              <p:cond delay="3500"/>
                            </p:stCondLst>
                            <p:childTnLst>
                              <p:par>
                                <p:cTn id="55" presetID="53" presetClass="entr" presetSubtype="0" fill="hold" nodeType="afterEffect">
                                  <p:childTnLst>
                                    <p:set>
                                      <p:cBhvr>
                                        <p:cTn id="56" dur="1" fill="hold">
                                          <p:stCondLst>
                                            <p:cond delay="0"/>
                                          </p:stCondLst>
                                        </p:cTn>
                                        <p:tgtEl>
                                          <p:spTgt spid="46"/>
                                        </p:tgtEl>
                                        <p:attrNameLst>
                                          <p:attrName>style.visibility</p:attrName>
                                        </p:attrNameLst>
                                      </p:cBhvr>
                                      <p:to>
                                        <p:strVal val="visible"/>
                                      </p:to>
                                    </p:set>
                                    <p:anim calcmode="lin" valueType="num">
                                      <p:cBhvr>
                                        <p:cTn id="57" dur="500" fill="hold"/>
                                        <p:tgtEl>
                                          <p:spTgt spid="46"/>
                                        </p:tgtEl>
                                        <p:attrNameLst>
                                          <p:attrName>ppt_w</p:attrName>
                                        </p:attrNameLst>
                                      </p:cBhvr>
                                      <p:tavLst>
                                        <p:tav tm="0">
                                          <p:val>
                                            <p:fltVal val="0"/>
                                          </p:val>
                                        </p:tav>
                                        <p:tav tm="100000">
                                          <p:val>
                                            <p:strVal val="#ppt_w"/>
                                          </p:val>
                                        </p:tav>
                                      </p:tavLst>
                                    </p:anim>
                                    <p:anim calcmode="lin" valueType="num">
                                      <p:cBhvr>
                                        <p:cTn id="58" dur="500" fill="hold"/>
                                        <p:tgtEl>
                                          <p:spTgt spid="46"/>
                                        </p:tgtEl>
                                        <p:attrNameLst>
                                          <p:attrName>ppt_h</p:attrName>
                                        </p:attrNameLst>
                                      </p:cBhvr>
                                      <p:tavLst>
                                        <p:tav tm="0">
                                          <p:val>
                                            <p:fltVal val="0"/>
                                          </p:val>
                                        </p:tav>
                                        <p:tav tm="100000">
                                          <p:val>
                                            <p:strVal val="#ppt_h"/>
                                          </p:val>
                                        </p:tav>
                                      </p:tavLst>
                                    </p:anim>
                                    <p:animEffect transition="in" filter="fade">
                                      <p:cBhvr>
                                        <p:cTn id="59" dur="500"/>
                                        <p:tgtEl>
                                          <p:spTgt spid="46"/>
                                        </p:tgtEl>
                                      </p:cBhvr>
                                    </p:animEffect>
                                    <p:anim calcmode="lin" valueType="num">
                                      <p:cBhvr>
                                        <p:cTn id="60" dur="500" fill="hold"/>
                                        <p:tgtEl>
                                          <p:spTgt spid="46"/>
                                        </p:tgtEl>
                                        <p:attrNameLst>
                                          <p:attrName>ppt_x</p:attrName>
                                        </p:attrNameLst>
                                      </p:cBhvr>
                                      <p:tavLst>
                                        <p:tav tm="0">
                                          <p:val>
                                            <p:fltVal val="0.5"/>
                                          </p:val>
                                        </p:tav>
                                        <p:tav tm="100000">
                                          <p:val>
                                            <p:strVal val="#ppt_x"/>
                                          </p:val>
                                        </p:tav>
                                      </p:tavLst>
                                    </p:anim>
                                    <p:anim calcmode="lin" valueType="num">
                                      <p:cBhvr>
                                        <p:cTn id="61" dur="500" fill="hold"/>
                                        <p:tgtEl>
                                          <p:spTgt spid="46"/>
                                        </p:tgtEl>
                                        <p:attrNameLst>
                                          <p:attrName>ppt_y</p:attrName>
                                        </p:attrNameLst>
                                      </p:cBhvr>
                                      <p:tavLst>
                                        <p:tav tm="0">
                                          <p:val>
                                            <p:fltVal val="0.5"/>
                                          </p:val>
                                        </p:tav>
                                        <p:tav tm="100000">
                                          <p:val>
                                            <p:strVal val="#ppt_y"/>
                                          </p:val>
                                        </p:tav>
                                      </p:tavLst>
                                    </p:anim>
                                  </p:childTnLst>
                                </p:cTn>
                              </p:par>
                            </p:childTnLst>
                          </p:cTn>
                        </p:par>
                        <p:par>
                          <p:cTn id="62" fill="hold">
                            <p:stCondLst>
                              <p:cond delay="4000"/>
                            </p:stCondLst>
                            <p:childTnLst>
                              <p:par>
                                <p:cTn id="63" presetID="53" presetClass="entr" presetSubtype="0" fill="hold" nodeType="afterEffect">
                                  <p:childTnLst>
                                    <p:set>
                                      <p:cBhvr>
                                        <p:cTn id="64" dur="1" fill="hold">
                                          <p:stCondLst>
                                            <p:cond delay="0"/>
                                          </p:stCondLst>
                                        </p:cTn>
                                        <p:tgtEl>
                                          <p:spTgt spid="55"/>
                                        </p:tgtEl>
                                        <p:attrNameLst>
                                          <p:attrName>style.visibility</p:attrName>
                                        </p:attrNameLst>
                                      </p:cBhvr>
                                      <p:to>
                                        <p:strVal val="visible"/>
                                      </p:to>
                                    </p:set>
                                    <p:anim calcmode="lin" valueType="num">
                                      <p:cBhvr>
                                        <p:cTn id="65" dur="500" fill="hold"/>
                                        <p:tgtEl>
                                          <p:spTgt spid="55"/>
                                        </p:tgtEl>
                                        <p:attrNameLst>
                                          <p:attrName>ppt_w</p:attrName>
                                        </p:attrNameLst>
                                      </p:cBhvr>
                                      <p:tavLst>
                                        <p:tav tm="0">
                                          <p:val>
                                            <p:fltVal val="0"/>
                                          </p:val>
                                        </p:tav>
                                        <p:tav tm="100000">
                                          <p:val>
                                            <p:strVal val="#ppt_w"/>
                                          </p:val>
                                        </p:tav>
                                      </p:tavLst>
                                    </p:anim>
                                    <p:anim calcmode="lin" valueType="num">
                                      <p:cBhvr>
                                        <p:cTn id="66" dur="500" fill="hold"/>
                                        <p:tgtEl>
                                          <p:spTgt spid="55"/>
                                        </p:tgtEl>
                                        <p:attrNameLst>
                                          <p:attrName>ppt_h</p:attrName>
                                        </p:attrNameLst>
                                      </p:cBhvr>
                                      <p:tavLst>
                                        <p:tav tm="0">
                                          <p:val>
                                            <p:fltVal val="0"/>
                                          </p:val>
                                        </p:tav>
                                        <p:tav tm="100000">
                                          <p:val>
                                            <p:strVal val="#ppt_h"/>
                                          </p:val>
                                        </p:tav>
                                      </p:tavLst>
                                    </p:anim>
                                    <p:animEffect transition="in" filter="fade">
                                      <p:cBhvr>
                                        <p:cTn id="67" dur="500"/>
                                        <p:tgtEl>
                                          <p:spTgt spid="55"/>
                                        </p:tgtEl>
                                      </p:cBhvr>
                                    </p:animEffect>
                                    <p:anim calcmode="lin" valueType="num">
                                      <p:cBhvr>
                                        <p:cTn id="68" dur="500" fill="hold"/>
                                        <p:tgtEl>
                                          <p:spTgt spid="55"/>
                                        </p:tgtEl>
                                        <p:attrNameLst>
                                          <p:attrName>ppt_x</p:attrName>
                                        </p:attrNameLst>
                                      </p:cBhvr>
                                      <p:tavLst>
                                        <p:tav tm="0">
                                          <p:val>
                                            <p:fltVal val="0.5"/>
                                          </p:val>
                                        </p:tav>
                                        <p:tav tm="100000">
                                          <p:val>
                                            <p:strVal val="#ppt_x"/>
                                          </p:val>
                                        </p:tav>
                                      </p:tavLst>
                                    </p:anim>
                                    <p:anim calcmode="lin" valueType="num">
                                      <p:cBhvr>
                                        <p:cTn id="69" dur="500" fill="hold"/>
                                        <p:tgtEl>
                                          <p:spTgt spid="55"/>
                                        </p:tgtEl>
                                        <p:attrNameLst>
                                          <p:attrName>ppt_y</p:attrName>
                                        </p:attrNameLst>
                                      </p:cBhvr>
                                      <p:tavLst>
                                        <p:tav tm="0">
                                          <p:val>
                                            <p:fltVal val="0.5"/>
                                          </p:val>
                                        </p:tav>
                                        <p:tav tm="100000">
                                          <p:val>
                                            <p:strVal val="#ppt_y"/>
                                          </p:val>
                                        </p:tav>
                                      </p:tavLst>
                                    </p:anim>
                                  </p:childTnLst>
                                </p:cTn>
                              </p:par>
                            </p:childTnLst>
                          </p:cTn>
                        </p:par>
                        <p:par>
                          <p:cTn id="70" fill="hold">
                            <p:stCondLst>
                              <p:cond delay="4500"/>
                            </p:stCondLst>
                            <p:childTnLst>
                              <p:par>
                                <p:cTn id="71" presetID="53" presetClass="entr" presetSubtype="0" fill="hold" nodeType="afterEffect">
                                  <p:childTnLst>
                                    <p:set>
                                      <p:cBhvr>
                                        <p:cTn id="72" dur="1" fill="hold">
                                          <p:stCondLst>
                                            <p:cond delay="0"/>
                                          </p:stCondLst>
                                        </p:cTn>
                                        <p:tgtEl>
                                          <p:spTgt spid="52"/>
                                        </p:tgtEl>
                                        <p:attrNameLst>
                                          <p:attrName>style.visibility</p:attrName>
                                        </p:attrNameLst>
                                      </p:cBhvr>
                                      <p:to>
                                        <p:strVal val="visible"/>
                                      </p:to>
                                    </p:set>
                                    <p:anim calcmode="lin" valueType="num">
                                      <p:cBhvr>
                                        <p:cTn id="73" dur="500" fill="hold"/>
                                        <p:tgtEl>
                                          <p:spTgt spid="52"/>
                                        </p:tgtEl>
                                        <p:attrNameLst>
                                          <p:attrName>ppt_w</p:attrName>
                                        </p:attrNameLst>
                                      </p:cBhvr>
                                      <p:tavLst>
                                        <p:tav tm="0">
                                          <p:val>
                                            <p:fltVal val="0"/>
                                          </p:val>
                                        </p:tav>
                                        <p:tav tm="100000">
                                          <p:val>
                                            <p:strVal val="#ppt_w"/>
                                          </p:val>
                                        </p:tav>
                                      </p:tavLst>
                                    </p:anim>
                                    <p:anim calcmode="lin" valueType="num">
                                      <p:cBhvr>
                                        <p:cTn id="74" dur="500" fill="hold"/>
                                        <p:tgtEl>
                                          <p:spTgt spid="52"/>
                                        </p:tgtEl>
                                        <p:attrNameLst>
                                          <p:attrName>ppt_h</p:attrName>
                                        </p:attrNameLst>
                                      </p:cBhvr>
                                      <p:tavLst>
                                        <p:tav tm="0">
                                          <p:val>
                                            <p:fltVal val="0"/>
                                          </p:val>
                                        </p:tav>
                                        <p:tav tm="100000">
                                          <p:val>
                                            <p:strVal val="#ppt_h"/>
                                          </p:val>
                                        </p:tav>
                                      </p:tavLst>
                                    </p:anim>
                                    <p:animEffect transition="in" filter="fade">
                                      <p:cBhvr>
                                        <p:cTn id="75" dur="500"/>
                                        <p:tgtEl>
                                          <p:spTgt spid="52"/>
                                        </p:tgtEl>
                                      </p:cBhvr>
                                    </p:animEffect>
                                    <p:anim calcmode="lin" valueType="num">
                                      <p:cBhvr>
                                        <p:cTn id="76" dur="500" fill="hold"/>
                                        <p:tgtEl>
                                          <p:spTgt spid="52"/>
                                        </p:tgtEl>
                                        <p:attrNameLst>
                                          <p:attrName>ppt_x</p:attrName>
                                        </p:attrNameLst>
                                      </p:cBhvr>
                                      <p:tavLst>
                                        <p:tav tm="0">
                                          <p:val>
                                            <p:fltVal val="0.5"/>
                                          </p:val>
                                        </p:tav>
                                        <p:tav tm="100000">
                                          <p:val>
                                            <p:strVal val="#ppt_x"/>
                                          </p:val>
                                        </p:tav>
                                      </p:tavLst>
                                    </p:anim>
                                    <p:anim calcmode="lin" valueType="num">
                                      <p:cBhvr>
                                        <p:cTn id="77" dur="500" fill="hold"/>
                                        <p:tgtEl>
                                          <p:spTgt spid="52"/>
                                        </p:tgtEl>
                                        <p:attrNameLst>
                                          <p:attrName>ppt_y</p:attrName>
                                        </p:attrNameLst>
                                      </p:cBhvr>
                                      <p:tavLst>
                                        <p:tav tm="0">
                                          <p:val>
                                            <p:fltVal val="0.5"/>
                                          </p:val>
                                        </p:tav>
                                        <p:tav tm="100000">
                                          <p:val>
                                            <p:strVal val="#ppt_y"/>
                                          </p:val>
                                        </p:tav>
                                      </p:tavLst>
                                    </p:anim>
                                  </p:childTnLst>
                                </p:cTn>
                              </p:par>
                            </p:childTnLst>
                          </p:cTn>
                        </p:par>
                        <p:par>
                          <p:cTn id="78" fill="hold">
                            <p:stCondLst>
                              <p:cond delay="5000"/>
                            </p:stCondLst>
                            <p:childTnLst>
                              <p:par>
                                <p:cTn id="79" presetID="53" presetClass="entr" presetSubtype="0" fill="hold" nodeType="afterEffect">
                                  <p:childTnLst>
                                    <p:set>
                                      <p:cBhvr>
                                        <p:cTn id="80" dur="1" fill="hold">
                                          <p:stCondLst>
                                            <p:cond delay="0"/>
                                          </p:stCondLst>
                                        </p:cTn>
                                        <p:tgtEl>
                                          <p:spTgt spid="61"/>
                                        </p:tgtEl>
                                        <p:attrNameLst>
                                          <p:attrName>style.visibility</p:attrName>
                                        </p:attrNameLst>
                                      </p:cBhvr>
                                      <p:to>
                                        <p:strVal val="visible"/>
                                      </p:to>
                                    </p:set>
                                    <p:anim calcmode="lin" valueType="num">
                                      <p:cBhvr>
                                        <p:cTn id="81" dur="500" fill="hold"/>
                                        <p:tgtEl>
                                          <p:spTgt spid="61"/>
                                        </p:tgtEl>
                                        <p:attrNameLst>
                                          <p:attrName>ppt_w</p:attrName>
                                        </p:attrNameLst>
                                      </p:cBhvr>
                                      <p:tavLst>
                                        <p:tav tm="0">
                                          <p:val>
                                            <p:fltVal val="0"/>
                                          </p:val>
                                        </p:tav>
                                        <p:tav tm="100000">
                                          <p:val>
                                            <p:strVal val="#ppt_w"/>
                                          </p:val>
                                        </p:tav>
                                      </p:tavLst>
                                    </p:anim>
                                    <p:anim calcmode="lin" valueType="num">
                                      <p:cBhvr>
                                        <p:cTn id="82" dur="500" fill="hold"/>
                                        <p:tgtEl>
                                          <p:spTgt spid="61"/>
                                        </p:tgtEl>
                                        <p:attrNameLst>
                                          <p:attrName>ppt_h</p:attrName>
                                        </p:attrNameLst>
                                      </p:cBhvr>
                                      <p:tavLst>
                                        <p:tav tm="0">
                                          <p:val>
                                            <p:fltVal val="0"/>
                                          </p:val>
                                        </p:tav>
                                        <p:tav tm="100000">
                                          <p:val>
                                            <p:strVal val="#ppt_h"/>
                                          </p:val>
                                        </p:tav>
                                      </p:tavLst>
                                    </p:anim>
                                    <p:animEffect transition="in" filter="fade">
                                      <p:cBhvr>
                                        <p:cTn id="83" dur="500"/>
                                        <p:tgtEl>
                                          <p:spTgt spid="61"/>
                                        </p:tgtEl>
                                      </p:cBhvr>
                                    </p:animEffect>
                                    <p:anim calcmode="lin" valueType="num">
                                      <p:cBhvr>
                                        <p:cTn id="84" dur="500" fill="hold"/>
                                        <p:tgtEl>
                                          <p:spTgt spid="61"/>
                                        </p:tgtEl>
                                        <p:attrNameLst>
                                          <p:attrName>ppt_x</p:attrName>
                                        </p:attrNameLst>
                                      </p:cBhvr>
                                      <p:tavLst>
                                        <p:tav tm="0">
                                          <p:val>
                                            <p:fltVal val="0.5"/>
                                          </p:val>
                                        </p:tav>
                                        <p:tav tm="100000">
                                          <p:val>
                                            <p:strVal val="#ppt_x"/>
                                          </p:val>
                                        </p:tav>
                                      </p:tavLst>
                                    </p:anim>
                                    <p:anim calcmode="lin" valueType="num">
                                      <p:cBhvr>
                                        <p:cTn id="85" dur="500" fill="hold"/>
                                        <p:tgtEl>
                                          <p:spTgt spid="61"/>
                                        </p:tgtEl>
                                        <p:attrNameLst>
                                          <p:attrName>ppt_y</p:attrName>
                                        </p:attrNameLst>
                                      </p:cBhvr>
                                      <p:tavLst>
                                        <p:tav tm="0">
                                          <p:val>
                                            <p:fltVal val="0.5"/>
                                          </p:val>
                                        </p:tav>
                                        <p:tav tm="100000">
                                          <p:val>
                                            <p:strVal val="#ppt_y"/>
                                          </p:val>
                                        </p:tav>
                                      </p:tavLst>
                                    </p:anim>
                                  </p:childTnLst>
                                </p:cTn>
                              </p:par>
                            </p:childTnLst>
                          </p:cTn>
                        </p:par>
                        <p:par>
                          <p:cTn id="86" fill="hold">
                            <p:stCondLst>
                              <p:cond delay="5500"/>
                            </p:stCondLst>
                            <p:childTnLst>
                              <p:par>
                                <p:cTn id="87" presetID="53" presetClass="entr" presetSubtype="0" fill="hold" nodeType="afterEffect">
                                  <p:childTnLst>
                                    <p:set>
                                      <p:cBhvr>
                                        <p:cTn id="88" dur="1" fill="hold">
                                          <p:stCondLst>
                                            <p:cond delay="0"/>
                                          </p:stCondLst>
                                        </p:cTn>
                                        <p:tgtEl>
                                          <p:spTgt spid="49"/>
                                        </p:tgtEl>
                                        <p:attrNameLst>
                                          <p:attrName>style.visibility</p:attrName>
                                        </p:attrNameLst>
                                      </p:cBhvr>
                                      <p:to>
                                        <p:strVal val="visible"/>
                                      </p:to>
                                    </p:set>
                                    <p:anim calcmode="lin" valueType="num">
                                      <p:cBhvr>
                                        <p:cTn id="89" dur="500" fill="hold"/>
                                        <p:tgtEl>
                                          <p:spTgt spid="49"/>
                                        </p:tgtEl>
                                        <p:attrNameLst>
                                          <p:attrName>ppt_w</p:attrName>
                                        </p:attrNameLst>
                                      </p:cBhvr>
                                      <p:tavLst>
                                        <p:tav tm="0">
                                          <p:val>
                                            <p:fltVal val="0"/>
                                          </p:val>
                                        </p:tav>
                                        <p:tav tm="100000">
                                          <p:val>
                                            <p:strVal val="#ppt_w"/>
                                          </p:val>
                                        </p:tav>
                                      </p:tavLst>
                                    </p:anim>
                                    <p:anim calcmode="lin" valueType="num">
                                      <p:cBhvr>
                                        <p:cTn id="90" dur="500" fill="hold"/>
                                        <p:tgtEl>
                                          <p:spTgt spid="49"/>
                                        </p:tgtEl>
                                        <p:attrNameLst>
                                          <p:attrName>ppt_h</p:attrName>
                                        </p:attrNameLst>
                                      </p:cBhvr>
                                      <p:tavLst>
                                        <p:tav tm="0">
                                          <p:val>
                                            <p:fltVal val="0"/>
                                          </p:val>
                                        </p:tav>
                                        <p:tav tm="100000">
                                          <p:val>
                                            <p:strVal val="#ppt_h"/>
                                          </p:val>
                                        </p:tav>
                                      </p:tavLst>
                                    </p:anim>
                                    <p:animEffect transition="in" filter="fade">
                                      <p:cBhvr>
                                        <p:cTn id="91" dur="500"/>
                                        <p:tgtEl>
                                          <p:spTgt spid="49"/>
                                        </p:tgtEl>
                                      </p:cBhvr>
                                    </p:animEffect>
                                    <p:anim calcmode="lin" valueType="num">
                                      <p:cBhvr>
                                        <p:cTn id="92" dur="500" fill="hold"/>
                                        <p:tgtEl>
                                          <p:spTgt spid="49"/>
                                        </p:tgtEl>
                                        <p:attrNameLst>
                                          <p:attrName>ppt_x</p:attrName>
                                        </p:attrNameLst>
                                      </p:cBhvr>
                                      <p:tavLst>
                                        <p:tav tm="0">
                                          <p:val>
                                            <p:fltVal val="0.5"/>
                                          </p:val>
                                        </p:tav>
                                        <p:tav tm="100000">
                                          <p:val>
                                            <p:strVal val="#ppt_x"/>
                                          </p:val>
                                        </p:tav>
                                      </p:tavLst>
                                    </p:anim>
                                    <p:anim calcmode="lin" valueType="num">
                                      <p:cBhvr>
                                        <p:cTn id="93" dur="500" fill="hold"/>
                                        <p:tgtEl>
                                          <p:spTgt spid="49"/>
                                        </p:tgtEl>
                                        <p:attrNameLst>
                                          <p:attrName>ppt_y</p:attrName>
                                        </p:attrNameLst>
                                      </p:cBhvr>
                                      <p:tavLst>
                                        <p:tav tm="0">
                                          <p:val>
                                            <p:fltVal val="0.5"/>
                                          </p:val>
                                        </p:tav>
                                        <p:tav tm="100000">
                                          <p:val>
                                            <p:strVal val="#ppt_y"/>
                                          </p:val>
                                        </p:tav>
                                      </p:tavLst>
                                    </p:anim>
                                  </p:childTnLst>
                                </p:cTn>
                              </p:par>
                            </p:childTnLst>
                          </p:cTn>
                        </p:par>
                        <p:par>
                          <p:cTn id="94" fill="hold">
                            <p:stCondLst>
                              <p:cond delay="6000"/>
                            </p:stCondLst>
                            <p:childTnLst>
                              <p:par>
                                <p:cTn id="95" presetID="53" presetClass="entr" presetSubtype="0" fill="hold" nodeType="afterEffect">
                                  <p:childTnLst>
                                    <p:set>
                                      <p:cBhvr>
                                        <p:cTn id="96" dur="1" fill="hold">
                                          <p:stCondLst>
                                            <p:cond delay="0"/>
                                          </p:stCondLst>
                                        </p:cTn>
                                        <p:tgtEl>
                                          <p:spTgt spid="58"/>
                                        </p:tgtEl>
                                        <p:attrNameLst>
                                          <p:attrName>style.visibility</p:attrName>
                                        </p:attrNameLst>
                                      </p:cBhvr>
                                      <p:to>
                                        <p:strVal val="visible"/>
                                      </p:to>
                                    </p:set>
                                    <p:anim calcmode="lin" valueType="num">
                                      <p:cBhvr>
                                        <p:cTn id="97" dur="500" fill="hold"/>
                                        <p:tgtEl>
                                          <p:spTgt spid="58"/>
                                        </p:tgtEl>
                                        <p:attrNameLst>
                                          <p:attrName>ppt_w</p:attrName>
                                        </p:attrNameLst>
                                      </p:cBhvr>
                                      <p:tavLst>
                                        <p:tav tm="0">
                                          <p:val>
                                            <p:fltVal val="0"/>
                                          </p:val>
                                        </p:tav>
                                        <p:tav tm="100000">
                                          <p:val>
                                            <p:strVal val="#ppt_w"/>
                                          </p:val>
                                        </p:tav>
                                      </p:tavLst>
                                    </p:anim>
                                    <p:anim calcmode="lin" valueType="num">
                                      <p:cBhvr>
                                        <p:cTn id="98" dur="500" fill="hold"/>
                                        <p:tgtEl>
                                          <p:spTgt spid="58"/>
                                        </p:tgtEl>
                                        <p:attrNameLst>
                                          <p:attrName>ppt_h</p:attrName>
                                        </p:attrNameLst>
                                      </p:cBhvr>
                                      <p:tavLst>
                                        <p:tav tm="0">
                                          <p:val>
                                            <p:fltVal val="0"/>
                                          </p:val>
                                        </p:tav>
                                        <p:tav tm="100000">
                                          <p:val>
                                            <p:strVal val="#ppt_h"/>
                                          </p:val>
                                        </p:tav>
                                      </p:tavLst>
                                    </p:anim>
                                    <p:animEffect transition="in" filter="fade">
                                      <p:cBhvr>
                                        <p:cTn id="99" dur="500"/>
                                        <p:tgtEl>
                                          <p:spTgt spid="58"/>
                                        </p:tgtEl>
                                      </p:cBhvr>
                                    </p:animEffect>
                                    <p:anim calcmode="lin" valueType="num">
                                      <p:cBhvr>
                                        <p:cTn id="100" dur="500" fill="hold"/>
                                        <p:tgtEl>
                                          <p:spTgt spid="58"/>
                                        </p:tgtEl>
                                        <p:attrNameLst>
                                          <p:attrName>ppt_x</p:attrName>
                                        </p:attrNameLst>
                                      </p:cBhvr>
                                      <p:tavLst>
                                        <p:tav tm="0">
                                          <p:val>
                                            <p:fltVal val="0.5"/>
                                          </p:val>
                                        </p:tav>
                                        <p:tav tm="100000">
                                          <p:val>
                                            <p:strVal val="#ppt_x"/>
                                          </p:val>
                                        </p:tav>
                                      </p:tavLst>
                                    </p:anim>
                                    <p:anim calcmode="lin" valueType="num">
                                      <p:cBhvr>
                                        <p:cTn id="101" dur="500" fill="hold"/>
                                        <p:tgtEl>
                                          <p:spTgt spid="58"/>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经营理念</a:t>
            </a:r>
          </a:p>
        </p:txBody>
      </p:sp>
      <p:grpSp>
        <p:nvGrpSpPr>
          <p:cNvPr id="15" name="千图PPT彼岸天：ID 8661124库_组合 1">
            <a:extLst>
              <a:ext uri="{FF2B5EF4-FFF2-40B4-BE49-F238E27FC236}">
                <a16:creationId xmlns:a16="http://schemas.microsoft.com/office/drawing/2014/main" id="{19F87656-0C03-4854-BE46-90324354770C}"/>
              </a:ext>
            </a:extLst>
          </p:cNvPr>
          <p:cNvGrpSpPr/>
          <p:nvPr>
            <p:custDataLst>
              <p:tags r:id="rId1"/>
            </p:custDataLst>
          </p:nvPr>
        </p:nvGrpSpPr>
        <p:grpSpPr>
          <a:xfrm>
            <a:off x="1168692" y="1736812"/>
            <a:ext cx="2984629" cy="1569803"/>
            <a:chOff x="1168692" y="1736812"/>
            <a:chExt cx="2984629" cy="1569803"/>
          </a:xfrm>
        </p:grpSpPr>
        <p:sp>
          <p:nvSpPr>
            <p:cNvPr id="16" name="六边形 15">
              <a:extLst>
                <a:ext uri="{FF2B5EF4-FFF2-40B4-BE49-F238E27FC236}">
                  <a16:creationId xmlns:a16="http://schemas.microsoft.com/office/drawing/2014/main" id="{9111B41F-C498-47AD-B4F9-20BDBBD86184}"/>
                </a:ext>
              </a:extLst>
            </p:cNvPr>
            <p:cNvSpPr/>
            <p:nvPr/>
          </p:nvSpPr>
          <p:spPr>
            <a:xfrm>
              <a:off x="2256830" y="1736812"/>
              <a:ext cx="808352" cy="689955"/>
            </a:xfrm>
            <a:prstGeom prst="hexagon">
              <a:avLst/>
            </a:prstGeom>
            <a:solidFill>
              <a:schemeClr val="accent1"/>
            </a:solidFill>
            <a:ln w="12700">
              <a:solidFill>
                <a:schemeClr val="bg1">
                  <a:lumMod val="75000"/>
                </a:schemeClr>
              </a:solidFill>
              <a:headEnd type="oval" w="med" len="med"/>
              <a:tailEnd type="oval" w="med" len="med"/>
            </a:ln>
            <a:effectLst>
              <a:outerShdw blurRad="76200" dir="18900000" sy="23000" kx="-1200000" algn="b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txBody>
            <a:bodyPr anchor="ctr">
              <a:normAutofit fontScale="92500" lnSpcReduction="10000"/>
            </a:bodyPr>
            <a:lstStyle/>
            <a:p>
              <a:pPr algn="ctr"/>
              <a:r>
                <a:rPr lang="en-US" sz="2800" b="1" spc="-150" dirty="0">
                  <a:solidFill>
                    <a:schemeClr val="bg1"/>
                  </a:solidFill>
                </a:rPr>
                <a:t>01</a:t>
              </a:r>
            </a:p>
          </p:txBody>
        </p:sp>
        <p:sp>
          <p:nvSpPr>
            <p:cNvPr id="17" name="文本框 5">
              <a:extLst>
                <a:ext uri="{FF2B5EF4-FFF2-40B4-BE49-F238E27FC236}">
                  <a16:creationId xmlns:a16="http://schemas.microsoft.com/office/drawing/2014/main" id="{30FD476A-96C8-4E77-9BDB-FF16636CB488}"/>
                </a:ext>
              </a:extLst>
            </p:cNvPr>
            <p:cNvSpPr txBox="1"/>
            <p:nvPr/>
          </p:nvSpPr>
          <p:spPr>
            <a:xfrm>
              <a:off x="1168692" y="2900350"/>
              <a:ext cx="2984629" cy="406265"/>
            </a:xfrm>
            <a:prstGeom prst="rect">
              <a:avLst/>
            </a:prstGeom>
            <a:noFill/>
          </p:spPr>
          <p:txBody>
            <a:bodyPr wrap="square" lIns="0" tIns="0" rIns="0" bIns="0">
              <a:normAutofit/>
            </a:bodyPr>
            <a:lstStyle/>
            <a:p>
              <a:pPr algn="ctr">
                <a:lnSpc>
                  <a:spcPct val="120000"/>
                </a:lnSpc>
              </a:pPr>
              <a:r>
                <a:rPr lang="zh-CN" altLang="en-US" sz="1100"/>
                <a:t>请替换文字内容复制你的内容到此</a:t>
              </a:r>
              <a:br>
                <a:rPr lang="zh-CN" altLang="en-US" sz="1100"/>
              </a:br>
              <a:endParaRPr lang="zh-CN" altLang="en-US" sz="1100"/>
            </a:p>
          </p:txBody>
        </p:sp>
        <p:sp>
          <p:nvSpPr>
            <p:cNvPr id="18" name="文本框 6">
              <a:extLst>
                <a:ext uri="{FF2B5EF4-FFF2-40B4-BE49-F238E27FC236}">
                  <a16:creationId xmlns:a16="http://schemas.microsoft.com/office/drawing/2014/main" id="{ABB547F8-7AAB-4E60-81CA-B261DD669AD8}"/>
                </a:ext>
              </a:extLst>
            </p:cNvPr>
            <p:cNvSpPr txBox="1"/>
            <p:nvPr/>
          </p:nvSpPr>
          <p:spPr>
            <a:xfrm>
              <a:off x="2045453" y="2543509"/>
              <a:ext cx="1231106" cy="246221"/>
            </a:xfrm>
            <a:prstGeom prst="rect">
              <a:avLst/>
            </a:prstGeom>
            <a:noFill/>
          </p:spPr>
          <p:txBody>
            <a:bodyPr wrap="none" lIns="0" tIns="0" rIns="0" bIns="0" anchor="ctr">
              <a:normAutofit/>
            </a:bodyPr>
            <a:lstStyle/>
            <a:p>
              <a:pPr algn="ctr"/>
              <a:r>
                <a:rPr lang="zh-CN" altLang="en-US" sz="1600" b="1">
                  <a:solidFill>
                    <a:schemeClr val="accent1"/>
                  </a:solidFill>
                </a:rPr>
                <a:t>输入标题文本</a:t>
              </a:r>
            </a:p>
          </p:txBody>
        </p:sp>
      </p:grpSp>
      <p:grpSp>
        <p:nvGrpSpPr>
          <p:cNvPr id="19" name="千图PPT彼岸天：ID 8661124库_组合 25">
            <a:extLst>
              <a:ext uri="{FF2B5EF4-FFF2-40B4-BE49-F238E27FC236}">
                <a16:creationId xmlns:a16="http://schemas.microsoft.com/office/drawing/2014/main" id="{6C88AFAB-49C7-4BE4-BCE3-A93C3E1AE5E9}"/>
              </a:ext>
            </a:extLst>
          </p:cNvPr>
          <p:cNvGrpSpPr/>
          <p:nvPr>
            <p:custDataLst>
              <p:tags r:id="rId2"/>
            </p:custDataLst>
          </p:nvPr>
        </p:nvGrpSpPr>
        <p:grpSpPr>
          <a:xfrm>
            <a:off x="4644053" y="1736812"/>
            <a:ext cx="2984629" cy="1569803"/>
            <a:chOff x="4644053" y="1736812"/>
            <a:chExt cx="2984629" cy="1569803"/>
          </a:xfrm>
        </p:grpSpPr>
        <p:sp>
          <p:nvSpPr>
            <p:cNvPr id="20" name="六边形 19">
              <a:extLst>
                <a:ext uri="{FF2B5EF4-FFF2-40B4-BE49-F238E27FC236}">
                  <a16:creationId xmlns:a16="http://schemas.microsoft.com/office/drawing/2014/main" id="{8C73FE4C-022B-412F-9DD5-D8175B93B638}"/>
                </a:ext>
              </a:extLst>
            </p:cNvPr>
            <p:cNvSpPr/>
            <p:nvPr/>
          </p:nvSpPr>
          <p:spPr>
            <a:xfrm>
              <a:off x="5732191" y="1736812"/>
              <a:ext cx="808352" cy="689955"/>
            </a:xfrm>
            <a:prstGeom prst="hexagon">
              <a:avLst/>
            </a:prstGeom>
            <a:solidFill>
              <a:schemeClr val="bg1"/>
            </a:solidFill>
            <a:ln w="12700">
              <a:solidFill>
                <a:schemeClr val="bg1">
                  <a:lumMod val="75000"/>
                </a:schemeClr>
              </a:solidFill>
              <a:headEnd type="oval" w="med" len="med"/>
              <a:tailEnd type="oval" w="med" len="med"/>
            </a:ln>
            <a:effectLst>
              <a:outerShdw blurRad="76200" dir="18900000" sy="23000" kx="-1200000" algn="b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txBody>
            <a:bodyPr wrap="none" anchor="ctr">
              <a:normAutofit/>
            </a:bodyPr>
            <a:lstStyle/>
            <a:p>
              <a:pPr algn="ctr"/>
              <a:r>
                <a:rPr lang="en-US" altLang="zh-CN" sz="2400" dirty="0"/>
                <a:t>02</a:t>
              </a:r>
            </a:p>
          </p:txBody>
        </p:sp>
        <p:sp>
          <p:nvSpPr>
            <p:cNvPr id="21" name="文本框 23">
              <a:extLst>
                <a:ext uri="{FF2B5EF4-FFF2-40B4-BE49-F238E27FC236}">
                  <a16:creationId xmlns:a16="http://schemas.microsoft.com/office/drawing/2014/main" id="{4C8B1B30-4665-43AE-9007-CDEEE5858C98}"/>
                </a:ext>
              </a:extLst>
            </p:cNvPr>
            <p:cNvSpPr txBox="1"/>
            <p:nvPr/>
          </p:nvSpPr>
          <p:spPr>
            <a:xfrm>
              <a:off x="4644053" y="2900350"/>
              <a:ext cx="2984629" cy="406265"/>
            </a:xfrm>
            <a:prstGeom prst="rect">
              <a:avLst/>
            </a:prstGeom>
            <a:noFill/>
          </p:spPr>
          <p:txBody>
            <a:bodyPr wrap="square" lIns="0" tIns="0" rIns="0" bIns="0">
              <a:normAutofit/>
            </a:bodyPr>
            <a:lstStyle/>
            <a:p>
              <a:pPr algn="ctr">
                <a:lnSpc>
                  <a:spcPct val="120000"/>
                </a:lnSpc>
              </a:pPr>
              <a:r>
                <a:rPr lang="zh-CN" altLang="en-US" sz="1100"/>
                <a:t>请替换文字内容复制你的内容到此</a:t>
              </a:r>
              <a:br>
                <a:rPr lang="zh-CN" altLang="en-US" sz="1100"/>
              </a:br>
              <a:endParaRPr lang="zh-CN" altLang="en-US" sz="1100"/>
            </a:p>
          </p:txBody>
        </p:sp>
        <p:sp>
          <p:nvSpPr>
            <p:cNvPr id="22" name="文本框 24">
              <a:extLst>
                <a:ext uri="{FF2B5EF4-FFF2-40B4-BE49-F238E27FC236}">
                  <a16:creationId xmlns:a16="http://schemas.microsoft.com/office/drawing/2014/main" id="{2064169C-F39C-40DF-9760-5BC9B4154259}"/>
                </a:ext>
              </a:extLst>
            </p:cNvPr>
            <p:cNvSpPr txBox="1"/>
            <p:nvPr/>
          </p:nvSpPr>
          <p:spPr>
            <a:xfrm>
              <a:off x="5520814" y="2543509"/>
              <a:ext cx="1231106" cy="246221"/>
            </a:xfrm>
            <a:prstGeom prst="rect">
              <a:avLst/>
            </a:prstGeom>
            <a:noFill/>
          </p:spPr>
          <p:txBody>
            <a:bodyPr wrap="none" lIns="0" tIns="0" rIns="0" bIns="0" anchor="ctr">
              <a:normAutofit/>
            </a:bodyPr>
            <a:lstStyle/>
            <a:p>
              <a:pPr algn="ctr"/>
              <a:r>
                <a:rPr lang="zh-CN" altLang="en-US" sz="1600" b="1"/>
                <a:t>输入标题文本</a:t>
              </a:r>
            </a:p>
          </p:txBody>
        </p:sp>
      </p:grpSp>
      <p:grpSp>
        <p:nvGrpSpPr>
          <p:cNvPr id="23" name="千图PPT彼岸天：ID 8661124库_组合 26">
            <a:extLst>
              <a:ext uri="{FF2B5EF4-FFF2-40B4-BE49-F238E27FC236}">
                <a16:creationId xmlns:a16="http://schemas.microsoft.com/office/drawing/2014/main" id="{12F53523-62F4-49E7-9E5F-DCB2AEDDA9EC}"/>
              </a:ext>
            </a:extLst>
          </p:cNvPr>
          <p:cNvGrpSpPr/>
          <p:nvPr>
            <p:custDataLst>
              <p:tags r:id="rId3"/>
            </p:custDataLst>
          </p:nvPr>
        </p:nvGrpSpPr>
        <p:grpSpPr>
          <a:xfrm>
            <a:off x="7976475" y="1736812"/>
            <a:ext cx="2984629" cy="1569803"/>
            <a:chOff x="7976475" y="1736812"/>
            <a:chExt cx="2984629" cy="1569803"/>
          </a:xfrm>
        </p:grpSpPr>
        <p:sp>
          <p:nvSpPr>
            <p:cNvPr id="24" name="六边形 23">
              <a:extLst>
                <a:ext uri="{FF2B5EF4-FFF2-40B4-BE49-F238E27FC236}">
                  <a16:creationId xmlns:a16="http://schemas.microsoft.com/office/drawing/2014/main" id="{12AB7E6F-1977-456A-9CD2-48DDB93CB86E}"/>
                </a:ext>
              </a:extLst>
            </p:cNvPr>
            <p:cNvSpPr/>
            <p:nvPr/>
          </p:nvSpPr>
          <p:spPr>
            <a:xfrm>
              <a:off x="9064613" y="1736812"/>
              <a:ext cx="808352" cy="689955"/>
            </a:xfrm>
            <a:prstGeom prst="hexagon">
              <a:avLst/>
            </a:prstGeom>
            <a:solidFill>
              <a:schemeClr val="bg1"/>
            </a:solidFill>
            <a:ln w="12700">
              <a:solidFill>
                <a:schemeClr val="bg1">
                  <a:lumMod val="75000"/>
                </a:schemeClr>
              </a:solidFill>
              <a:headEnd type="oval" w="med" len="med"/>
              <a:tailEnd type="oval" w="med" len="med"/>
            </a:ln>
            <a:effectLst>
              <a:outerShdw blurRad="76200" dir="18900000" sy="23000" kx="-1200000" algn="b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txBody>
            <a:bodyPr wrap="none" anchor="ctr">
              <a:normAutofit/>
            </a:bodyPr>
            <a:lstStyle/>
            <a:p>
              <a:pPr algn="ctr"/>
              <a:r>
                <a:rPr lang="en-US" altLang="zh-CN" sz="2400" dirty="0"/>
                <a:t>03</a:t>
              </a:r>
            </a:p>
          </p:txBody>
        </p:sp>
        <p:sp>
          <p:nvSpPr>
            <p:cNvPr id="25" name="文本框 26">
              <a:extLst>
                <a:ext uri="{FF2B5EF4-FFF2-40B4-BE49-F238E27FC236}">
                  <a16:creationId xmlns:a16="http://schemas.microsoft.com/office/drawing/2014/main" id="{DC3B12C8-629E-4127-BEB6-0EF5A89C49C9}"/>
                </a:ext>
              </a:extLst>
            </p:cNvPr>
            <p:cNvSpPr txBox="1"/>
            <p:nvPr/>
          </p:nvSpPr>
          <p:spPr>
            <a:xfrm>
              <a:off x="7976475" y="2900350"/>
              <a:ext cx="2984629" cy="406265"/>
            </a:xfrm>
            <a:prstGeom prst="rect">
              <a:avLst/>
            </a:prstGeom>
            <a:noFill/>
          </p:spPr>
          <p:txBody>
            <a:bodyPr wrap="square" lIns="0" tIns="0" rIns="0" bIns="0">
              <a:normAutofit/>
            </a:bodyPr>
            <a:lstStyle/>
            <a:p>
              <a:pPr algn="ctr">
                <a:lnSpc>
                  <a:spcPct val="120000"/>
                </a:lnSpc>
              </a:pPr>
              <a:r>
                <a:rPr lang="zh-CN" altLang="en-US" sz="1100"/>
                <a:t>请替换文字内容复制你的内容到此</a:t>
              </a:r>
              <a:br>
                <a:rPr lang="zh-CN" altLang="en-US" sz="1100"/>
              </a:br>
              <a:endParaRPr lang="zh-CN" altLang="en-US" sz="1100"/>
            </a:p>
          </p:txBody>
        </p:sp>
        <p:sp>
          <p:nvSpPr>
            <p:cNvPr id="26" name="文本框 27">
              <a:extLst>
                <a:ext uri="{FF2B5EF4-FFF2-40B4-BE49-F238E27FC236}">
                  <a16:creationId xmlns:a16="http://schemas.microsoft.com/office/drawing/2014/main" id="{22ADD9A6-8BD0-4CE9-87AE-08DD830E7B48}"/>
                </a:ext>
              </a:extLst>
            </p:cNvPr>
            <p:cNvSpPr txBox="1"/>
            <p:nvPr/>
          </p:nvSpPr>
          <p:spPr>
            <a:xfrm>
              <a:off x="8853236" y="2543509"/>
              <a:ext cx="1231106" cy="246221"/>
            </a:xfrm>
            <a:prstGeom prst="rect">
              <a:avLst/>
            </a:prstGeom>
            <a:noFill/>
          </p:spPr>
          <p:txBody>
            <a:bodyPr wrap="none" lIns="0" tIns="0" rIns="0" bIns="0" anchor="ctr">
              <a:normAutofit/>
            </a:bodyPr>
            <a:lstStyle/>
            <a:p>
              <a:pPr algn="ctr"/>
              <a:r>
                <a:rPr lang="zh-CN" altLang="en-US" sz="1600" b="1"/>
                <a:t>输入标题文本</a:t>
              </a:r>
            </a:p>
          </p:txBody>
        </p:sp>
      </p:grpSp>
      <p:grpSp>
        <p:nvGrpSpPr>
          <p:cNvPr id="27" name="千图PPT彼岸天：ID 8661124库_组合 31">
            <a:extLst>
              <a:ext uri="{FF2B5EF4-FFF2-40B4-BE49-F238E27FC236}">
                <a16:creationId xmlns:a16="http://schemas.microsoft.com/office/drawing/2014/main" id="{EAE30322-F2E1-42FE-8BA0-046AE7C70551}"/>
              </a:ext>
            </a:extLst>
          </p:cNvPr>
          <p:cNvGrpSpPr/>
          <p:nvPr>
            <p:custDataLst>
              <p:tags r:id="rId4"/>
            </p:custDataLst>
          </p:nvPr>
        </p:nvGrpSpPr>
        <p:grpSpPr>
          <a:xfrm>
            <a:off x="1168692" y="3971657"/>
            <a:ext cx="2984629" cy="1647924"/>
            <a:chOff x="1168692" y="3971657"/>
            <a:chExt cx="2984629" cy="1647924"/>
          </a:xfrm>
        </p:grpSpPr>
        <p:sp>
          <p:nvSpPr>
            <p:cNvPr id="28" name="六边形 27">
              <a:extLst>
                <a:ext uri="{FF2B5EF4-FFF2-40B4-BE49-F238E27FC236}">
                  <a16:creationId xmlns:a16="http://schemas.microsoft.com/office/drawing/2014/main" id="{6EBCA5D7-004F-4A7D-9787-131D47A081D1}"/>
                </a:ext>
              </a:extLst>
            </p:cNvPr>
            <p:cNvSpPr/>
            <p:nvPr/>
          </p:nvSpPr>
          <p:spPr>
            <a:xfrm>
              <a:off x="2256830" y="3971657"/>
              <a:ext cx="808352" cy="689955"/>
            </a:xfrm>
            <a:prstGeom prst="hexagon">
              <a:avLst/>
            </a:prstGeom>
            <a:solidFill>
              <a:schemeClr val="bg1"/>
            </a:solidFill>
            <a:ln w="12700">
              <a:solidFill>
                <a:schemeClr val="bg1">
                  <a:lumMod val="75000"/>
                </a:schemeClr>
              </a:solidFill>
              <a:headEnd type="oval" w="med" len="med"/>
              <a:tailEnd type="oval" w="med" len="med"/>
            </a:ln>
            <a:effectLst>
              <a:outerShdw blurRad="76200" dir="18900000" sy="23000" kx="-1200000" algn="b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txBody>
            <a:bodyPr wrap="none" anchor="ctr">
              <a:normAutofit/>
            </a:bodyPr>
            <a:lstStyle/>
            <a:p>
              <a:pPr algn="ctr"/>
              <a:r>
                <a:rPr lang="en-US" altLang="zh-CN" sz="2400" dirty="0"/>
                <a:t>06</a:t>
              </a:r>
            </a:p>
          </p:txBody>
        </p:sp>
        <p:sp>
          <p:nvSpPr>
            <p:cNvPr id="29" name="文本框 29">
              <a:extLst>
                <a:ext uri="{FF2B5EF4-FFF2-40B4-BE49-F238E27FC236}">
                  <a16:creationId xmlns:a16="http://schemas.microsoft.com/office/drawing/2014/main" id="{B14BA82C-8AD4-4967-A4F5-86CA8B6ECCAF}"/>
                </a:ext>
              </a:extLst>
            </p:cNvPr>
            <p:cNvSpPr txBox="1"/>
            <p:nvPr/>
          </p:nvSpPr>
          <p:spPr>
            <a:xfrm>
              <a:off x="1168692" y="5213316"/>
              <a:ext cx="2984629" cy="406265"/>
            </a:xfrm>
            <a:prstGeom prst="rect">
              <a:avLst/>
            </a:prstGeom>
            <a:noFill/>
          </p:spPr>
          <p:txBody>
            <a:bodyPr wrap="square" lIns="0" tIns="0" rIns="0" bIns="0">
              <a:normAutofit/>
            </a:bodyPr>
            <a:lstStyle/>
            <a:p>
              <a:pPr algn="ctr">
                <a:lnSpc>
                  <a:spcPct val="120000"/>
                </a:lnSpc>
              </a:pPr>
              <a:r>
                <a:rPr lang="zh-CN" altLang="en-US" sz="1100"/>
                <a:t>请替换文字内容复制你的内容到此</a:t>
              </a:r>
              <a:br>
                <a:rPr lang="zh-CN" altLang="en-US" sz="1100"/>
              </a:br>
              <a:endParaRPr lang="zh-CN" altLang="en-US" sz="1100"/>
            </a:p>
          </p:txBody>
        </p:sp>
        <p:sp>
          <p:nvSpPr>
            <p:cNvPr id="30" name="文本框 30">
              <a:extLst>
                <a:ext uri="{FF2B5EF4-FFF2-40B4-BE49-F238E27FC236}">
                  <a16:creationId xmlns:a16="http://schemas.microsoft.com/office/drawing/2014/main" id="{3EA0CA61-69EF-4304-8223-A978314F5C6F}"/>
                </a:ext>
              </a:extLst>
            </p:cNvPr>
            <p:cNvSpPr txBox="1"/>
            <p:nvPr/>
          </p:nvSpPr>
          <p:spPr>
            <a:xfrm>
              <a:off x="2045453" y="4856475"/>
              <a:ext cx="1231106" cy="246221"/>
            </a:xfrm>
            <a:prstGeom prst="rect">
              <a:avLst/>
            </a:prstGeom>
            <a:noFill/>
          </p:spPr>
          <p:txBody>
            <a:bodyPr wrap="none" lIns="0" tIns="0" rIns="0" bIns="0" anchor="ctr">
              <a:normAutofit/>
            </a:bodyPr>
            <a:lstStyle/>
            <a:p>
              <a:pPr algn="ctr"/>
              <a:r>
                <a:rPr lang="zh-CN" altLang="en-US" sz="1600" b="1"/>
                <a:t>输入标题文本</a:t>
              </a:r>
            </a:p>
          </p:txBody>
        </p:sp>
      </p:grpSp>
      <p:grpSp>
        <p:nvGrpSpPr>
          <p:cNvPr id="31" name="千图PPT彼岸天：ID 8661124库_组合 30">
            <a:extLst>
              <a:ext uri="{FF2B5EF4-FFF2-40B4-BE49-F238E27FC236}">
                <a16:creationId xmlns:a16="http://schemas.microsoft.com/office/drawing/2014/main" id="{F6C42CCE-FAAF-4DD4-9047-10FF5EE4840A}"/>
              </a:ext>
            </a:extLst>
          </p:cNvPr>
          <p:cNvGrpSpPr/>
          <p:nvPr>
            <p:custDataLst>
              <p:tags r:id="rId5"/>
            </p:custDataLst>
          </p:nvPr>
        </p:nvGrpSpPr>
        <p:grpSpPr>
          <a:xfrm>
            <a:off x="4644053" y="3971657"/>
            <a:ext cx="2984629" cy="1647924"/>
            <a:chOff x="4644053" y="3971657"/>
            <a:chExt cx="2984629" cy="1647924"/>
          </a:xfrm>
        </p:grpSpPr>
        <p:sp>
          <p:nvSpPr>
            <p:cNvPr id="32" name="六边形 31">
              <a:extLst>
                <a:ext uri="{FF2B5EF4-FFF2-40B4-BE49-F238E27FC236}">
                  <a16:creationId xmlns:a16="http://schemas.microsoft.com/office/drawing/2014/main" id="{EC9AB468-E026-4F8D-992E-647719A2FC7A}"/>
                </a:ext>
              </a:extLst>
            </p:cNvPr>
            <p:cNvSpPr/>
            <p:nvPr/>
          </p:nvSpPr>
          <p:spPr>
            <a:xfrm>
              <a:off x="5732191" y="3971657"/>
              <a:ext cx="808352" cy="689955"/>
            </a:xfrm>
            <a:prstGeom prst="hexagon">
              <a:avLst/>
            </a:prstGeom>
            <a:solidFill>
              <a:schemeClr val="bg1"/>
            </a:solidFill>
            <a:ln w="12700">
              <a:solidFill>
                <a:schemeClr val="bg1">
                  <a:lumMod val="75000"/>
                </a:schemeClr>
              </a:solidFill>
              <a:headEnd type="oval" w="med" len="med"/>
              <a:tailEnd type="oval" w="med" len="med"/>
            </a:ln>
            <a:effectLst>
              <a:outerShdw blurRad="76200" dir="18900000" sy="23000" kx="-1200000" algn="b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txBody>
            <a:bodyPr wrap="none" anchor="ctr">
              <a:normAutofit/>
            </a:bodyPr>
            <a:lstStyle/>
            <a:p>
              <a:pPr algn="ctr"/>
              <a:r>
                <a:rPr lang="en-US" altLang="zh-CN" sz="2400" dirty="0"/>
                <a:t>05</a:t>
              </a:r>
            </a:p>
          </p:txBody>
        </p:sp>
        <p:sp>
          <p:nvSpPr>
            <p:cNvPr id="33" name="文本框 32">
              <a:extLst>
                <a:ext uri="{FF2B5EF4-FFF2-40B4-BE49-F238E27FC236}">
                  <a16:creationId xmlns:a16="http://schemas.microsoft.com/office/drawing/2014/main" id="{CFAA5DE1-A56C-48E3-9F86-621EB591BBC3}"/>
                </a:ext>
              </a:extLst>
            </p:cNvPr>
            <p:cNvSpPr txBox="1"/>
            <p:nvPr/>
          </p:nvSpPr>
          <p:spPr>
            <a:xfrm>
              <a:off x="4644053" y="5213316"/>
              <a:ext cx="2984629" cy="406265"/>
            </a:xfrm>
            <a:prstGeom prst="rect">
              <a:avLst/>
            </a:prstGeom>
            <a:noFill/>
          </p:spPr>
          <p:txBody>
            <a:bodyPr wrap="square" lIns="0" tIns="0" rIns="0" bIns="0">
              <a:normAutofit/>
            </a:bodyPr>
            <a:lstStyle/>
            <a:p>
              <a:pPr algn="ctr">
                <a:lnSpc>
                  <a:spcPct val="120000"/>
                </a:lnSpc>
              </a:pPr>
              <a:r>
                <a:rPr lang="zh-CN" altLang="en-US" sz="1100"/>
                <a:t>请替换文字内容复制你的内容到此</a:t>
              </a:r>
              <a:br>
                <a:rPr lang="zh-CN" altLang="en-US" sz="1100"/>
              </a:br>
              <a:endParaRPr lang="zh-CN" altLang="en-US" sz="1100"/>
            </a:p>
          </p:txBody>
        </p:sp>
        <p:sp>
          <p:nvSpPr>
            <p:cNvPr id="34" name="文本框 33">
              <a:extLst>
                <a:ext uri="{FF2B5EF4-FFF2-40B4-BE49-F238E27FC236}">
                  <a16:creationId xmlns:a16="http://schemas.microsoft.com/office/drawing/2014/main" id="{6156908E-CF51-4957-97BA-3DD8AF44BB2F}"/>
                </a:ext>
              </a:extLst>
            </p:cNvPr>
            <p:cNvSpPr txBox="1"/>
            <p:nvPr/>
          </p:nvSpPr>
          <p:spPr>
            <a:xfrm>
              <a:off x="5520814" y="4856475"/>
              <a:ext cx="1231106" cy="246221"/>
            </a:xfrm>
            <a:prstGeom prst="rect">
              <a:avLst/>
            </a:prstGeom>
            <a:noFill/>
          </p:spPr>
          <p:txBody>
            <a:bodyPr wrap="none" lIns="0" tIns="0" rIns="0" bIns="0" anchor="ctr">
              <a:normAutofit/>
            </a:bodyPr>
            <a:lstStyle/>
            <a:p>
              <a:pPr algn="ctr"/>
              <a:r>
                <a:rPr lang="zh-CN" altLang="en-US" sz="1600" b="1"/>
                <a:t>输入标题文本</a:t>
              </a:r>
            </a:p>
          </p:txBody>
        </p:sp>
      </p:grpSp>
      <p:grpSp>
        <p:nvGrpSpPr>
          <p:cNvPr id="35" name="千图PPT彼岸天：ID 8661124库_组合 28">
            <a:extLst>
              <a:ext uri="{FF2B5EF4-FFF2-40B4-BE49-F238E27FC236}">
                <a16:creationId xmlns:a16="http://schemas.microsoft.com/office/drawing/2014/main" id="{CFA706CC-F194-4151-99BA-6845E99FB1DD}"/>
              </a:ext>
            </a:extLst>
          </p:cNvPr>
          <p:cNvGrpSpPr/>
          <p:nvPr>
            <p:custDataLst>
              <p:tags r:id="rId6"/>
            </p:custDataLst>
          </p:nvPr>
        </p:nvGrpSpPr>
        <p:grpSpPr>
          <a:xfrm>
            <a:off x="7976475" y="3971657"/>
            <a:ext cx="2984629" cy="1647924"/>
            <a:chOff x="7976475" y="3971657"/>
            <a:chExt cx="2984629" cy="1647924"/>
          </a:xfrm>
        </p:grpSpPr>
        <p:sp>
          <p:nvSpPr>
            <p:cNvPr id="36" name="六边形 35">
              <a:extLst>
                <a:ext uri="{FF2B5EF4-FFF2-40B4-BE49-F238E27FC236}">
                  <a16:creationId xmlns:a16="http://schemas.microsoft.com/office/drawing/2014/main" id="{BA94CE4C-CEE4-41BF-822F-79D54133D816}"/>
                </a:ext>
              </a:extLst>
            </p:cNvPr>
            <p:cNvSpPr/>
            <p:nvPr/>
          </p:nvSpPr>
          <p:spPr>
            <a:xfrm>
              <a:off x="9064613" y="3971657"/>
              <a:ext cx="808352" cy="689955"/>
            </a:xfrm>
            <a:prstGeom prst="hexagon">
              <a:avLst/>
            </a:prstGeom>
            <a:solidFill>
              <a:schemeClr val="bg1"/>
            </a:solidFill>
            <a:ln w="12700">
              <a:solidFill>
                <a:schemeClr val="bg1">
                  <a:lumMod val="75000"/>
                </a:schemeClr>
              </a:solidFill>
              <a:headEnd type="oval" w="med" len="med"/>
              <a:tailEnd type="oval" w="med" len="med"/>
            </a:ln>
            <a:effectLst>
              <a:outerShdw blurRad="76200" dir="18900000" sy="23000" kx="-1200000" algn="b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txBody>
            <a:bodyPr wrap="none" anchor="ctr">
              <a:normAutofit/>
            </a:bodyPr>
            <a:lstStyle/>
            <a:p>
              <a:pPr algn="ctr"/>
              <a:r>
                <a:rPr lang="en-US" altLang="zh-CN" sz="2400" dirty="0"/>
                <a:t>04</a:t>
              </a:r>
            </a:p>
          </p:txBody>
        </p:sp>
        <p:sp>
          <p:nvSpPr>
            <p:cNvPr id="37" name="文本框 35">
              <a:extLst>
                <a:ext uri="{FF2B5EF4-FFF2-40B4-BE49-F238E27FC236}">
                  <a16:creationId xmlns:a16="http://schemas.microsoft.com/office/drawing/2014/main" id="{113E7E49-C2B0-4BBC-AA01-577D53673489}"/>
                </a:ext>
              </a:extLst>
            </p:cNvPr>
            <p:cNvSpPr txBox="1"/>
            <p:nvPr/>
          </p:nvSpPr>
          <p:spPr>
            <a:xfrm>
              <a:off x="7976475" y="5213316"/>
              <a:ext cx="2984629" cy="406265"/>
            </a:xfrm>
            <a:prstGeom prst="rect">
              <a:avLst/>
            </a:prstGeom>
            <a:noFill/>
          </p:spPr>
          <p:txBody>
            <a:bodyPr wrap="square" lIns="0" tIns="0" rIns="0" bIns="0">
              <a:normAutofit/>
            </a:bodyPr>
            <a:lstStyle/>
            <a:p>
              <a:pPr algn="ctr">
                <a:lnSpc>
                  <a:spcPct val="120000"/>
                </a:lnSpc>
              </a:pPr>
              <a:r>
                <a:rPr lang="zh-CN" altLang="en-US" sz="1100"/>
                <a:t>请替换文字内容复制你的内容到此</a:t>
              </a:r>
              <a:br>
                <a:rPr lang="zh-CN" altLang="en-US" sz="1100"/>
              </a:br>
              <a:endParaRPr lang="zh-CN" altLang="en-US" sz="1100"/>
            </a:p>
          </p:txBody>
        </p:sp>
        <p:sp>
          <p:nvSpPr>
            <p:cNvPr id="38" name="文本框 36">
              <a:extLst>
                <a:ext uri="{FF2B5EF4-FFF2-40B4-BE49-F238E27FC236}">
                  <a16:creationId xmlns:a16="http://schemas.microsoft.com/office/drawing/2014/main" id="{5D7041C6-4CE1-45D4-A532-6A8B47E7AFE6}"/>
                </a:ext>
              </a:extLst>
            </p:cNvPr>
            <p:cNvSpPr txBox="1"/>
            <p:nvPr/>
          </p:nvSpPr>
          <p:spPr>
            <a:xfrm>
              <a:off x="8853236" y="4856475"/>
              <a:ext cx="1231106" cy="246221"/>
            </a:xfrm>
            <a:prstGeom prst="rect">
              <a:avLst/>
            </a:prstGeom>
            <a:noFill/>
          </p:spPr>
          <p:txBody>
            <a:bodyPr wrap="none" lIns="0" tIns="0" rIns="0" bIns="0" anchor="ctr">
              <a:normAutofit/>
            </a:bodyPr>
            <a:lstStyle/>
            <a:p>
              <a:pPr algn="ctr"/>
              <a:r>
                <a:rPr lang="zh-CN" altLang="en-US" sz="1600" b="1"/>
                <a:t>输入标题文本</a:t>
              </a:r>
            </a:p>
          </p:txBody>
        </p:sp>
      </p:grpSp>
      <p:grpSp>
        <p:nvGrpSpPr>
          <p:cNvPr id="39" name="千图PPT彼岸天：ID 8661124库_组合 33">
            <a:extLst>
              <a:ext uri="{FF2B5EF4-FFF2-40B4-BE49-F238E27FC236}">
                <a16:creationId xmlns:a16="http://schemas.microsoft.com/office/drawing/2014/main" id="{C674F1A1-8208-4D40-808D-8AC5EAD93871}"/>
              </a:ext>
            </a:extLst>
          </p:cNvPr>
          <p:cNvGrpSpPr/>
          <p:nvPr>
            <p:custDataLst>
              <p:tags r:id="rId7"/>
            </p:custDataLst>
          </p:nvPr>
        </p:nvGrpSpPr>
        <p:grpSpPr>
          <a:xfrm>
            <a:off x="3065182" y="4316635"/>
            <a:ext cx="5999431" cy="0"/>
            <a:chOff x="3065182" y="4316635"/>
            <a:chExt cx="5999431" cy="0"/>
          </a:xfrm>
        </p:grpSpPr>
        <p:cxnSp>
          <p:nvCxnSpPr>
            <p:cNvPr id="40" name="直接连接符 39">
              <a:extLst>
                <a:ext uri="{FF2B5EF4-FFF2-40B4-BE49-F238E27FC236}">
                  <a16:creationId xmlns:a16="http://schemas.microsoft.com/office/drawing/2014/main" id="{195ACAC3-BC9C-4D7A-BC2F-1645A7FD99ED}"/>
                </a:ext>
              </a:extLst>
            </p:cNvPr>
            <p:cNvCxnSpPr>
              <a:stCxn id="32" idx="0"/>
              <a:endCxn id="36" idx="3"/>
            </p:cNvCxnSpPr>
            <p:nvPr/>
          </p:nvCxnSpPr>
          <p:spPr>
            <a:xfrm>
              <a:off x="6540543" y="4316635"/>
              <a:ext cx="2524070" cy="0"/>
            </a:xfrm>
            <a:prstGeom prst="line">
              <a:avLst/>
            </a:prstGeom>
            <a:solidFill>
              <a:schemeClr val="bg1"/>
            </a:solidFill>
            <a:ln w="12700">
              <a:solidFill>
                <a:schemeClr val="bg1">
                  <a:lumMod val="75000"/>
                </a:schemeClr>
              </a:solidFill>
              <a:headEnd type="oval" w="med" len="med"/>
              <a:tailEnd type="oval" w="med" len="med"/>
            </a:ln>
            <a:effectLst>
              <a:outerShdw blurRad="76200" dir="18900000" sy="23000" kx="-1200000" algn="b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974B1E31-3E97-4652-94BA-67B08134577A}"/>
                </a:ext>
              </a:extLst>
            </p:cNvPr>
            <p:cNvCxnSpPr>
              <a:stCxn id="28" idx="0"/>
              <a:endCxn id="32" idx="3"/>
            </p:cNvCxnSpPr>
            <p:nvPr/>
          </p:nvCxnSpPr>
          <p:spPr>
            <a:xfrm>
              <a:off x="3065182" y="4316635"/>
              <a:ext cx="2667009" cy="0"/>
            </a:xfrm>
            <a:prstGeom prst="line">
              <a:avLst/>
            </a:prstGeom>
            <a:solidFill>
              <a:schemeClr val="bg1"/>
            </a:solidFill>
            <a:ln w="12700">
              <a:solidFill>
                <a:schemeClr val="bg1">
                  <a:lumMod val="75000"/>
                </a:schemeClr>
              </a:solidFill>
              <a:headEnd type="oval" w="med" len="med"/>
              <a:tailEnd type="oval" w="med" len="med"/>
            </a:ln>
            <a:effectLst>
              <a:outerShdw blurRad="76200" dir="18900000" sy="23000" kx="-1200000" algn="b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grpSp>
      <p:grpSp>
        <p:nvGrpSpPr>
          <p:cNvPr id="42" name="千图PPT彼岸天：ID 8661124库_组合 32">
            <a:extLst>
              <a:ext uri="{FF2B5EF4-FFF2-40B4-BE49-F238E27FC236}">
                <a16:creationId xmlns:a16="http://schemas.microsoft.com/office/drawing/2014/main" id="{B9C7F4C6-9A25-4CF1-8A70-928D97B6009D}"/>
              </a:ext>
            </a:extLst>
          </p:cNvPr>
          <p:cNvGrpSpPr/>
          <p:nvPr>
            <p:custDataLst>
              <p:tags r:id="rId8"/>
            </p:custDataLst>
          </p:nvPr>
        </p:nvGrpSpPr>
        <p:grpSpPr>
          <a:xfrm>
            <a:off x="3065182" y="2081790"/>
            <a:ext cx="5999431" cy="0"/>
            <a:chOff x="3065182" y="2081790"/>
            <a:chExt cx="5999431" cy="0"/>
          </a:xfrm>
        </p:grpSpPr>
        <p:cxnSp>
          <p:nvCxnSpPr>
            <p:cNvPr id="43" name="直接连接符 42">
              <a:extLst>
                <a:ext uri="{FF2B5EF4-FFF2-40B4-BE49-F238E27FC236}">
                  <a16:creationId xmlns:a16="http://schemas.microsoft.com/office/drawing/2014/main" id="{D5C326ED-563E-4AD2-AB4B-8A0AECC70FB6}"/>
                </a:ext>
              </a:extLst>
            </p:cNvPr>
            <p:cNvCxnSpPr>
              <a:stCxn id="20" idx="0"/>
              <a:endCxn id="24" idx="3"/>
            </p:cNvCxnSpPr>
            <p:nvPr/>
          </p:nvCxnSpPr>
          <p:spPr>
            <a:xfrm>
              <a:off x="6540543" y="2081790"/>
              <a:ext cx="2524070" cy="0"/>
            </a:xfrm>
            <a:prstGeom prst="line">
              <a:avLst/>
            </a:prstGeom>
            <a:solidFill>
              <a:schemeClr val="bg1"/>
            </a:solidFill>
            <a:ln w="12700">
              <a:solidFill>
                <a:schemeClr val="bg1">
                  <a:lumMod val="75000"/>
                </a:schemeClr>
              </a:solidFill>
              <a:headEnd type="oval" w="med" len="med"/>
              <a:tailEnd type="oval" w="med" len="med"/>
            </a:ln>
            <a:effectLst>
              <a:outerShdw blurRad="76200" dir="18900000" sy="23000" kx="-1200000" algn="b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52013CF9-435A-41CA-8329-2EA1005A1F65}"/>
                </a:ext>
              </a:extLst>
            </p:cNvPr>
            <p:cNvCxnSpPr>
              <a:stCxn id="16" idx="0"/>
              <a:endCxn id="20" idx="3"/>
            </p:cNvCxnSpPr>
            <p:nvPr/>
          </p:nvCxnSpPr>
          <p:spPr>
            <a:xfrm>
              <a:off x="3065182" y="2081790"/>
              <a:ext cx="2667009" cy="0"/>
            </a:xfrm>
            <a:prstGeom prst="line">
              <a:avLst/>
            </a:prstGeom>
            <a:solidFill>
              <a:schemeClr val="bg1"/>
            </a:solidFill>
            <a:ln w="12700">
              <a:solidFill>
                <a:schemeClr val="bg1">
                  <a:lumMod val="75000"/>
                </a:schemeClr>
              </a:solidFill>
              <a:headEnd type="oval" w="med" len="med"/>
              <a:tailEnd type="oval" w="med" len="med"/>
            </a:ln>
            <a:effectLst>
              <a:outerShdw blurRad="76200" dir="18900000" sy="23000" kx="-1200000" algn="b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0417075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anim calcmode="lin" valueType="num">
                                      <p:cBhvr>
                                        <p:cTn id="10" dur="500" fill="hold"/>
                                        <p:tgtEl>
                                          <p:spTgt spid="15"/>
                                        </p:tgtEl>
                                        <p:attrNameLst>
                                          <p:attrName>ppt_x</p:attrName>
                                        </p:attrNameLst>
                                      </p:cBhvr>
                                      <p:tavLst>
                                        <p:tav tm="0">
                                          <p:val>
                                            <p:fltVal val="0.5"/>
                                          </p:val>
                                        </p:tav>
                                        <p:tav tm="100000">
                                          <p:val>
                                            <p:strVal val="#ppt_x"/>
                                          </p:val>
                                        </p:tav>
                                      </p:tavLst>
                                    </p:anim>
                                    <p:anim calcmode="lin" valueType="num">
                                      <p:cBhvr>
                                        <p:cTn id="11" dur="500" fill="hold"/>
                                        <p:tgtEl>
                                          <p:spTgt spid="15"/>
                                        </p:tgtEl>
                                        <p:attrNameLst>
                                          <p:attrName>ppt_y</p:attrName>
                                        </p:attrNameLst>
                                      </p:cBhvr>
                                      <p:tavLst>
                                        <p:tav tm="0">
                                          <p:val>
                                            <p:fltVal val="0.5"/>
                                          </p:val>
                                        </p:tav>
                                        <p:tav tm="100000">
                                          <p:val>
                                            <p:strVal val="#ppt_y"/>
                                          </p:val>
                                        </p:tav>
                                      </p:tavLst>
                                    </p:anim>
                                  </p:childTnLst>
                                </p:cTn>
                              </p:par>
                            </p:childTnLst>
                          </p:cTn>
                        </p:par>
                        <p:par>
                          <p:cTn id="12" fill="hold">
                            <p:stCondLst>
                              <p:cond delay="500"/>
                            </p:stCondLst>
                            <p:childTnLst>
                              <p:par>
                                <p:cTn id="13" presetID="53" presetClass="entr" presetSubtype="0" fill="hold" nodeType="afterEffect">
                                  <p:childTnLst>
                                    <p:set>
                                      <p:cBhvr>
                                        <p:cTn id="14" dur="1" fill="hold">
                                          <p:stCondLst>
                                            <p:cond delay="0"/>
                                          </p:stCondLst>
                                        </p:cTn>
                                        <p:tgtEl>
                                          <p:spTgt spid="19"/>
                                        </p:tgtEl>
                                        <p:attrNameLst>
                                          <p:attrName>style.visibility</p:attrName>
                                        </p:attrNameLst>
                                      </p:cBhvr>
                                      <p:to>
                                        <p:strVal val="visible"/>
                                      </p:to>
                                    </p:set>
                                    <p:anim calcmode="lin" valueType="num">
                                      <p:cBhvr>
                                        <p:cTn id="15" dur="500" fill="hold"/>
                                        <p:tgtEl>
                                          <p:spTgt spid="19"/>
                                        </p:tgtEl>
                                        <p:attrNameLst>
                                          <p:attrName>ppt_w</p:attrName>
                                        </p:attrNameLst>
                                      </p:cBhvr>
                                      <p:tavLst>
                                        <p:tav tm="0">
                                          <p:val>
                                            <p:fltVal val="0"/>
                                          </p:val>
                                        </p:tav>
                                        <p:tav tm="100000">
                                          <p:val>
                                            <p:strVal val="#ppt_w"/>
                                          </p:val>
                                        </p:tav>
                                      </p:tavLst>
                                    </p:anim>
                                    <p:anim calcmode="lin" valueType="num">
                                      <p:cBhvr>
                                        <p:cTn id="16" dur="500" fill="hold"/>
                                        <p:tgtEl>
                                          <p:spTgt spid="19"/>
                                        </p:tgtEl>
                                        <p:attrNameLst>
                                          <p:attrName>ppt_h</p:attrName>
                                        </p:attrNameLst>
                                      </p:cBhvr>
                                      <p:tavLst>
                                        <p:tav tm="0">
                                          <p:val>
                                            <p:fltVal val="0"/>
                                          </p:val>
                                        </p:tav>
                                        <p:tav tm="100000">
                                          <p:val>
                                            <p:strVal val="#ppt_h"/>
                                          </p:val>
                                        </p:tav>
                                      </p:tavLst>
                                    </p:anim>
                                    <p:animEffect transition="in" filter="fade">
                                      <p:cBhvr>
                                        <p:cTn id="17" dur="500"/>
                                        <p:tgtEl>
                                          <p:spTgt spid="19"/>
                                        </p:tgtEl>
                                      </p:cBhvr>
                                    </p:animEffect>
                                    <p:anim calcmode="lin" valueType="num">
                                      <p:cBhvr>
                                        <p:cTn id="18" dur="500" fill="hold"/>
                                        <p:tgtEl>
                                          <p:spTgt spid="19"/>
                                        </p:tgtEl>
                                        <p:attrNameLst>
                                          <p:attrName>ppt_x</p:attrName>
                                        </p:attrNameLst>
                                      </p:cBhvr>
                                      <p:tavLst>
                                        <p:tav tm="0">
                                          <p:val>
                                            <p:fltVal val="0.5"/>
                                          </p:val>
                                        </p:tav>
                                        <p:tav tm="100000">
                                          <p:val>
                                            <p:strVal val="#ppt_x"/>
                                          </p:val>
                                        </p:tav>
                                      </p:tavLst>
                                    </p:anim>
                                    <p:anim calcmode="lin" valueType="num">
                                      <p:cBhvr>
                                        <p:cTn id="19" dur="500" fill="hold"/>
                                        <p:tgtEl>
                                          <p:spTgt spid="19"/>
                                        </p:tgtEl>
                                        <p:attrNameLst>
                                          <p:attrName>ppt_y</p:attrName>
                                        </p:attrNameLst>
                                      </p:cBhvr>
                                      <p:tavLst>
                                        <p:tav tm="0">
                                          <p:val>
                                            <p:fltVal val="0.5"/>
                                          </p:val>
                                        </p:tav>
                                        <p:tav tm="100000">
                                          <p:val>
                                            <p:strVal val="#ppt_y"/>
                                          </p:val>
                                        </p:tav>
                                      </p:tavLst>
                                    </p:anim>
                                  </p:childTnLst>
                                </p:cTn>
                              </p:par>
                            </p:childTnLst>
                          </p:cTn>
                        </p:par>
                        <p:par>
                          <p:cTn id="20" fill="hold">
                            <p:stCondLst>
                              <p:cond delay="1000"/>
                            </p:stCondLst>
                            <p:childTnLst>
                              <p:par>
                                <p:cTn id="21" presetID="53" presetClass="entr" presetSubtype="0" fill="hold" nodeType="afterEffect">
                                  <p:childTnLst>
                                    <p:set>
                                      <p:cBhvr>
                                        <p:cTn id="22" dur="1" fill="hold">
                                          <p:stCondLst>
                                            <p:cond delay="0"/>
                                          </p:stCondLst>
                                        </p:cTn>
                                        <p:tgtEl>
                                          <p:spTgt spid="23"/>
                                        </p:tgtEl>
                                        <p:attrNameLst>
                                          <p:attrName>style.visibility</p:attrName>
                                        </p:attrNameLst>
                                      </p:cBhvr>
                                      <p:to>
                                        <p:strVal val="visible"/>
                                      </p:to>
                                    </p:set>
                                    <p:anim calcmode="lin" valueType="num">
                                      <p:cBhvr>
                                        <p:cTn id="23" dur="500" fill="hold"/>
                                        <p:tgtEl>
                                          <p:spTgt spid="23"/>
                                        </p:tgtEl>
                                        <p:attrNameLst>
                                          <p:attrName>ppt_w</p:attrName>
                                        </p:attrNameLst>
                                      </p:cBhvr>
                                      <p:tavLst>
                                        <p:tav tm="0">
                                          <p:val>
                                            <p:fltVal val="0"/>
                                          </p:val>
                                        </p:tav>
                                        <p:tav tm="100000">
                                          <p:val>
                                            <p:strVal val="#ppt_w"/>
                                          </p:val>
                                        </p:tav>
                                      </p:tavLst>
                                    </p:anim>
                                    <p:anim calcmode="lin" valueType="num">
                                      <p:cBhvr>
                                        <p:cTn id="24" dur="500" fill="hold"/>
                                        <p:tgtEl>
                                          <p:spTgt spid="23"/>
                                        </p:tgtEl>
                                        <p:attrNameLst>
                                          <p:attrName>ppt_h</p:attrName>
                                        </p:attrNameLst>
                                      </p:cBhvr>
                                      <p:tavLst>
                                        <p:tav tm="0">
                                          <p:val>
                                            <p:fltVal val="0"/>
                                          </p:val>
                                        </p:tav>
                                        <p:tav tm="100000">
                                          <p:val>
                                            <p:strVal val="#ppt_h"/>
                                          </p:val>
                                        </p:tav>
                                      </p:tavLst>
                                    </p:anim>
                                    <p:animEffect transition="in" filter="fade">
                                      <p:cBhvr>
                                        <p:cTn id="25" dur="500"/>
                                        <p:tgtEl>
                                          <p:spTgt spid="23"/>
                                        </p:tgtEl>
                                      </p:cBhvr>
                                    </p:animEffect>
                                    <p:anim calcmode="lin" valueType="num">
                                      <p:cBhvr>
                                        <p:cTn id="26" dur="500" fill="hold"/>
                                        <p:tgtEl>
                                          <p:spTgt spid="23"/>
                                        </p:tgtEl>
                                        <p:attrNameLst>
                                          <p:attrName>ppt_x</p:attrName>
                                        </p:attrNameLst>
                                      </p:cBhvr>
                                      <p:tavLst>
                                        <p:tav tm="0">
                                          <p:val>
                                            <p:fltVal val="0.5"/>
                                          </p:val>
                                        </p:tav>
                                        <p:tav tm="100000">
                                          <p:val>
                                            <p:strVal val="#ppt_x"/>
                                          </p:val>
                                        </p:tav>
                                      </p:tavLst>
                                    </p:anim>
                                    <p:anim calcmode="lin" valueType="num">
                                      <p:cBhvr>
                                        <p:cTn id="27" dur="500" fill="hold"/>
                                        <p:tgtEl>
                                          <p:spTgt spid="23"/>
                                        </p:tgtEl>
                                        <p:attrNameLst>
                                          <p:attrName>ppt_y</p:attrName>
                                        </p:attrNameLst>
                                      </p:cBhvr>
                                      <p:tavLst>
                                        <p:tav tm="0">
                                          <p:val>
                                            <p:fltVal val="0.5"/>
                                          </p:val>
                                        </p:tav>
                                        <p:tav tm="100000">
                                          <p:val>
                                            <p:strVal val="#ppt_y"/>
                                          </p:val>
                                        </p:tav>
                                      </p:tavLst>
                                    </p:anim>
                                  </p:childTnLst>
                                </p:cTn>
                              </p:par>
                            </p:childTnLst>
                          </p:cTn>
                        </p:par>
                        <p:par>
                          <p:cTn id="28" fill="hold">
                            <p:stCondLst>
                              <p:cond delay="1500"/>
                            </p:stCondLst>
                            <p:childTnLst>
                              <p:par>
                                <p:cTn id="29" presetID="22" presetClass="entr" presetSubtype="8" fill="hold" nodeType="afterEffect">
                                  <p:childTnLst>
                                    <p:set>
                                      <p:cBhvr>
                                        <p:cTn id="30" dur="1" fill="hold">
                                          <p:stCondLst>
                                            <p:cond delay="0"/>
                                          </p:stCondLst>
                                        </p:cTn>
                                        <p:tgtEl>
                                          <p:spTgt spid="42"/>
                                        </p:tgtEl>
                                        <p:attrNameLst>
                                          <p:attrName>style.visibility</p:attrName>
                                        </p:attrNameLst>
                                      </p:cBhvr>
                                      <p:to>
                                        <p:strVal val="visible"/>
                                      </p:to>
                                    </p:set>
                                    <p:animEffect transition="in" filter="wipe(left)">
                                      <p:cBhvr>
                                        <p:cTn id="31" dur="500"/>
                                        <p:tgtEl>
                                          <p:spTgt spid="42"/>
                                        </p:tgtEl>
                                      </p:cBhvr>
                                    </p:animEffect>
                                  </p:childTnLst>
                                </p:cTn>
                              </p:par>
                            </p:childTnLst>
                          </p:cTn>
                        </p:par>
                        <p:par>
                          <p:cTn id="32" fill="hold">
                            <p:stCondLst>
                              <p:cond delay="2000"/>
                            </p:stCondLst>
                            <p:childTnLst>
                              <p:par>
                                <p:cTn id="33" presetID="53" presetClass="entr" presetSubtype="0" fill="hold" nodeType="afterEffect">
                                  <p:childTnLst>
                                    <p:set>
                                      <p:cBhvr>
                                        <p:cTn id="34" dur="1" fill="hold">
                                          <p:stCondLst>
                                            <p:cond delay="0"/>
                                          </p:stCondLst>
                                        </p:cTn>
                                        <p:tgtEl>
                                          <p:spTgt spid="35"/>
                                        </p:tgtEl>
                                        <p:attrNameLst>
                                          <p:attrName>style.visibility</p:attrName>
                                        </p:attrNameLst>
                                      </p:cBhvr>
                                      <p:to>
                                        <p:strVal val="visible"/>
                                      </p:to>
                                    </p:set>
                                    <p:anim calcmode="lin" valueType="num">
                                      <p:cBhvr>
                                        <p:cTn id="35" dur="500" fill="hold"/>
                                        <p:tgtEl>
                                          <p:spTgt spid="35"/>
                                        </p:tgtEl>
                                        <p:attrNameLst>
                                          <p:attrName>ppt_w</p:attrName>
                                        </p:attrNameLst>
                                      </p:cBhvr>
                                      <p:tavLst>
                                        <p:tav tm="0">
                                          <p:val>
                                            <p:fltVal val="0"/>
                                          </p:val>
                                        </p:tav>
                                        <p:tav tm="100000">
                                          <p:val>
                                            <p:strVal val="#ppt_w"/>
                                          </p:val>
                                        </p:tav>
                                      </p:tavLst>
                                    </p:anim>
                                    <p:anim calcmode="lin" valueType="num">
                                      <p:cBhvr>
                                        <p:cTn id="36" dur="500" fill="hold"/>
                                        <p:tgtEl>
                                          <p:spTgt spid="35"/>
                                        </p:tgtEl>
                                        <p:attrNameLst>
                                          <p:attrName>ppt_h</p:attrName>
                                        </p:attrNameLst>
                                      </p:cBhvr>
                                      <p:tavLst>
                                        <p:tav tm="0">
                                          <p:val>
                                            <p:fltVal val="0"/>
                                          </p:val>
                                        </p:tav>
                                        <p:tav tm="100000">
                                          <p:val>
                                            <p:strVal val="#ppt_h"/>
                                          </p:val>
                                        </p:tav>
                                      </p:tavLst>
                                    </p:anim>
                                    <p:animEffect transition="in" filter="fade">
                                      <p:cBhvr>
                                        <p:cTn id="37" dur="500"/>
                                        <p:tgtEl>
                                          <p:spTgt spid="35"/>
                                        </p:tgtEl>
                                      </p:cBhvr>
                                    </p:animEffect>
                                    <p:anim calcmode="lin" valueType="num">
                                      <p:cBhvr>
                                        <p:cTn id="38" dur="500" fill="hold"/>
                                        <p:tgtEl>
                                          <p:spTgt spid="35"/>
                                        </p:tgtEl>
                                        <p:attrNameLst>
                                          <p:attrName>ppt_x</p:attrName>
                                        </p:attrNameLst>
                                      </p:cBhvr>
                                      <p:tavLst>
                                        <p:tav tm="0">
                                          <p:val>
                                            <p:fltVal val="0.5"/>
                                          </p:val>
                                        </p:tav>
                                        <p:tav tm="100000">
                                          <p:val>
                                            <p:strVal val="#ppt_x"/>
                                          </p:val>
                                        </p:tav>
                                      </p:tavLst>
                                    </p:anim>
                                    <p:anim calcmode="lin" valueType="num">
                                      <p:cBhvr>
                                        <p:cTn id="39" dur="500" fill="hold"/>
                                        <p:tgtEl>
                                          <p:spTgt spid="35"/>
                                        </p:tgtEl>
                                        <p:attrNameLst>
                                          <p:attrName>ppt_y</p:attrName>
                                        </p:attrNameLst>
                                      </p:cBhvr>
                                      <p:tavLst>
                                        <p:tav tm="0">
                                          <p:val>
                                            <p:fltVal val="0.5"/>
                                          </p:val>
                                        </p:tav>
                                        <p:tav tm="100000">
                                          <p:val>
                                            <p:strVal val="#ppt_y"/>
                                          </p:val>
                                        </p:tav>
                                      </p:tavLst>
                                    </p:anim>
                                  </p:childTnLst>
                                </p:cTn>
                              </p:par>
                            </p:childTnLst>
                          </p:cTn>
                        </p:par>
                        <p:par>
                          <p:cTn id="40" fill="hold">
                            <p:stCondLst>
                              <p:cond delay="2500"/>
                            </p:stCondLst>
                            <p:childTnLst>
                              <p:par>
                                <p:cTn id="41" presetID="53" presetClass="entr" presetSubtype="0" fill="hold" nodeType="afterEffect">
                                  <p:childTnLst>
                                    <p:set>
                                      <p:cBhvr>
                                        <p:cTn id="42" dur="1" fill="hold">
                                          <p:stCondLst>
                                            <p:cond delay="0"/>
                                          </p:stCondLst>
                                        </p:cTn>
                                        <p:tgtEl>
                                          <p:spTgt spid="31"/>
                                        </p:tgtEl>
                                        <p:attrNameLst>
                                          <p:attrName>style.visibility</p:attrName>
                                        </p:attrNameLst>
                                      </p:cBhvr>
                                      <p:to>
                                        <p:strVal val="visible"/>
                                      </p:to>
                                    </p:set>
                                    <p:anim calcmode="lin" valueType="num">
                                      <p:cBhvr>
                                        <p:cTn id="43" dur="500" fill="hold"/>
                                        <p:tgtEl>
                                          <p:spTgt spid="31"/>
                                        </p:tgtEl>
                                        <p:attrNameLst>
                                          <p:attrName>ppt_w</p:attrName>
                                        </p:attrNameLst>
                                      </p:cBhvr>
                                      <p:tavLst>
                                        <p:tav tm="0">
                                          <p:val>
                                            <p:fltVal val="0"/>
                                          </p:val>
                                        </p:tav>
                                        <p:tav tm="100000">
                                          <p:val>
                                            <p:strVal val="#ppt_w"/>
                                          </p:val>
                                        </p:tav>
                                      </p:tavLst>
                                    </p:anim>
                                    <p:anim calcmode="lin" valueType="num">
                                      <p:cBhvr>
                                        <p:cTn id="44" dur="500" fill="hold"/>
                                        <p:tgtEl>
                                          <p:spTgt spid="31"/>
                                        </p:tgtEl>
                                        <p:attrNameLst>
                                          <p:attrName>ppt_h</p:attrName>
                                        </p:attrNameLst>
                                      </p:cBhvr>
                                      <p:tavLst>
                                        <p:tav tm="0">
                                          <p:val>
                                            <p:fltVal val="0"/>
                                          </p:val>
                                        </p:tav>
                                        <p:tav tm="100000">
                                          <p:val>
                                            <p:strVal val="#ppt_h"/>
                                          </p:val>
                                        </p:tav>
                                      </p:tavLst>
                                    </p:anim>
                                    <p:animEffect transition="in" filter="fade">
                                      <p:cBhvr>
                                        <p:cTn id="45" dur="500"/>
                                        <p:tgtEl>
                                          <p:spTgt spid="31"/>
                                        </p:tgtEl>
                                      </p:cBhvr>
                                    </p:animEffect>
                                    <p:anim calcmode="lin" valueType="num">
                                      <p:cBhvr>
                                        <p:cTn id="46" dur="500" fill="hold"/>
                                        <p:tgtEl>
                                          <p:spTgt spid="31"/>
                                        </p:tgtEl>
                                        <p:attrNameLst>
                                          <p:attrName>ppt_x</p:attrName>
                                        </p:attrNameLst>
                                      </p:cBhvr>
                                      <p:tavLst>
                                        <p:tav tm="0">
                                          <p:val>
                                            <p:fltVal val="0.5"/>
                                          </p:val>
                                        </p:tav>
                                        <p:tav tm="100000">
                                          <p:val>
                                            <p:strVal val="#ppt_x"/>
                                          </p:val>
                                        </p:tav>
                                      </p:tavLst>
                                    </p:anim>
                                    <p:anim calcmode="lin" valueType="num">
                                      <p:cBhvr>
                                        <p:cTn id="47" dur="500" fill="hold"/>
                                        <p:tgtEl>
                                          <p:spTgt spid="31"/>
                                        </p:tgtEl>
                                        <p:attrNameLst>
                                          <p:attrName>ppt_y</p:attrName>
                                        </p:attrNameLst>
                                      </p:cBhvr>
                                      <p:tavLst>
                                        <p:tav tm="0">
                                          <p:val>
                                            <p:fltVal val="0.5"/>
                                          </p:val>
                                        </p:tav>
                                        <p:tav tm="100000">
                                          <p:val>
                                            <p:strVal val="#ppt_y"/>
                                          </p:val>
                                        </p:tav>
                                      </p:tavLst>
                                    </p:anim>
                                  </p:childTnLst>
                                </p:cTn>
                              </p:par>
                            </p:childTnLst>
                          </p:cTn>
                        </p:par>
                        <p:par>
                          <p:cTn id="48" fill="hold">
                            <p:stCondLst>
                              <p:cond delay="3000"/>
                            </p:stCondLst>
                            <p:childTnLst>
                              <p:par>
                                <p:cTn id="49" presetID="53" presetClass="entr" presetSubtype="0" fill="hold" nodeType="afterEffect">
                                  <p:childTnLst>
                                    <p:set>
                                      <p:cBhvr>
                                        <p:cTn id="50" dur="1" fill="hold">
                                          <p:stCondLst>
                                            <p:cond delay="0"/>
                                          </p:stCondLst>
                                        </p:cTn>
                                        <p:tgtEl>
                                          <p:spTgt spid="27"/>
                                        </p:tgtEl>
                                        <p:attrNameLst>
                                          <p:attrName>style.visibility</p:attrName>
                                        </p:attrNameLst>
                                      </p:cBhvr>
                                      <p:to>
                                        <p:strVal val="visible"/>
                                      </p:to>
                                    </p:set>
                                    <p:anim calcmode="lin" valueType="num">
                                      <p:cBhvr>
                                        <p:cTn id="51" dur="500" fill="hold"/>
                                        <p:tgtEl>
                                          <p:spTgt spid="27"/>
                                        </p:tgtEl>
                                        <p:attrNameLst>
                                          <p:attrName>ppt_w</p:attrName>
                                        </p:attrNameLst>
                                      </p:cBhvr>
                                      <p:tavLst>
                                        <p:tav tm="0">
                                          <p:val>
                                            <p:fltVal val="0"/>
                                          </p:val>
                                        </p:tav>
                                        <p:tav tm="100000">
                                          <p:val>
                                            <p:strVal val="#ppt_w"/>
                                          </p:val>
                                        </p:tav>
                                      </p:tavLst>
                                    </p:anim>
                                    <p:anim calcmode="lin" valueType="num">
                                      <p:cBhvr>
                                        <p:cTn id="52" dur="500" fill="hold"/>
                                        <p:tgtEl>
                                          <p:spTgt spid="27"/>
                                        </p:tgtEl>
                                        <p:attrNameLst>
                                          <p:attrName>ppt_h</p:attrName>
                                        </p:attrNameLst>
                                      </p:cBhvr>
                                      <p:tavLst>
                                        <p:tav tm="0">
                                          <p:val>
                                            <p:fltVal val="0"/>
                                          </p:val>
                                        </p:tav>
                                        <p:tav tm="100000">
                                          <p:val>
                                            <p:strVal val="#ppt_h"/>
                                          </p:val>
                                        </p:tav>
                                      </p:tavLst>
                                    </p:anim>
                                    <p:animEffect transition="in" filter="fade">
                                      <p:cBhvr>
                                        <p:cTn id="53" dur="500"/>
                                        <p:tgtEl>
                                          <p:spTgt spid="27"/>
                                        </p:tgtEl>
                                      </p:cBhvr>
                                    </p:animEffect>
                                    <p:anim calcmode="lin" valueType="num">
                                      <p:cBhvr>
                                        <p:cTn id="54" dur="500" fill="hold"/>
                                        <p:tgtEl>
                                          <p:spTgt spid="27"/>
                                        </p:tgtEl>
                                        <p:attrNameLst>
                                          <p:attrName>ppt_x</p:attrName>
                                        </p:attrNameLst>
                                      </p:cBhvr>
                                      <p:tavLst>
                                        <p:tav tm="0">
                                          <p:val>
                                            <p:fltVal val="0.5"/>
                                          </p:val>
                                        </p:tav>
                                        <p:tav tm="100000">
                                          <p:val>
                                            <p:strVal val="#ppt_x"/>
                                          </p:val>
                                        </p:tav>
                                      </p:tavLst>
                                    </p:anim>
                                    <p:anim calcmode="lin" valueType="num">
                                      <p:cBhvr>
                                        <p:cTn id="55" dur="500" fill="hold"/>
                                        <p:tgtEl>
                                          <p:spTgt spid="27"/>
                                        </p:tgtEl>
                                        <p:attrNameLst>
                                          <p:attrName>ppt_y</p:attrName>
                                        </p:attrNameLst>
                                      </p:cBhvr>
                                      <p:tavLst>
                                        <p:tav tm="0">
                                          <p:val>
                                            <p:fltVal val="0.5"/>
                                          </p:val>
                                        </p:tav>
                                        <p:tav tm="100000">
                                          <p:val>
                                            <p:strVal val="#ppt_y"/>
                                          </p:val>
                                        </p:tav>
                                      </p:tavLst>
                                    </p:anim>
                                  </p:childTnLst>
                                </p:cTn>
                              </p:par>
                            </p:childTnLst>
                          </p:cTn>
                        </p:par>
                        <p:par>
                          <p:cTn id="56" fill="hold">
                            <p:stCondLst>
                              <p:cond delay="3500"/>
                            </p:stCondLst>
                            <p:childTnLst>
                              <p:par>
                                <p:cTn id="57" presetID="22" presetClass="entr" presetSubtype="2" fill="hold" nodeType="afterEffect">
                                  <p:childTnLst>
                                    <p:set>
                                      <p:cBhvr>
                                        <p:cTn id="58" dur="1" fill="hold">
                                          <p:stCondLst>
                                            <p:cond delay="0"/>
                                          </p:stCondLst>
                                        </p:cTn>
                                        <p:tgtEl>
                                          <p:spTgt spid="39"/>
                                        </p:tgtEl>
                                        <p:attrNameLst>
                                          <p:attrName>style.visibility</p:attrName>
                                        </p:attrNameLst>
                                      </p:cBhvr>
                                      <p:to>
                                        <p:strVal val="visible"/>
                                      </p:to>
                                    </p:set>
                                    <p:animEffect transition="in" filter="wipe(right)">
                                      <p:cBhvr>
                                        <p:cTn id="59"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t>研发背景</a:t>
            </a:r>
          </a:p>
        </p:txBody>
      </p:sp>
      <p:sp>
        <p:nvSpPr>
          <p:cNvPr id="3" name="文本占位符 2"/>
          <p:cNvSpPr>
            <a:spLocks noGrp="1"/>
          </p:cNvSpPr>
          <p:nvPr>
            <p:ph type="body" sz="quarter" idx="11"/>
          </p:nvPr>
        </p:nvSpPr>
        <p:spPr/>
        <p:txBody>
          <a:bodyPr/>
          <a:lstStyle/>
          <a:p>
            <a:r>
              <a:rPr lang="zh-CN" altLang="en-US"/>
              <a:t>产品介绍</a:t>
            </a:r>
          </a:p>
        </p:txBody>
      </p:sp>
      <p:sp>
        <p:nvSpPr>
          <p:cNvPr id="4" name="文本占位符 3"/>
          <p:cNvSpPr>
            <a:spLocks noGrp="1"/>
          </p:cNvSpPr>
          <p:nvPr>
            <p:ph type="body" sz="quarter" idx="12"/>
          </p:nvPr>
        </p:nvSpPr>
        <p:spPr/>
        <p:txBody>
          <a:bodyPr/>
          <a:lstStyle/>
          <a:p>
            <a:r>
              <a:rPr lang="zh-CN" altLang="en-US"/>
              <a:t>服务介绍</a:t>
            </a:r>
          </a:p>
        </p:txBody>
      </p:sp>
      <p:sp>
        <p:nvSpPr>
          <p:cNvPr id="10" name="文本占位符 9"/>
          <p:cNvSpPr>
            <a:spLocks noGrp="1"/>
          </p:cNvSpPr>
          <p:nvPr>
            <p:ph type="body" sz="quarter" idx="13"/>
          </p:nvPr>
        </p:nvSpPr>
        <p:spPr/>
        <p:txBody>
          <a:bodyPr/>
          <a:lstStyle/>
          <a:p>
            <a:r>
              <a:rPr lang="zh-CN" altLang="en-US"/>
              <a:t>配套设施</a:t>
            </a:r>
          </a:p>
        </p:txBody>
      </p:sp>
      <p:sp>
        <p:nvSpPr>
          <p:cNvPr id="11" name="文本占位符 10"/>
          <p:cNvSpPr>
            <a:spLocks noGrp="1"/>
          </p:cNvSpPr>
          <p:nvPr>
            <p:ph type="body" sz="quarter" idx="14"/>
          </p:nvPr>
        </p:nvSpPr>
        <p:spPr/>
        <p:txBody>
          <a:bodyPr/>
          <a:lstStyle/>
          <a:p>
            <a:r>
              <a:rPr lang="zh-CN" altLang="en-US">
                <a:cs typeface="+mn-ea"/>
                <a:sym typeface="+mn-lt"/>
              </a:rPr>
              <a:t>产品服务</a:t>
            </a:r>
          </a:p>
        </p:txBody>
      </p:sp>
      <p:sp>
        <p:nvSpPr>
          <p:cNvPr id="12" name="文本占位符 11"/>
          <p:cNvSpPr>
            <a:spLocks noGrp="1"/>
          </p:cNvSpPr>
          <p:nvPr>
            <p:ph type="body" sz="quarter" idx="15"/>
          </p:nvPr>
        </p:nvSpPr>
        <p:spPr/>
        <p:txBody>
          <a:bodyPr/>
          <a:lstStyle/>
          <a:p>
            <a:r>
              <a:rPr lang="en-US" altLang="zh-CN" dirty="0">
                <a:latin typeface="+mn-ea"/>
                <a:cs typeface="+mn-ea"/>
                <a:sym typeface="+mn-lt"/>
              </a:rPr>
              <a:t>PRODUCT&amp;SERVICES</a:t>
            </a:r>
            <a:endParaRPr lang="zh-CN" altLang="en-US">
              <a:latin typeface="+mn-ea"/>
              <a:cs typeface="+mn-ea"/>
              <a:sym typeface="+mn-lt"/>
            </a:endParaRPr>
          </a:p>
        </p:txBody>
      </p:sp>
    </p:spTree>
    <p:extLst>
      <p:ext uri="{BB962C8B-B14F-4D97-AF65-F5344CB8AC3E}">
        <p14:creationId xmlns:p14="http://schemas.microsoft.com/office/powerpoint/2010/main" val="110407119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研发背景</a:t>
            </a:r>
          </a:p>
        </p:txBody>
      </p:sp>
      <p:sp>
        <p:nvSpPr>
          <p:cNvPr id="17" name="千图PPT彼岸天：ID 8661124库_任意多边形 36">
            <a:extLst>
              <a:ext uri="{FF2B5EF4-FFF2-40B4-BE49-F238E27FC236}">
                <a16:creationId xmlns:a16="http://schemas.microsoft.com/office/drawing/2014/main" id="{51E8CCC7-65D1-435B-BB6B-84D33705FCA9}"/>
              </a:ext>
            </a:extLst>
          </p:cNvPr>
          <p:cNvSpPr/>
          <p:nvPr>
            <p:custDataLst>
              <p:tags r:id="rId1"/>
            </p:custDataLst>
          </p:nvPr>
        </p:nvSpPr>
        <p:spPr bwMode="auto">
          <a:xfrm>
            <a:off x="4913640" y="3096986"/>
            <a:ext cx="2455980" cy="2576455"/>
          </a:xfrm>
          <a:custGeom>
            <a:avLst/>
            <a:gdLst>
              <a:gd name="T0" fmla="*/ 1111 w 1136"/>
              <a:gd name="T1" fmla="*/ 196 h 1193"/>
              <a:gd name="T2" fmla="*/ 1006 w 1136"/>
              <a:gd name="T3" fmla="*/ 399 h 1193"/>
              <a:gd name="T4" fmla="*/ 843 w 1136"/>
              <a:gd name="T5" fmla="*/ 688 h 1193"/>
              <a:gd name="T6" fmla="*/ 837 w 1136"/>
              <a:gd name="T7" fmla="*/ 760 h 1193"/>
              <a:gd name="T8" fmla="*/ 299 w 1136"/>
              <a:gd name="T9" fmla="*/ 760 h 1193"/>
              <a:gd name="T10" fmla="*/ 293 w 1136"/>
              <a:gd name="T11" fmla="*/ 688 h 1193"/>
              <a:gd name="T12" fmla="*/ 130 w 1136"/>
              <a:gd name="T13" fmla="*/ 399 h 1193"/>
              <a:gd name="T14" fmla="*/ 24 w 1136"/>
              <a:gd name="T15" fmla="*/ 196 h 1193"/>
              <a:gd name="T16" fmla="*/ 0 w 1136"/>
              <a:gd name="T17" fmla="*/ 21 h 1193"/>
              <a:gd name="T18" fmla="*/ 3 w 1136"/>
              <a:gd name="T19" fmla="*/ 55 h 1193"/>
              <a:gd name="T20" fmla="*/ 101 w 1136"/>
              <a:gd name="T21" fmla="*/ 323 h 1193"/>
              <a:gd name="T22" fmla="*/ 314 w 1136"/>
              <a:gd name="T23" fmla="*/ 632 h 1193"/>
              <a:gd name="T24" fmla="*/ 335 w 1136"/>
              <a:gd name="T25" fmla="*/ 710 h 1193"/>
              <a:gd name="T26" fmla="*/ 452 w 1136"/>
              <a:gd name="T27" fmla="*/ 790 h 1193"/>
              <a:gd name="T28" fmla="*/ 445 w 1136"/>
              <a:gd name="T29" fmla="*/ 724 h 1193"/>
              <a:gd name="T30" fmla="*/ 279 w 1136"/>
              <a:gd name="T31" fmla="*/ 456 h 1193"/>
              <a:gd name="T32" fmla="*/ 202 w 1136"/>
              <a:gd name="T33" fmla="*/ 311 h 1193"/>
              <a:gd name="T34" fmla="*/ 179 w 1136"/>
              <a:gd name="T35" fmla="*/ 166 h 1193"/>
              <a:gd name="T36" fmla="*/ 181 w 1136"/>
              <a:gd name="T37" fmla="*/ 166 h 1193"/>
              <a:gd name="T38" fmla="*/ 211 w 1136"/>
              <a:gd name="T39" fmla="*/ 308 h 1193"/>
              <a:gd name="T40" fmla="*/ 294 w 1136"/>
              <a:gd name="T41" fmla="*/ 445 h 1193"/>
              <a:gd name="T42" fmla="*/ 481 w 1136"/>
              <a:gd name="T43" fmla="*/ 715 h 1193"/>
              <a:gd name="T44" fmla="*/ 493 w 1136"/>
              <a:gd name="T45" fmla="*/ 789 h 1193"/>
              <a:gd name="T46" fmla="*/ 486 w 1136"/>
              <a:gd name="T47" fmla="*/ 589 h 1193"/>
              <a:gd name="T48" fmla="*/ 394 w 1136"/>
              <a:gd name="T49" fmla="*/ 410 h 1193"/>
              <a:gd name="T50" fmla="*/ 336 w 1136"/>
              <a:gd name="T51" fmla="*/ 230 h 1193"/>
              <a:gd name="T52" fmla="*/ 328 w 1136"/>
              <a:gd name="T53" fmla="*/ 111 h 1193"/>
              <a:gd name="T54" fmla="*/ 361 w 1136"/>
              <a:gd name="T55" fmla="*/ 290 h 1193"/>
              <a:gd name="T56" fmla="*/ 415 w 1136"/>
              <a:gd name="T57" fmla="*/ 412 h 1193"/>
              <a:gd name="T58" fmla="*/ 573 w 1136"/>
              <a:gd name="T59" fmla="*/ 721 h 1193"/>
              <a:gd name="T60" fmla="*/ 585 w 1136"/>
              <a:gd name="T61" fmla="*/ 692 h 1193"/>
              <a:gd name="T62" fmla="*/ 645 w 1136"/>
              <a:gd name="T63" fmla="*/ 335 h 1193"/>
              <a:gd name="T64" fmla="*/ 671 w 1136"/>
              <a:gd name="T65" fmla="*/ 78 h 1193"/>
              <a:gd name="T66" fmla="*/ 675 w 1136"/>
              <a:gd name="T67" fmla="*/ 117 h 1193"/>
              <a:gd name="T68" fmla="*/ 653 w 1136"/>
              <a:gd name="T69" fmla="*/ 414 h 1193"/>
              <a:gd name="T70" fmla="*/ 619 w 1136"/>
              <a:gd name="T71" fmla="*/ 722 h 1193"/>
              <a:gd name="T72" fmla="*/ 680 w 1136"/>
              <a:gd name="T73" fmla="*/ 770 h 1193"/>
              <a:gd name="T74" fmla="*/ 838 w 1136"/>
              <a:gd name="T75" fmla="*/ 426 h 1193"/>
              <a:gd name="T76" fmla="*/ 886 w 1136"/>
              <a:gd name="T77" fmla="*/ 344 h 1193"/>
              <a:gd name="T78" fmla="*/ 929 w 1136"/>
              <a:gd name="T79" fmla="*/ 238 h 1193"/>
              <a:gd name="T80" fmla="*/ 950 w 1136"/>
              <a:gd name="T81" fmla="*/ 143 h 1193"/>
              <a:gd name="T82" fmla="*/ 958 w 1136"/>
              <a:gd name="T83" fmla="*/ 96 h 1193"/>
              <a:gd name="T84" fmla="*/ 947 w 1136"/>
              <a:gd name="T85" fmla="*/ 200 h 1193"/>
              <a:gd name="T86" fmla="*/ 921 w 1136"/>
              <a:gd name="T87" fmla="*/ 299 h 1193"/>
              <a:gd name="T88" fmla="*/ 879 w 1136"/>
              <a:gd name="T89" fmla="*/ 394 h 1193"/>
              <a:gd name="T90" fmla="*/ 719 w 1136"/>
              <a:gd name="T91" fmla="*/ 784 h 1193"/>
              <a:gd name="T92" fmla="*/ 805 w 1136"/>
              <a:gd name="T93" fmla="*/ 687 h 1193"/>
              <a:gd name="T94" fmla="*/ 894 w 1136"/>
              <a:gd name="T95" fmla="*/ 511 h 1193"/>
              <a:gd name="T96" fmla="*/ 1074 w 1136"/>
              <a:gd name="T97" fmla="*/ 258 h 1193"/>
              <a:gd name="T98" fmla="*/ 1134 w 1136"/>
              <a:gd name="T99" fmla="*/ 36 h 1193"/>
              <a:gd name="T100" fmla="*/ 1135 w 1136"/>
              <a:gd name="T101" fmla="*/ 36 h 1193"/>
              <a:gd name="T102" fmla="*/ 833 w 1136"/>
              <a:gd name="T103" fmla="*/ 887 h 1193"/>
              <a:gd name="T104" fmla="*/ 302 w 1136"/>
              <a:gd name="T105" fmla="*/ 987 h 1193"/>
              <a:gd name="T106" fmla="*/ 568 w 1136"/>
              <a:gd name="T107" fmla="*/ 1101 h 1193"/>
              <a:gd name="T108" fmla="*/ 725 w 1136"/>
              <a:gd name="T109" fmla="*/ 1135 h 1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36" h="1193">
                <a:moveTo>
                  <a:pt x="1135" y="36"/>
                </a:moveTo>
                <a:cubicBezTo>
                  <a:pt x="1135" y="42"/>
                  <a:pt x="1135" y="49"/>
                  <a:pt x="1135" y="56"/>
                </a:cubicBezTo>
                <a:cubicBezTo>
                  <a:pt x="1134" y="63"/>
                  <a:pt x="1134" y="70"/>
                  <a:pt x="1133" y="78"/>
                </a:cubicBezTo>
                <a:cubicBezTo>
                  <a:pt x="1133" y="86"/>
                  <a:pt x="1131" y="95"/>
                  <a:pt x="1130" y="104"/>
                </a:cubicBezTo>
                <a:cubicBezTo>
                  <a:pt x="1129" y="113"/>
                  <a:pt x="1128" y="123"/>
                  <a:pt x="1126" y="133"/>
                </a:cubicBezTo>
                <a:cubicBezTo>
                  <a:pt x="1122" y="152"/>
                  <a:pt x="1118" y="174"/>
                  <a:pt x="1111" y="196"/>
                </a:cubicBezTo>
                <a:cubicBezTo>
                  <a:pt x="1104" y="218"/>
                  <a:pt x="1096" y="241"/>
                  <a:pt x="1086" y="264"/>
                </a:cubicBezTo>
                <a:cubicBezTo>
                  <a:pt x="1075" y="287"/>
                  <a:pt x="1063" y="310"/>
                  <a:pt x="1049" y="332"/>
                </a:cubicBezTo>
                <a:cubicBezTo>
                  <a:pt x="1046" y="338"/>
                  <a:pt x="1042" y="344"/>
                  <a:pt x="1039" y="349"/>
                </a:cubicBezTo>
                <a:cubicBezTo>
                  <a:pt x="1037" y="352"/>
                  <a:pt x="1035" y="355"/>
                  <a:pt x="1033" y="358"/>
                </a:cubicBezTo>
                <a:cubicBezTo>
                  <a:pt x="1028" y="366"/>
                  <a:pt x="1028" y="366"/>
                  <a:pt x="1028" y="366"/>
                </a:cubicBezTo>
                <a:cubicBezTo>
                  <a:pt x="1020" y="377"/>
                  <a:pt x="1013" y="388"/>
                  <a:pt x="1006" y="399"/>
                </a:cubicBezTo>
                <a:cubicBezTo>
                  <a:pt x="976" y="444"/>
                  <a:pt x="944" y="487"/>
                  <a:pt x="917" y="528"/>
                </a:cubicBezTo>
                <a:cubicBezTo>
                  <a:pt x="889" y="569"/>
                  <a:pt x="867" y="608"/>
                  <a:pt x="855" y="644"/>
                </a:cubicBezTo>
                <a:cubicBezTo>
                  <a:pt x="853" y="649"/>
                  <a:pt x="852" y="653"/>
                  <a:pt x="851" y="658"/>
                </a:cubicBezTo>
                <a:cubicBezTo>
                  <a:pt x="849" y="662"/>
                  <a:pt x="848" y="666"/>
                  <a:pt x="847" y="670"/>
                </a:cubicBezTo>
                <a:cubicBezTo>
                  <a:pt x="846" y="674"/>
                  <a:pt x="845" y="678"/>
                  <a:pt x="844" y="682"/>
                </a:cubicBezTo>
                <a:cubicBezTo>
                  <a:pt x="844" y="684"/>
                  <a:pt x="843" y="686"/>
                  <a:pt x="843" y="688"/>
                </a:cubicBezTo>
                <a:cubicBezTo>
                  <a:pt x="842" y="690"/>
                  <a:pt x="842" y="692"/>
                  <a:pt x="842" y="694"/>
                </a:cubicBezTo>
                <a:cubicBezTo>
                  <a:pt x="841" y="702"/>
                  <a:pt x="839" y="709"/>
                  <a:pt x="839" y="715"/>
                </a:cubicBezTo>
                <a:cubicBezTo>
                  <a:pt x="838" y="722"/>
                  <a:pt x="838" y="728"/>
                  <a:pt x="837" y="733"/>
                </a:cubicBezTo>
                <a:cubicBezTo>
                  <a:pt x="837" y="736"/>
                  <a:pt x="837" y="738"/>
                  <a:pt x="837" y="741"/>
                </a:cubicBezTo>
                <a:cubicBezTo>
                  <a:pt x="837" y="743"/>
                  <a:pt x="837" y="746"/>
                  <a:pt x="837" y="748"/>
                </a:cubicBezTo>
                <a:cubicBezTo>
                  <a:pt x="837" y="753"/>
                  <a:pt x="837" y="756"/>
                  <a:pt x="837" y="760"/>
                </a:cubicBezTo>
                <a:cubicBezTo>
                  <a:pt x="837" y="766"/>
                  <a:pt x="837" y="769"/>
                  <a:pt x="837" y="769"/>
                </a:cubicBezTo>
                <a:cubicBezTo>
                  <a:pt x="833" y="787"/>
                  <a:pt x="833" y="787"/>
                  <a:pt x="833" y="787"/>
                </a:cubicBezTo>
                <a:cubicBezTo>
                  <a:pt x="830" y="790"/>
                  <a:pt x="761" y="853"/>
                  <a:pt x="568" y="853"/>
                </a:cubicBezTo>
                <a:cubicBezTo>
                  <a:pt x="374" y="853"/>
                  <a:pt x="305" y="790"/>
                  <a:pt x="302" y="787"/>
                </a:cubicBezTo>
                <a:cubicBezTo>
                  <a:pt x="299" y="769"/>
                  <a:pt x="299" y="769"/>
                  <a:pt x="299" y="769"/>
                </a:cubicBezTo>
                <a:cubicBezTo>
                  <a:pt x="299" y="769"/>
                  <a:pt x="299" y="766"/>
                  <a:pt x="299" y="760"/>
                </a:cubicBezTo>
                <a:cubicBezTo>
                  <a:pt x="299" y="756"/>
                  <a:pt x="299" y="753"/>
                  <a:pt x="299" y="748"/>
                </a:cubicBezTo>
                <a:cubicBezTo>
                  <a:pt x="298" y="746"/>
                  <a:pt x="298" y="743"/>
                  <a:pt x="298" y="741"/>
                </a:cubicBezTo>
                <a:cubicBezTo>
                  <a:pt x="298" y="738"/>
                  <a:pt x="298" y="736"/>
                  <a:pt x="298" y="733"/>
                </a:cubicBezTo>
                <a:cubicBezTo>
                  <a:pt x="298" y="728"/>
                  <a:pt x="297" y="722"/>
                  <a:pt x="297" y="715"/>
                </a:cubicBezTo>
                <a:cubicBezTo>
                  <a:pt x="296" y="709"/>
                  <a:pt x="295" y="702"/>
                  <a:pt x="294" y="694"/>
                </a:cubicBezTo>
                <a:cubicBezTo>
                  <a:pt x="293" y="692"/>
                  <a:pt x="293" y="690"/>
                  <a:pt x="293" y="688"/>
                </a:cubicBezTo>
                <a:cubicBezTo>
                  <a:pt x="292" y="686"/>
                  <a:pt x="292" y="684"/>
                  <a:pt x="291" y="682"/>
                </a:cubicBezTo>
                <a:cubicBezTo>
                  <a:pt x="290" y="678"/>
                  <a:pt x="289" y="674"/>
                  <a:pt x="288" y="670"/>
                </a:cubicBezTo>
                <a:cubicBezTo>
                  <a:pt x="288" y="666"/>
                  <a:pt x="286" y="662"/>
                  <a:pt x="285" y="658"/>
                </a:cubicBezTo>
                <a:cubicBezTo>
                  <a:pt x="283" y="653"/>
                  <a:pt x="282" y="649"/>
                  <a:pt x="281" y="644"/>
                </a:cubicBezTo>
                <a:cubicBezTo>
                  <a:pt x="268" y="608"/>
                  <a:pt x="246" y="569"/>
                  <a:pt x="218" y="528"/>
                </a:cubicBezTo>
                <a:cubicBezTo>
                  <a:pt x="191" y="487"/>
                  <a:pt x="160" y="444"/>
                  <a:pt x="130" y="399"/>
                </a:cubicBezTo>
                <a:cubicBezTo>
                  <a:pt x="122" y="388"/>
                  <a:pt x="115" y="377"/>
                  <a:pt x="108" y="366"/>
                </a:cubicBezTo>
                <a:cubicBezTo>
                  <a:pt x="102" y="358"/>
                  <a:pt x="102" y="358"/>
                  <a:pt x="102" y="358"/>
                </a:cubicBezTo>
                <a:cubicBezTo>
                  <a:pt x="100" y="355"/>
                  <a:pt x="99" y="352"/>
                  <a:pt x="97" y="349"/>
                </a:cubicBezTo>
                <a:cubicBezTo>
                  <a:pt x="93" y="344"/>
                  <a:pt x="90" y="338"/>
                  <a:pt x="86" y="332"/>
                </a:cubicBezTo>
                <a:cubicBezTo>
                  <a:pt x="73" y="310"/>
                  <a:pt x="60" y="287"/>
                  <a:pt x="50" y="264"/>
                </a:cubicBezTo>
                <a:cubicBezTo>
                  <a:pt x="39" y="241"/>
                  <a:pt x="31" y="218"/>
                  <a:pt x="24" y="196"/>
                </a:cubicBezTo>
                <a:cubicBezTo>
                  <a:pt x="17" y="174"/>
                  <a:pt x="13" y="152"/>
                  <a:pt x="9" y="133"/>
                </a:cubicBezTo>
                <a:cubicBezTo>
                  <a:pt x="8" y="123"/>
                  <a:pt x="6" y="113"/>
                  <a:pt x="5" y="104"/>
                </a:cubicBezTo>
                <a:cubicBezTo>
                  <a:pt x="4" y="95"/>
                  <a:pt x="3" y="86"/>
                  <a:pt x="2" y="78"/>
                </a:cubicBezTo>
                <a:cubicBezTo>
                  <a:pt x="2" y="70"/>
                  <a:pt x="1" y="63"/>
                  <a:pt x="1" y="56"/>
                </a:cubicBezTo>
                <a:cubicBezTo>
                  <a:pt x="0" y="49"/>
                  <a:pt x="0" y="42"/>
                  <a:pt x="0" y="36"/>
                </a:cubicBezTo>
                <a:cubicBezTo>
                  <a:pt x="0" y="30"/>
                  <a:pt x="0" y="25"/>
                  <a:pt x="0" y="21"/>
                </a:cubicBezTo>
                <a:cubicBezTo>
                  <a:pt x="0" y="16"/>
                  <a:pt x="0" y="12"/>
                  <a:pt x="0" y="9"/>
                </a:cubicBezTo>
                <a:cubicBezTo>
                  <a:pt x="0" y="3"/>
                  <a:pt x="0" y="0"/>
                  <a:pt x="0" y="0"/>
                </a:cubicBezTo>
                <a:cubicBezTo>
                  <a:pt x="0" y="0"/>
                  <a:pt x="0" y="3"/>
                  <a:pt x="0" y="9"/>
                </a:cubicBezTo>
                <a:cubicBezTo>
                  <a:pt x="1" y="12"/>
                  <a:pt x="1" y="16"/>
                  <a:pt x="1" y="21"/>
                </a:cubicBezTo>
                <a:cubicBezTo>
                  <a:pt x="1" y="25"/>
                  <a:pt x="1" y="30"/>
                  <a:pt x="2" y="36"/>
                </a:cubicBezTo>
                <a:cubicBezTo>
                  <a:pt x="2" y="42"/>
                  <a:pt x="3" y="48"/>
                  <a:pt x="3" y="55"/>
                </a:cubicBezTo>
                <a:cubicBezTo>
                  <a:pt x="4" y="62"/>
                  <a:pt x="5" y="70"/>
                  <a:pt x="6" y="78"/>
                </a:cubicBezTo>
                <a:cubicBezTo>
                  <a:pt x="7" y="86"/>
                  <a:pt x="9" y="94"/>
                  <a:pt x="10" y="103"/>
                </a:cubicBezTo>
                <a:cubicBezTo>
                  <a:pt x="11" y="112"/>
                  <a:pt x="14" y="121"/>
                  <a:pt x="16" y="131"/>
                </a:cubicBezTo>
                <a:cubicBezTo>
                  <a:pt x="20" y="150"/>
                  <a:pt x="26" y="171"/>
                  <a:pt x="33" y="193"/>
                </a:cubicBezTo>
                <a:cubicBezTo>
                  <a:pt x="41" y="214"/>
                  <a:pt x="50" y="236"/>
                  <a:pt x="62" y="258"/>
                </a:cubicBezTo>
                <a:cubicBezTo>
                  <a:pt x="73" y="280"/>
                  <a:pt x="86" y="302"/>
                  <a:pt x="101" y="323"/>
                </a:cubicBezTo>
                <a:cubicBezTo>
                  <a:pt x="104" y="328"/>
                  <a:pt x="108" y="334"/>
                  <a:pt x="112" y="339"/>
                </a:cubicBezTo>
                <a:cubicBezTo>
                  <a:pt x="114" y="342"/>
                  <a:pt x="116" y="345"/>
                  <a:pt x="117" y="347"/>
                </a:cubicBezTo>
                <a:cubicBezTo>
                  <a:pt x="123" y="355"/>
                  <a:pt x="123" y="355"/>
                  <a:pt x="123" y="355"/>
                </a:cubicBezTo>
                <a:cubicBezTo>
                  <a:pt x="131" y="366"/>
                  <a:pt x="139" y="377"/>
                  <a:pt x="147" y="387"/>
                </a:cubicBezTo>
                <a:cubicBezTo>
                  <a:pt x="178" y="430"/>
                  <a:pt x="212" y="471"/>
                  <a:pt x="242" y="511"/>
                </a:cubicBezTo>
                <a:cubicBezTo>
                  <a:pt x="272" y="552"/>
                  <a:pt x="298" y="593"/>
                  <a:pt x="314" y="632"/>
                </a:cubicBezTo>
                <a:cubicBezTo>
                  <a:pt x="315" y="637"/>
                  <a:pt x="317" y="642"/>
                  <a:pt x="319" y="646"/>
                </a:cubicBezTo>
                <a:cubicBezTo>
                  <a:pt x="321" y="651"/>
                  <a:pt x="322" y="656"/>
                  <a:pt x="324" y="660"/>
                </a:cubicBezTo>
                <a:cubicBezTo>
                  <a:pt x="325" y="665"/>
                  <a:pt x="326" y="669"/>
                  <a:pt x="327" y="674"/>
                </a:cubicBezTo>
                <a:cubicBezTo>
                  <a:pt x="328" y="676"/>
                  <a:pt x="329" y="678"/>
                  <a:pt x="329" y="680"/>
                </a:cubicBezTo>
                <a:cubicBezTo>
                  <a:pt x="330" y="682"/>
                  <a:pt x="330" y="684"/>
                  <a:pt x="331" y="687"/>
                </a:cubicBezTo>
                <a:cubicBezTo>
                  <a:pt x="332" y="695"/>
                  <a:pt x="334" y="703"/>
                  <a:pt x="335" y="710"/>
                </a:cubicBezTo>
                <a:cubicBezTo>
                  <a:pt x="336" y="718"/>
                  <a:pt x="337" y="724"/>
                  <a:pt x="338" y="731"/>
                </a:cubicBezTo>
                <a:cubicBezTo>
                  <a:pt x="338" y="734"/>
                  <a:pt x="339" y="737"/>
                  <a:pt x="339" y="739"/>
                </a:cubicBezTo>
                <a:cubicBezTo>
                  <a:pt x="339" y="742"/>
                  <a:pt x="339" y="744"/>
                  <a:pt x="339" y="747"/>
                </a:cubicBezTo>
                <a:cubicBezTo>
                  <a:pt x="339" y="748"/>
                  <a:pt x="339" y="750"/>
                  <a:pt x="339" y="751"/>
                </a:cubicBezTo>
                <a:cubicBezTo>
                  <a:pt x="349" y="758"/>
                  <a:pt x="382" y="779"/>
                  <a:pt x="452" y="792"/>
                </a:cubicBezTo>
                <a:cubicBezTo>
                  <a:pt x="452" y="791"/>
                  <a:pt x="452" y="791"/>
                  <a:pt x="452" y="790"/>
                </a:cubicBezTo>
                <a:cubicBezTo>
                  <a:pt x="452" y="787"/>
                  <a:pt x="452" y="784"/>
                  <a:pt x="452" y="780"/>
                </a:cubicBezTo>
                <a:cubicBezTo>
                  <a:pt x="452" y="778"/>
                  <a:pt x="452" y="776"/>
                  <a:pt x="452" y="774"/>
                </a:cubicBezTo>
                <a:cubicBezTo>
                  <a:pt x="452" y="772"/>
                  <a:pt x="452" y="770"/>
                  <a:pt x="451" y="767"/>
                </a:cubicBezTo>
                <a:cubicBezTo>
                  <a:pt x="451" y="763"/>
                  <a:pt x="451" y="758"/>
                  <a:pt x="450" y="752"/>
                </a:cubicBezTo>
                <a:cubicBezTo>
                  <a:pt x="449" y="747"/>
                  <a:pt x="448" y="741"/>
                  <a:pt x="447" y="734"/>
                </a:cubicBezTo>
                <a:cubicBezTo>
                  <a:pt x="447" y="731"/>
                  <a:pt x="446" y="728"/>
                  <a:pt x="445" y="724"/>
                </a:cubicBezTo>
                <a:cubicBezTo>
                  <a:pt x="444" y="721"/>
                  <a:pt x="444" y="717"/>
                  <a:pt x="443" y="714"/>
                </a:cubicBezTo>
                <a:cubicBezTo>
                  <a:pt x="442" y="710"/>
                  <a:pt x="441" y="707"/>
                  <a:pt x="439" y="703"/>
                </a:cubicBezTo>
                <a:cubicBezTo>
                  <a:pt x="438" y="699"/>
                  <a:pt x="437" y="696"/>
                  <a:pt x="436" y="692"/>
                </a:cubicBezTo>
                <a:cubicBezTo>
                  <a:pt x="424" y="662"/>
                  <a:pt x="404" y="628"/>
                  <a:pt x="379" y="593"/>
                </a:cubicBezTo>
                <a:cubicBezTo>
                  <a:pt x="354" y="559"/>
                  <a:pt x="326" y="522"/>
                  <a:pt x="299" y="485"/>
                </a:cubicBezTo>
                <a:cubicBezTo>
                  <a:pt x="292" y="475"/>
                  <a:pt x="285" y="466"/>
                  <a:pt x="279" y="456"/>
                </a:cubicBezTo>
                <a:cubicBezTo>
                  <a:pt x="274" y="449"/>
                  <a:pt x="274" y="449"/>
                  <a:pt x="274" y="449"/>
                </a:cubicBezTo>
                <a:cubicBezTo>
                  <a:pt x="271" y="446"/>
                  <a:pt x="271" y="446"/>
                  <a:pt x="271" y="446"/>
                </a:cubicBezTo>
                <a:cubicBezTo>
                  <a:pt x="269" y="442"/>
                  <a:pt x="269" y="442"/>
                  <a:pt x="269" y="442"/>
                </a:cubicBezTo>
                <a:cubicBezTo>
                  <a:pt x="266" y="437"/>
                  <a:pt x="263" y="433"/>
                  <a:pt x="259" y="428"/>
                </a:cubicBezTo>
                <a:cubicBezTo>
                  <a:pt x="247" y="408"/>
                  <a:pt x="235" y="389"/>
                  <a:pt x="226" y="369"/>
                </a:cubicBezTo>
                <a:cubicBezTo>
                  <a:pt x="216" y="349"/>
                  <a:pt x="208" y="330"/>
                  <a:pt x="202" y="311"/>
                </a:cubicBezTo>
                <a:cubicBezTo>
                  <a:pt x="196" y="292"/>
                  <a:pt x="191" y="273"/>
                  <a:pt x="188" y="256"/>
                </a:cubicBezTo>
                <a:cubicBezTo>
                  <a:pt x="187" y="248"/>
                  <a:pt x="185" y="240"/>
                  <a:pt x="184" y="232"/>
                </a:cubicBezTo>
                <a:cubicBezTo>
                  <a:pt x="183" y="224"/>
                  <a:pt x="182" y="216"/>
                  <a:pt x="182" y="209"/>
                </a:cubicBezTo>
                <a:cubicBezTo>
                  <a:pt x="181" y="202"/>
                  <a:pt x="181" y="196"/>
                  <a:pt x="180" y="190"/>
                </a:cubicBezTo>
                <a:cubicBezTo>
                  <a:pt x="180" y="184"/>
                  <a:pt x="180" y="178"/>
                  <a:pt x="180" y="173"/>
                </a:cubicBezTo>
                <a:cubicBezTo>
                  <a:pt x="180" y="170"/>
                  <a:pt x="179" y="168"/>
                  <a:pt x="179" y="166"/>
                </a:cubicBezTo>
                <a:cubicBezTo>
                  <a:pt x="179" y="164"/>
                  <a:pt x="179" y="161"/>
                  <a:pt x="179" y="160"/>
                </a:cubicBezTo>
                <a:cubicBezTo>
                  <a:pt x="179" y="156"/>
                  <a:pt x="179" y="152"/>
                  <a:pt x="180" y="150"/>
                </a:cubicBezTo>
                <a:cubicBezTo>
                  <a:pt x="180" y="144"/>
                  <a:pt x="180" y="141"/>
                  <a:pt x="180" y="141"/>
                </a:cubicBezTo>
                <a:cubicBezTo>
                  <a:pt x="180" y="141"/>
                  <a:pt x="180" y="144"/>
                  <a:pt x="180" y="150"/>
                </a:cubicBezTo>
                <a:cubicBezTo>
                  <a:pt x="180" y="152"/>
                  <a:pt x="180" y="156"/>
                  <a:pt x="180" y="159"/>
                </a:cubicBezTo>
                <a:cubicBezTo>
                  <a:pt x="181" y="161"/>
                  <a:pt x="181" y="164"/>
                  <a:pt x="181" y="166"/>
                </a:cubicBezTo>
                <a:cubicBezTo>
                  <a:pt x="181" y="168"/>
                  <a:pt x="181" y="170"/>
                  <a:pt x="181" y="173"/>
                </a:cubicBezTo>
                <a:cubicBezTo>
                  <a:pt x="182" y="178"/>
                  <a:pt x="182" y="183"/>
                  <a:pt x="183" y="189"/>
                </a:cubicBezTo>
                <a:cubicBezTo>
                  <a:pt x="184" y="195"/>
                  <a:pt x="184" y="202"/>
                  <a:pt x="185" y="209"/>
                </a:cubicBezTo>
                <a:cubicBezTo>
                  <a:pt x="186" y="216"/>
                  <a:pt x="188" y="223"/>
                  <a:pt x="189" y="231"/>
                </a:cubicBezTo>
                <a:cubicBezTo>
                  <a:pt x="191" y="239"/>
                  <a:pt x="192" y="247"/>
                  <a:pt x="194" y="255"/>
                </a:cubicBezTo>
                <a:cubicBezTo>
                  <a:pt x="199" y="272"/>
                  <a:pt x="204" y="289"/>
                  <a:pt x="211" y="308"/>
                </a:cubicBezTo>
                <a:cubicBezTo>
                  <a:pt x="218" y="326"/>
                  <a:pt x="227" y="344"/>
                  <a:pt x="238" y="363"/>
                </a:cubicBezTo>
                <a:cubicBezTo>
                  <a:pt x="248" y="382"/>
                  <a:pt x="260" y="400"/>
                  <a:pt x="273" y="418"/>
                </a:cubicBezTo>
                <a:cubicBezTo>
                  <a:pt x="276" y="422"/>
                  <a:pt x="280" y="427"/>
                  <a:pt x="283" y="432"/>
                </a:cubicBezTo>
                <a:cubicBezTo>
                  <a:pt x="286" y="435"/>
                  <a:pt x="286" y="435"/>
                  <a:pt x="286" y="435"/>
                </a:cubicBezTo>
                <a:cubicBezTo>
                  <a:pt x="289" y="438"/>
                  <a:pt x="289" y="438"/>
                  <a:pt x="289" y="438"/>
                </a:cubicBezTo>
                <a:cubicBezTo>
                  <a:pt x="294" y="445"/>
                  <a:pt x="294" y="445"/>
                  <a:pt x="294" y="445"/>
                </a:cubicBezTo>
                <a:cubicBezTo>
                  <a:pt x="301" y="454"/>
                  <a:pt x="308" y="463"/>
                  <a:pt x="315" y="472"/>
                </a:cubicBezTo>
                <a:cubicBezTo>
                  <a:pt x="344" y="508"/>
                  <a:pt x="374" y="542"/>
                  <a:pt x="402" y="576"/>
                </a:cubicBezTo>
                <a:cubicBezTo>
                  <a:pt x="429" y="610"/>
                  <a:pt x="453" y="645"/>
                  <a:pt x="468" y="678"/>
                </a:cubicBezTo>
                <a:cubicBezTo>
                  <a:pt x="470" y="683"/>
                  <a:pt x="472" y="687"/>
                  <a:pt x="473" y="691"/>
                </a:cubicBezTo>
                <a:cubicBezTo>
                  <a:pt x="475" y="695"/>
                  <a:pt x="477" y="699"/>
                  <a:pt x="478" y="703"/>
                </a:cubicBezTo>
                <a:cubicBezTo>
                  <a:pt x="479" y="707"/>
                  <a:pt x="480" y="711"/>
                  <a:pt x="481" y="715"/>
                </a:cubicBezTo>
                <a:cubicBezTo>
                  <a:pt x="482" y="719"/>
                  <a:pt x="484" y="722"/>
                  <a:pt x="484" y="726"/>
                </a:cubicBezTo>
                <a:cubicBezTo>
                  <a:pt x="486" y="733"/>
                  <a:pt x="488" y="740"/>
                  <a:pt x="489" y="747"/>
                </a:cubicBezTo>
                <a:cubicBezTo>
                  <a:pt x="490" y="753"/>
                  <a:pt x="490" y="759"/>
                  <a:pt x="491" y="765"/>
                </a:cubicBezTo>
                <a:cubicBezTo>
                  <a:pt x="492" y="767"/>
                  <a:pt x="492" y="770"/>
                  <a:pt x="492" y="772"/>
                </a:cubicBezTo>
                <a:cubicBezTo>
                  <a:pt x="492" y="775"/>
                  <a:pt x="492" y="777"/>
                  <a:pt x="493" y="779"/>
                </a:cubicBezTo>
                <a:cubicBezTo>
                  <a:pt x="493" y="783"/>
                  <a:pt x="493" y="786"/>
                  <a:pt x="493" y="789"/>
                </a:cubicBezTo>
                <a:cubicBezTo>
                  <a:pt x="494" y="794"/>
                  <a:pt x="494" y="797"/>
                  <a:pt x="494" y="797"/>
                </a:cubicBezTo>
                <a:cubicBezTo>
                  <a:pt x="489" y="797"/>
                  <a:pt x="489" y="797"/>
                  <a:pt x="489" y="797"/>
                </a:cubicBezTo>
                <a:cubicBezTo>
                  <a:pt x="506" y="799"/>
                  <a:pt x="524" y="800"/>
                  <a:pt x="544" y="801"/>
                </a:cubicBezTo>
                <a:cubicBezTo>
                  <a:pt x="544" y="797"/>
                  <a:pt x="544" y="793"/>
                  <a:pt x="544" y="789"/>
                </a:cubicBezTo>
                <a:cubicBezTo>
                  <a:pt x="543" y="768"/>
                  <a:pt x="540" y="738"/>
                  <a:pt x="532" y="704"/>
                </a:cubicBezTo>
                <a:cubicBezTo>
                  <a:pt x="524" y="669"/>
                  <a:pt x="507" y="631"/>
                  <a:pt x="486" y="589"/>
                </a:cubicBezTo>
                <a:cubicBezTo>
                  <a:pt x="465" y="548"/>
                  <a:pt x="441" y="505"/>
                  <a:pt x="419" y="460"/>
                </a:cubicBezTo>
                <a:cubicBezTo>
                  <a:pt x="413" y="449"/>
                  <a:pt x="407" y="438"/>
                  <a:pt x="402" y="427"/>
                </a:cubicBezTo>
                <a:cubicBezTo>
                  <a:pt x="400" y="423"/>
                  <a:pt x="400" y="423"/>
                  <a:pt x="400" y="423"/>
                </a:cubicBezTo>
                <a:cubicBezTo>
                  <a:pt x="399" y="421"/>
                  <a:pt x="399" y="421"/>
                  <a:pt x="399" y="421"/>
                </a:cubicBezTo>
                <a:cubicBezTo>
                  <a:pt x="398" y="419"/>
                  <a:pt x="398" y="419"/>
                  <a:pt x="398" y="419"/>
                </a:cubicBezTo>
                <a:cubicBezTo>
                  <a:pt x="394" y="410"/>
                  <a:pt x="394" y="410"/>
                  <a:pt x="394" y="410"/>
                </a:cubicBezTo>
                <a:cubicBezTo>
                  <a:pt x="391" y="405"/>
                  <a:pt x="389" y="399"/>
                  <a:pt x="386" y="394"/>
                </a:cubicBezTo>
                <a:cubicBezTo>
                  <a:pt x="376" y="371"/>
                  <a:pt x="367" y="348"/>
                  <a:pt x="360" y="326"/>
                </a:cubicBezTo>
                <a:cubicBezTo>
                  <a:pt x="358" y="320"/>
                  <a:pt x="356" y="315"/>
                  <a:pt x="354" y="309"/>
                </a:cubicBezTo>
                <a:cubicBezTo>
                  <a:pt x="353" y="304"/>
                  <a:pt x="351" y="298"/>
                  <a:pt x="350" y="293"/>
                </a:cubicBezTo>
                <a:cubicBezTo>
                  <a:pt x="347" y="282"/>
                  <a:pt x="343" y="271"/>
                  <a:pt x="342" y="261"/>
                </a:cubicBezTo>
                <a:cubicBezTo>
                  <a:pt x="340" y="250"/>
                  <a:pt x="338" y="240"/>
                  <a:pt x="336" y="230"/>
                </a:cubicBezTo>
                <a:cubicBezTo>
                  <a:pt x="334" y="220"/>
                  <a:pt x="333" y="210"/>
                  <a:pt x="332" y="201"/>
                </a:cubicBezTo>
                <a:cubicBezTo>
                  <a:pt x="329" y="183"/>
                  <a:pt x="328" y="166"/>
                  <a:pt x="327" y="150"/>
                </a:cubicBezTo>
                <a:cubicBezTo>
                  <a:pt x="327" y="143"/>
                  <a:pt x="326" y="136"/>
                  <a:pt x="326" y="129"/>
                </a:cubicBezTo>
                <a:cubicBezTo>
                  <a:pt x="326" y="123"/>
                  <a:pt x="326" y="117"/>
                  <a:pt x="326" y="111"/>
                </a:cubicBezTo>
                <a:cubicBezTo>
                  <a:pt x="326" y="90"/>
                  <a:pt x="326" y="77"/>
                  <a:pt x="326" y="77"/>
                </a:cubicBezTo>
                <a:cubicBezTo>
                  <a:pt x="326" y="77"/>
                  <a:pt x="327" y="89"/>
                  <a:pt x="328" y="111"/>
                </a:cubicBezTo>
                <a:cubicBezTo>
                  <a:pt x="328" y="117"/>
                  <a:pt x="329" y="123"/>
                  <a:pt x="329" y="129"/>
                </a:cubicBezTo>
                <a:cubicBezTo>
                  <a:pt x="329" y="136"/>
                  <a:pt x="331" y="143"/>
                  <a:pt x="331" y="150"/>
                </a:cubicBezTo>
                <a:cubicBezTo>
                  <a:pt x="333" y="165"/>
                  <a:pt x="335" y="182"/>
                  <a:pt x="338" y="200"/>
                </a:cubicBezTo>
                <a:cubicBezTo>
                  <a:pt x="340" y="209"/>
                  <a:pt x="342" y="219"/>
                  <a:pt x="344" y="229"/>
                </a:cubicBezTo>
                <a:cubicBezTo>
                  <a:pt x="346" y="238"/>
                  <a:pt x="349" y="248"/>
                  <a:pt x="351" y="258"/>
                </a:cubicBezTo>
                <a:cubicBezTo>
                  <a:pt x="353" y="269"/>
                  <a:pt x="357" y="279"/>
                  <a:pt x="361" y="290"/>
                </a:cubicBezTo>
                <a:cubicBezTo>
                  <a:pt x="362" y="295"/>
                  <a:pt x="364" y="300"/>
                  <a:pt x="366" y="306"/>
                </a:cubicBezTo>
                <a:cubicBezTo>
                  <a:pt x="368" y="311"/>
                  <a:pt x="370" y="316"/>
                  <a:pt x="372" y="322"/>
                </a:cubicBezTo>
                <a:cubicBezTo>
                  <a:pt x="380" y="343"/>
                  <a:pt x="390" y="364"/>
                  <a:pt x="401" y="386"/>
                </a:cubicBezTo>
                <a:cubicBezTo>
                  <a:pt x="404" y="391"/>
                  <a:pt x="407" y="397"/>
                  <a:pt x="410" y="402"/>
                </a:cubicBezTo>
                <a:cubicBezTo>
                  <a:pt x="414" y="410"/>
                  <a:pt x="414" y="410"/>
                  <a:pt x="414" y="410"/>
                </a:cubicBezTo>
                <a:cubicBezTo>
                  <a:pt x="415" y="412"/>
                  <a:pt x="415" y="412"/>
                  <a:pt x="415" y="412"/>
                </a:cubicBezTo>
                <a:cubicBezTo>
                  <a:pt x="416" y="414"/>
                  <a:pt x="416" y="414"/>
                  <a:pt x="416" y="414"/>
                </a:cubicBezTo>
                <a:cubicBezTo>
                  <a:pt x="419" y="418"/>
                  <a:pt x="419" y="418"/>
                  <a:pt x="419" y="418"/>
                </a:cubicBezTo>
                <a:cubicBezTo>
                  <a:pt x="425" y="429"/>
                  <a:pt x="431" y="440"/>
                  <a:pt x="437" y="450"/>
                </a:cubicBezTo>
                <a:cubicBezTo>
                  <a:pt x="462" y="493"/>
                  <a:pt x="488" y="535"/>
                  <a:pt x="511" y="576"/>
                </a:cubicBezTo>
                <a:cubicBezTo>
                  <a:pt x="535" y="617"/>
                  <a:pt x="555" y="657"/>
                  <a:pt x="566" y="694"/>
                </a:cubicBezTo>
                <a:cubicBezTo>
                  <a:pt x="568" y="704"/>
                  <a:pt x="571" y="713"/>
                  <a:pt x="573" y="721"/>
                </a:cubicBezTo>
                <a:cubicBezTo>
                  <a:pt x="575" y="730"/>
                  <a:pt x="577" y="738"/>
                  <a:pt x="578" y="746"/>
                </a:cubicBezTo>
                <a:cubicBezTo>
                  <a:pt x="579" y="750"/>
                  <a:pt x="579" y="754"/>
                  <a:pt x="580" y="758"/>
                </a:cubicBezTo>
                <a:cubicBezTo>
                  <a:pt x="580" y="754"/>
                  <a:pt x="581" y="750"/>
                  <a:pt x="581" y="745"/>
                </a:cubicBezTo>
                <a:cubicBezTo>
                  <a:pt x="582" y="737"/>
                  <a:pt x="582" y="729"/>
                  <a:pt x="583" y="720"/>
                </a:cubicBezTo>
                <a:cubicBezTo>
                  <a:pt x="583" y="715"/>
                  <a:pt x="584" y="711"/>
                  <a:pt x="584" y="706"/>
                </a:cubicBezTo>
                <a:cubicBezTo>
                  <a:pt x="584" y="701"/>
                  <a:pt x="585" y="697"/>
                  <a:pt x="585" y="692"/>
                </a:cubicBezTo>
                <a:cubicBezTo>
                  <a:pt x="587" y="682"/>
                  <a:pt x="588" y="672"/>
                  <a:pt x="589" y="661"/>
                </a:cubicBezTo>
                <a:cubicBezTo>
                  <a:pt x="590" y="651"/>
                  <a:pt x="592" y="640"/>
                  <a:pt x="593" y="629"/>
                </a:cubicBezTo>
                <a:cubicBezTo>
                  <a:pt x="596" y="607"/>
                  <a:pt x="601" y="584"/>
                  <a:pt x="605" y="560"/>
                </a:cubicBezTo>
                <a:cubicBezTo>
                  <a:pt x="613" y="512"/>
                  <a:pt x="623" y="462"/>
                  <a:pt x="632" y="411"/>
                </a:cubicBezTo>
                <a:cubicBezTo>
                  <a:pt x="635" y="398"/>
                  <a:pt x="637" y="386"/>
                  <a:pt x="639" y="373"/>
                </a:cubicBezTo>
                <a:cubicBezTo>
                  <a:pt x="641" y="361"/>
                  <a:pt x="643" y="348"/>
                  <a:pt x="645" y="335"/>
                </a:cubicBezTo>
                <a:cubicBezTo>
                  <a:pt x="647" y="323"/>
                  <a:pt x="649" y="311"/>
                  <a:pt x="651" y="298"/>
                </a:cubicBezTo>
                <a:cubicBezTo>
                  <a:pt x="653" y="286"/>
                  <a:pt x="654" y="274"/>
                  <a:pt x="656" y="262"/>
                </a:cubicBezTo>
                <a:cubicBezTo>
                  <a:pt x="662" y="214"/>
                  <a:pt x="665" y="169"/>
                  <a:pt x="668" y="131"/>
                </a:cubicBezTo>
                <a:cubicBezTo>
                  <a:pt x="669" y="126"/>
                  <a:pt x="669" y="121"/>
                  <a:pt x="669" y="117"/>
                </a:cubicBezTo>
                <a:cubicBezTo>
                  <a:pt x="670" y="112"/>
                  <a:pt x="670" y="108"/>
                  <a:pt x="670" y="103"/>
                </a:cubicBezTo>
                <a:cubicBezTo>
                  <a:pt x="670" y="94"/>
                  <a:pt x="671" y="86"/>
                  <a:pt x="671" y="78"/>
                </a:cubicBezTo>
                <a:cubicBezTo>
                  <a:pt x="672" y="63"/>
                  <a:pt x="672" y="49"/>
                  <a:pt x="673" y="38"/>
                </a:cubicBezTo>
                <a:cubicBezTo>
                  <a:pt x="674" y="15"/>
                  <a:pt x="674" y="2"/>
                  <a:pt x="674" y="2"/>
                </a:cubicBezTo>
                <a:cubicBezTo>
                  <a:pt x="674" y="2"/>
                  <a:pt x="674" y="15"/>
                  <a:pt x="674" y="38"/>
                </a:cubicBezTo>
                <a:cubicBezTo>
                  <a:pt x="675" y="49"/>
                  <a:pt x="675" y="63"/>
                  <a:pt x="675" y="78"/>
                </a:cubicBezTo>
                <a:cubicBezTo>
                  <a:pt x="675" y="86"/>
                  <a:pt x="675" y="95"/>
                  <a:pt x="675" y="103"/>
                </a:cubicBezTo>
                <a:cubicBezTo>
                  <a:pt x="675" y="108"/>
                  <a:pt x="675" y="112"/>
                  <a:pt x="675" y="117"/>
                </a:cubicBezTo>
                <a:cubicBezTo>
                  <a:pt x="675" y="122"/>
                  <a:pt x="675" y="126"/>
                  <a:pt x="675" y="131"/>
                </a:cubicBezTo>
                <a:cubicBezTo>
                  <a:pt x="673" y="170"/>
                  <a:pt x="673" y="215"/>
                  <a:pt x="669" y="263"/>
                </a:cubicBezTo>
                <a:cubicBezTo>
                  <a:pt x="668" y="275"/>
                  <a:pt x="667" y="288"/>
                  <a:pt x="666" y="300"/>
                </a:cubicBezTo>
                <a:cubicBezTo>
                  <a:pt x="665" y="313"/>
                  <a:pt x="664" y="325"/>
                  <a:pt x="662" y="338"/>
                </a:cubicBezTo>
                <a:cubicBezTo>
                  <a:pt x="661" y="350"/>
                  <a:pt x="659" y="363"/>
                  <a:pt x="658" y="376"/>
                </a:cubicBezTo>
                <a:cubicBezTo>
                  <a:pt x="656" y="389"/>
                  <a:pt x="655" y="401"/>
                  <a:pt x="653" y="414"/>
                </a:cubicBezTo>
                <a:cubicBezTo>
                  <a:pt x="646" y="466"/>
                  <a:pt x="639" y="517"/>
                  <a:pt x="633" y="564"/>
                </a:cubicBezTo>
                <a:cubicBezTo>
                  <a:pt x="630" y="588"/>
                  <a:pt x="627" y="611"/>
                  <a:pt x="625" y="633"/>
                </a:cubicBezTo>
                <a:cubicBezTo>
                  <a:pt x="624" y="644"/>
                  <a:pt x="623" y="655"/>
                  <a:pt x="622" y="665"/>
                </a:cubicBezTo>
                <a:cubicBezTo>
                  <a:pt x="622" y="675"/>
                  <a:pt x="621" y="685"/>
                  <a:pt x="621" y="695"/>
                </a:cubicBezTo>
                <a:cubicBezTo>
                  <a:pt x="620" y="699"/>
                  <a:pt x="620" y="704"/>
                  <a:pt x="620" y="708"/>
                </a:cubicBezTo>
                <a:cubicBezTo>
                  <a:pt x="620" y="713"/>
                  <a:pt x="620" y="717"/>
                  <a:pt x="619" y="722"/>
                </a:cubicBezTo>
                <a:cubicBezTo>
                  <a:pt x="619" y="730"/>
                  <a:pt x="619" y="739"/>
                  <a:pt x="619" y="746"/>
                </a:cubicBezTo>
                <a:cubicBezTo>
                  <a:pt x="618" y="762"/>
                  <a:pt x="619" y="776"/>
                  <a:pt x="619" y="787"/>
                </a:cubicBezTo>
                <a:cubicBezTo>
                  <a:pt x="619" y="791"/>
                  <a:pt x="619" y="796"/>
                  <a:pt x="619" y="799"/>
                </a:cubicBezTo>
                <a:cubicBezTo>
                  <a:pt x="641" y="798"/>
                  <a:pt x="661" y="796"/>
                  <a:pt x="678" y="793"/>
                </a:cubicBezTo>
                <a:cubicBezTo>
                  <a:pt x="678" y="791"/>
                  <a:pt x="678" y="788"/>
                  <a:pt x="678" y="786"/>
                </a:cubicBezTo>
                <a:cubicBezTo>
                  <a:pt x="679" y="781"/>
                  <a:pt x="679" y="776"/>
                  <a:pt x="680" y="770"/>
                </a:cubicBezTo>
                <a:cubicBezTo>
                  <a:pt x="680" y="764"/>
                  <a:pt x="681" y="758"/>
                  <a:pt x="682" y="751"/>
                </a:cubicBezTo>
                <a:cubicBezTo>
                  <a:pt x="682" y="744"/>
                  <a:pt x="684" y="736"/>
                  <a:pt x="685" y="728"/>
                </a:cubicBezTo>
                <a:cubicBezTo>
                  <a:pt x="686" y="720"/>
                  <a:pt x="689" y="712"/>
                  <a:pt x="691" y="703"/>
                </a:cubicBezTo>
                <a:cubicBezTo>
                  <a:pt x="693" y="694"/>
                  <a:pt x="696" y="684"/>
                  <a:pt x="699" y="675"/>
                </a:cubicBezTo>
                <a:cubicBezTo>
                  <a:pt x="711" y="636"/>
                  <a:pt x="733" y="595"/>
                  <a:pt x="758" y="554"/>
                </a:cubicBezTo>
                <a:cubicBezTo>
                  <a:pt x="783" y="512"/>
                  <a:pt x="811" y="470"/>
                  <a:pt x="838" y="426"/>
                </a:cubicBezTo>
                <a:cubicBezTo>
                  <a:pt x="845" y="415"/>
                  <a:pt x="851" y="404"/>
                  <a:pt x="858" y="393"/>
                </a:cubicBezTo>
                <a:cubicBezTo>
                  <a:pt x="860" y="391"/>
                  <a:pt x="861" y="388"/>
                  <a:pt x="863" y="385"/>
                </a:cubicBezTo>
                <a:cubicBezTo>
                  <a:pt x="868" y="377"/>
                  <a:pt x="868" y="377"/>
                  <a:pt x="868" y="377"/>
                </a:cubicBezTo>
                <a:cubicBezTo>
                  <a:pt x="871" y="371"/>
                  <a:pt x="874" y="366"/>
                  <a:pt x="877" y="360"/>
                </a:cubicBezTo>
                <a:cubicBezTo>
                  <a:pt x="881" y="352"/>
                  <a:pt x="881" y="352"/>
                  <a:pt x="881" y="352"/>
                </a:cubicBezTo>
                <a:cubicBezTo>
                  <a:pt x="886" y="344"/>
                  <a:pt x="886" y="344"/>
                  <a:pt x="886" y="344"/>
                </a:cubicBezTo>
                <a:cubicBezTo>
                  <a:pt x="888" y="338"/>
                  <a:pt x="891" y="333"/>
                  <a:pt x="894" y="327"/>
                </a:cubicBezTo>
                <a:cubicBezTo>
                  <a:pt x="900" y="317"/>
                  <a:pt x="904" y="305"/>
                  <a:pt x="909" y="294"/>
                </a:cubicBezTo>
                <a:cubicBezTo>
                  <a:pt x="911" y="289"/>
                  <a:pt x="913" y="284"/>
                  <a:pt x="915" y="278"/>
                </a:cubicBezTo>
                <a:cubicBezTo>
                  <a:pt x="917" y="273"/>
                  <a:pt x="919" y="267"/>
                  <a:pt x="921" y="262"/>
                </a:cubicBezTo>
                <a:cubicBezTo>
                  <a:pt x="923" y="256"/>
                  <a:pt x="925" y="251"/>
                  <a:pt x="927" y="246"/>
                </a:cubicBezTo>
                <a:cubicBezTo>
                  <a:pt x="927" y="243"/>
                  <a:pt x="929" y="240"/>
                  <a:pt x="929" y="238"/>
                </a:cubicBezTo>
                <a:cubicBezTo>
                  <a:pt x="930" y="235"/>
                  <a:pt x="931" y="232"/>
                  <a:pt x="931" y="230"/>
                </a:cubicBezTo>
                <a:cubicBezTo>
                  <a:pt x="934" y="219"/>
                  <a:pt x="937" y="209"/>
                  <a:pt x="940" y="199"/>
                </a:cubicBezTo>
                <a:cubicBezTo>
                  <a:pt x="942" y="189"/>
                  <a:pt x="943" y="179"/>
                  <a:pt x="945" y="170"/>
                </a:cubicBezTo>
                <a:cubicBezTo>
                  <a:pt x="946" y="165"/>
                  <a:pt x="947" y="160"/>
                  <a:pt x="948" y="156"/>
                </a:cubicBezTo>
                <a:cubicBezTo>
                  <a:pt x="948" y="154"/>
                  <a:pt x="949" y="151"/>
                  <a:pt x="949" y="149"/>
                </a:cubicBezTo>
                <a:cubicBezTo>
                  <a:pt x="949" y="147"/>
                  <a:pt x="950" y="145"/>
                  <a:pt x="950" y="143"/>
                </a:cubicBezTo>
                <a:cubicBezTo>
                  <a:pt x="951" y="134"/>
                  <a:pt x="952" y="126"/>
                  <a:pt x="953" y="118"/>
                </a:cubicBezTo>
                <a:cubicBezTo>
                  <a:pt x="954" y="110"/>
                  <a:pt x="955" y="103"/>
                  <a:pt x="955" y="96"/>
                </a:cubicBezTo>
                <a:cubicBezTo>
                  <a:pt x="956" y="89"/>
                  <a:pt x="956" y="83"/>
                  <a:pt x="956" y="78"/>
                </a:cubicBezTo>
                <a:cubicBezTo>
                  <a:pt x="958" y="55"/>
                  <a:pt x="958" y="42"/>
                  <a:pt x="958" y="42"/>
                </a:cubicBezTo>
                <a:cubicBezTo>
                  <a:pt x="958" y="42"/>
                  <a:pt x="958" y="55"/>
                  <a:pt x="958" y="78"/>
                </a:cubicBezTo>
                <a:cubicBezTo>
                  <a:pt x="958" y="83"/>
                  <a:pt x="958" y="90"/>
                  <a:pt x="958" y="96"/>
                </a:cubicBezTo>
                <a:cubicBezTo>
                  <a:pt x="958" y="103"/>
                  <a:pt x="957" y="110"/>
                  <a:pt x="957" y="118"/>
                </a:cubicBezTo>
                <a:cubicBezTo>
                  <a:pt x="956" y="126"/>
                  <a:pt x="956" y="134"/>
                  <a:pt x="955" y="143"/>
                </a:cubicBezTo>
                <a:cubicBezTo>
                  <a:pt x="955" y="145"/>
                  <a:pt x="955" y="148"/>
                  <a:pt x="955" y="150"/>
                </a:cubicBezTo>
                <a:cubicBezTo>
                  <a:pt x="954" y="152"/>
                  <a:pt x="954" y="154"/>
                  <a:pt x="954" y="157"/>
                </a:cubicBezTo>
                <a:cubicBezTo>
                  <a:pt x="953" y="161"/>
                  <a:pt x="952" y="166"/>
                  <a:pt x="952" y="171"/>
                </a:cubicBezTo>
                <a:cubicBezTo>
                  <a:pt x="950" y="180"/>
                  <a:pt x="949" y="190"/>
                  <a:pt x="947" y="200"/>
                </a:cubicBezTo>
                <a:cubicBezTo>
                  <a:pt x="945" y="211"/>
                  <a:pt x="943" y="221"/>
                  <a:pt x="941" y="232"/>
                </a:cubicBezTo>
                <a:cubicBezTo>
                  <a:pt x="940" y="235"/>
                  <a:pt x="940" y="238"/>
                  <a:pt x="939" y="240"/>
                </a:cubicBezTo>
                <a:cubicBezTo>
                  <a:pt x="938" y="243"/>
                  <a:pt x="937" y="246"/>
                  <a:pt x="937" y="249"/>
                </a:cubicBezTo>
                <a:cubicBezTo>
                  <a:pt x="935" y="254"/>
                  <a:pt x="934" y="260"/>
                  <a:pt x="932" y="265"/>
                </a:cubicBezTo>
                <a:cubicBezTo>
                  <a:pt x="930" y="271"/>
                  <a:pt x="929" y="276"/>
                  <a:pt x="927" y="282"/>
                </a:cubicBezTo>
                <a:cubicBezTo>
                  <a:pt x="925" y="288"/>
                  <a:pt x="923" y="293"/>
                  <a:pt x="921" y="299"/>
                </a:cubicBezTo>
                <a:cubicBezTo>
                  <a:pt x="917" y="311"/>
                  <a:pt x="913" y="322"/>
                  <a:pt x="907" y="334"/>
                </a:cubicBezTo>
                <a:cubicBezTo>
                  <a:pt x="905" y="339"/>
                  <a:pt x="902" y="345"/>
                  <a:pt x="900" y="351"/>
                </a:cubicBezTo>
                <a:cubicBezTo>
                  <a:pt x="896" y="360"/>
                  <a:pt x="896" y="360"/>
                  <a:pt x="896" y="360"/>
                </a:cubicBezTo>
                <a:cubicBezTo>
                  <a:pt x="892" y="368"/>
                  <a:pt x="892" y="368"/>
                  <a:pt x="892" y="368"/>
                </a:cubicBezTo>
                <a:cubicBezTo>
                  <a:pt x="889" y="374"/>
                  <a:pt x="886" y="380"/>
                  <a:pt x="883" y="385"/>
                </a:cubicBezTo>
                <a:cubicBezTo>
                  <a:pt x="879" y="394"/>
                  <a:pt x="879" y="394"/>
                  <a:pt x="879" y="394"/>
                </a:cubicBezTo>
                <a:cubicBezTo>
                  <a:pt x="877" y="397"/>
                  <a:pt x="876" y="400"/>
                  <a:pt x="875" y="403"/>
                </a:cubicBezTo>
                <a:cubicBezTo>
                  <a:pt x="868" y="414"/>
                  <a:pt x="862" y="425"/>
                  <a:pt x="856" y="436"/>
                </a:cubicBezTo>
                <a:cubicBezTo>
                  <a:pt x="832" y="482"/>
                  <a:pt x="805" y="526"/>
                  <a:pt x="783" y="568"/>
                </a:cubicBezTo>
                <a:cubicBezTo>
                  <a:pt x="760" y="610"/>
                  <a:pt x="742" y="649"/>
                  <a:pt x="733" y="685"/>
                </a:cubicBezTo>
                <a:cubicBezTo>
                  <a:pt x="723" y="720"/>
                  <a:pt x="720" y="751"/>
                  <a:pt x="719" y="772"/>
                </a:cubicBezTo>
                <a:cubicBezTo>
                  <a:pt x="719" y="776"/>
                  <a:pt x="719" y="780"/>
                  <a:pt x="719" y="784"/>
                </a:cubicBezTo>
                <a:cubicBezTo>
                  <a:pt x="765" y="772"/>
                  <a:pt x="789" y="757"/>
                  <a:pt x="796" y="751"/>
                </a:cubicBezTo>
                <a:cubicBezTo>
                  <a:pt x="796" y="750"/>
                  <a:pt x="796" y="748"/>
                  <a:pt x="796" y="747"/>
                </a:cubicBezTo>
                <a:cubicBezTo>
                  <a:pt x="796" y="744"/>
                  <a:pt x="796" y="742"/>
                  <a:pt x="797" y="739"/>
                </a:cubicBezTo>
                <a:cubicBezTo>
                  <a:pt x="797" y="737"/>
                  <a:pt x="797" y="734"/>
                  <a:pt x="798" y="731"/>
                </a:cubicBezTo>
                <a:cubicBezTo>
                  <a:pt x="798" y="724"/>
                  <a:pt x="799" y="718"/>
                  <a:pt x="800" y="710"/>
                </a:cubicBezTo>
                <a:cubicBezTo>
                  <a:pt x="801" y="703"/>
                  <a:pt x="803" y="695"/>
                  <a:pt x="805" y="687"/>
                </a:cubicBezTo>
                <a:cubicBezTo>
                  <a:pt x="805" y="684"/>
                  <a:pt x="806" y="682"/>
                  <a:pt x="806" y="680"/>
                </a:cubicBezTo>
                <a:cubicBezTo>
                  <a:pt x="807" y="678"/>
                  <a:pt x="807" y="676"/>
                  <a:pt x="808" y="674"/>
                </a:cubicBezTo>
                <a:cubicBezTo>
                  <a:pt x="809" y="669"/>
                  <a:pt x="810" y="665"/>
                  <a:pt x="812" y="660"/>
                </a:cubicBezTo>
                <a:cubicBezTo>
                  <a:pt x="813" y="656"/>
                  <a:pt x="815" y="651"/>
                  <a:pt x="816" y="646"/>
                </a:cubicBezTo>
                <a:cubicBezTo>
                  <a:pt x="818" y="642"/>
                  <a:pt x="820" y="637"/>
                  <a:pt x="822" y="632"/>
                </a:cubicBezTo>
                <a:cubicBezTo>
                  <a:pt x="838" y="593"/>
                  <a:pt x="864" y="552"/>
                  <a:pt x="894" y="511"/>
                </a:cubicBezTo>
                <a:cubicBezTo>
                  <a:pt x="924" y="471"/>
                  <a:pt x="957" y="430"/>
                  <a:pt x="989" y="387"/>
                </a:cubicBezTo>
                <a:cubicBezTo>
                  <a:pt x="997" y="377"/>
                  <a:pt x="1004" y="366"/>
                  <a:pt x="1012" y="355"/>
                </a:cubicBezTo>
                <a:cubicBezTo>
                  <a:pt x="1018" y="347"/>
                  <a:pt x="1018" y="347"/>
                  <a:pt x="1018" y="347"/>
                </a:cubicBezTo>
                <a:cubicBezTo>
                  <a:pt x="1020" y="345"/>
                  <a:pt x="1022" y="342"/>
                  <a:pt x="1024" y="339"/>
                </a:cubicBezTo>
                <a:cubicBezTo>
                  <a:pt x="1027" y="334"/>
                  <a:pt x="1031" y="328"/>
                  <a:pt x="1035" y="323"/>
                </a:cubicBezTo>
                <a:cubicBezTo>
                  <a:pt x="1049" y="302"/>
                  <a:pt x="1062" y="280"/>
                  <a:pt x="1074" y="258"/>
                </a:cubicBezTo>
                <a:cubicBezTo>
                  <a:pt x="1085" y="236"/>
                  <a:pt x="1094" y="214"/>
                  <a:pt x="1102" y="193"/>
                </a:cubicBezTo>
                <a:cubicBezTo>
                  <a:pt x="1110" y="171"/>
                  <a:pt x="1115" y="150"/>
                  <a:pt x="1120" y="131"/>
                </a:cubicBezTo>
                <a:cubicBezTo>
                  <a:pt x="1122" y="121"/>
                  <a:pt x="1124" y="112"/>
                  <a:pt x="1125" y="103"/>
                </a:cubicBezTo>
                <a:cubicBezTo>
                  <a:pt x="1127" y="94"/>
                  <a:pt x="1128" y="86"/>
                  <a:pt x="1129" y="78"/>
                </a:cubicBezTo>
                <a:cubicBezTo>
                  <a:pt x="1130" y="70"/>
                  <a:pt x="1131" y="62"/>
                  <a:pt x="1132" y="55"/>
                </a:cubicBezTo>
                <a:cubicBezTo>
                  <a:pt x="1133" y="48"/>
                  <a:pt x="1133" y="42"/>
                  <a:pt x="1134" y="36"/>
                </a:cubicBezTo>
                <a:cubicBezTo>
                  <a:pt x="1134" y="30"/>
                  <a:pt x="1134" y="25"/>
                  <a:pt x="1134" y="21"/>
                </a:cubicBezTo>
                <a:cubicBezTo>
                  <a:pt x="1135" y="16"/>
                  <a:pt x="1135" y="12"/>
                  <a:pt x="1135" y="9"/>
                </a:cubicBezTo>
                <a:cubicBezTo>
                  <a:pt x="1135" y="3"/>
                  <a:pt x="1135" y="0"/>
                  <a:pt x="1135" y="0"/>
                </a:cubicBezTo>
                <a:cubicBezTo>
                  <a:pt x="1135" y="0"/>
                  <a:pt x="1135" y="3"/>
                  <a:pt x="1135" y="9"/>
                </a:cubicBezTo>
                <a:cubicBezTo>
                  <a:pt x="1135" y="12"/>
                  <a:pt x="1135" y="16"/>
                  <a:pt x="1135" y="21"/>
                </a:cubicBezTo>
                <a:cubicBezTo>
                  <a:pt x="1136" y="25"/>
                  <a:pt x="1136" y="30"/>
                  <a:pt x="1135" y="36"/>
                </a:cubicBezTo>
                <a:close/>
                <a:moveTo>
                  <a:pt x="568" y="901"/>
                </a:moveTo>
                <a:cubicBezTo>
                  <a:pt x="398" y="901"/>
                  <a:pt x="337" y="850"/>
                  <a:pt x="337" y="849"/>
                </a:cubicBezTo>
                <a:cubicBezTo>
                  <a:pt x="320" y="868"/>
                  <a:pt x="320" y="868"/>
                  <a:pt x="320" y="868"/>
                </a:cubicBezTo>
                <a:cubicBezTo>
                  <a:pt x="302" y="887"/>
                  <a:pt x="302" y="887"/>
                  <a:pt x="302" y="887"/>
                </a:cubicBezTo>
                <a:cubicBezTo>
                  <a:pt x="305" y="890"/>
                  <a:pt x="374" y="953"/>
                  <a:pt x="568" y="953"/>
                </a:cubicBezTo>
                <a:cubicBezTo>
                  <a:pt x="761" y="953"/>
                  <a:pt x="830" y="890"/>
                  <a:pt x="833" y="887"/>
                </a:cubicBezTo>
                <a:cubicBezTo>
                  <a:pt x="799" y="849"/>
                  <a:pt x="799" y="849"/>
                  <a:pt x="799" y="849"/>
                </a:cubicBezTo>
                <a:cubicBezTo>
                  <a:pt x="798" y="850"/>
                  <a:pt x="738" y="901"/>
                  <a:pt x="568" y="901"/>
                </a:cubicBezTo>
                <a:close/>
                <a:moveTo>
                  <a:pt x="568" y="1001"/>
                </a:moveTo>
                <a:cubicBezTo>
                  <a:pt x="398" y="1001"/>
                  <a:pt x="337" y="950"/>
                  <a:pt x="337" y="949"/>
                </a:cubicBezTo>
                <a:cubicBezTo>
                  <a:pt x="320" y="968"/>
                  <a:pt x="320" y="968"/>
                  <a:pt x="320" y="968"/>
                </a:cubicBezTo>
                <a:cubicBezTo>
                  <a:pt x="302" y="987"/>
                  <a:pt x="302" y="987"/>
                  <a:pt x="302" y="987"/>
                </a:cubicBezTo>
                <a:cubicBezTo>
                  <a:pt x="305" y="990"/>
                  <a:pt x="374" y="1053"/>
                  <a:pt x="568" y="1053"/>
                </a:cubicBezTo>
                <a:cubicBezTo>
                  <a:pt x="761" y="1053"/>
                  <a:pt x="830" y="990"/>
                  <a:pt x="833" y="987"/>
                </a:cubicBezTo>
                <a:cubicBezTo>
                  <a:pt x="799" y="949"/>
                  <a:pt x="799" y="949"/>
                  <a:pt x="799" y="949"/>
                </a:cubicBezTo>
                <a:cubicBezTo>
                  <a:pt x="798" y="950"/>
                  <a:pt x="738" y="1001"/>
                  <a:pt x="568" y="1001"/>
                </a:cubicBezTo>
                <a:close/>
                <a:moveTo>
                  <a:pt x="799" y="1049"/>
                </a:moveTo>
                <a:cubicBezTo>
                  <a:pt x="798" y="1050"/>
                  <a:pt x="738" y="1101"/>
                  <a:pt x="568" y="1101"/>
                </a:cubicBezTo>
                <a:cubicBezTo>
                  <a:pt x="398" y="1101"/>
                  <a:pt x="337" y="1050"/>
                  <a:pt x="337" y="1049"/>
                </a:cubicBezTo>
                <a:cubicBezTo>
                  <a:pt x="320" y="1068"/>
                  <a:pt x="320" y="1068"/>
                  <a:pt x="320" y="1068"/>
                </a:cubicBezTo>
                <a:cubicBezTo>
                  <a:pt x="302" y="1087"/>
                  <a:pt x="302" y="1087"/>
                  <a:pt x="302" y="1087"/>
                </a:cubicBezTo>
                <a:cubicBezTo>
                  <a:pt x="304" y="1089"/>
                  <a:pt x="335" y="1117"/>
                  <a:pt x="411" y="1135"/>
                </a:cubicBezTo>
                <a:cubicBezTo>
                  <a:pt x="430" y="1156"/>
                  <a:pt x="477" y="1193"/>
                  <a:pt x="568" y="1193"/>
                </a:cubicBezTo>
                <a:cubicBezTo>
                  <a:pt x="658" y="1193"/>
                  <a:pt x="706" y="1156"/>
                  <a:pt x="725" y="1135"/>
                </a:cubicBezTo>
                <a:cubicBezTo>
                  <a:pt x="801" y="1117"/>
                  <a:pt x="831" y="1089"/>
                  <a:pt x="833" y="1087"/>
                </a:cubicBezTo>
                <a:lnTo>
                  <a:pt x="799" y="1049"/>
                </a:lnTo>
                <a:close/>
              </a:path>
            </a:pathLst>
          </a:custGeom>
          <a:solidFill>
            <a:schemeClr val="bg1">
              <a:lumMod val="85000"/>
            </a:schemeClr>
          </a:solidFill>
          <a:ln>
            <a:noFill/>
          </a:ln>
        </p:spPr>
        <p:txBody>
          <a:bodyPr anchor="ctr"/>
          <a:lstStyle/>
          <a:p>
            <a:pPr algn="ctr"/>
            <a:endParaRPr dirty="0"/>
          </a:p>
        </p:txBody>
      </p:sp>
      <p:sp>
        <p:nvSpPr>
          <p:cNvPr id="18" name="千图PPT彼岸天：ID 8661124库_任意多边形 37">
            <a:extLst>
              <a:ext uri="{FF2B5EF4-FFF2-40B4-BE49-F238E27FC236}">
                <a16:creationId xmlns:a16="http://schemas.microsoft.com/office/drawing/2014/main" id="{F1D2D39E-6465-4A31-A4A5-5313CE1974D0}"/>
              </a:ext>
            </a:extLst>
          </p:cNvPr>
          <p:cNvSpPr/>
          <p:nvPr>
            <p:custDataLst>
              <p:tags r:id="rId2"/>
            </p:custDataLst>
          </p:nvPr>
        </p:nvSpPr>
        <p:spPr bwMode="auto">
          <a:xfrm>
            <a:off x="5924872" y="1868538"/>
            <a:ext cx="778503" cy="1449313"/>
          </a:xfrm>
          <a:custGeom>
            <a:avLst/>
            <a:gdLst>
              <a:gd name="T0" fmla="*/ 270 w 360"/>
              <a:gd name="T1" fmla="*/ 462 h 671"/>
              <a:gd name="T2" fmla="*/ 335 w 360"/>
              <a:gd name="T3" fmla="*/ 393 h 671"/>
              <a:gd name="T4" fmla="*/ 341 w 360"/>
              <a:gd name="T5" fmla="*/ 382 h 671"/>
              <a:gd name="T6" fmla="*/ 359 w 360"/>
              <a:gd name="T7" fmla="*/ 296 h 671"/>
              <a:gd name="T8" fmla="*/ 356 w 360"/>
              <a:gd name="T9" fmla="*/ 250 h 671"/>
              <a:gd name="T10" fmla="*/ 336 w 360"/>
              <a:gd name="T11" fmla="*/ 292 h 671"/>
              <a:gd name="T12" fmla="*/ 305 w 360"/>
              <a:gd name="T13" fmla="*/ 132 h 671"/>
              <a:gd name="T14" fmla="*/ 195 w 360"/>
              <a:gd name="T15" fmla="*/ 0 h 671"/>
              <a:gd name="T16" fmla="*/ 176 w 360"/>
              <a:gd name="T17" fmla="*/ 93 h 671"/>
              <a:gd name="T18" fmla="*/ 10 w 360"/>
              <a:gd name="T19" fmla="*/ 344 h 671"/>
              <a:gd name="T20" fmla="*/ 20 w 360"/>
              <a:gd name="T21" fmla="*/ 448 h 671"/>
              <a:gd name="T22" fmla="*/ 3 w 360"/>
              <a:gd name="T23" fmla="*/ 432 h 671"/>
              <a:gd name="T24" fmla="*/ 160 w 360"/>
              <a:gd name="T25" fmla="*/ 671 h 671"/>
              <a:gd name="T26" fmla="*/ 101 w 360"/>
              <a:gd name="T27" fmla="*/ 497 h 671"/>
              <a:gd name="T28" fmla="*/ 181 w 360"/>
              <a:gd name="T29" fmla="*/ 237 h 671"/>
              <a:gd name="T30" fmla="*/ 115 w 360"/>
              <a:gd name="T31" fmla="*/ 495 h 671"/>
              <a:gd name="T32" fmla="*/ 177 w 360"/>
              <a:gd name="T33" fmla="*/ 656 h 671"/>
              <a:gd name="T34" fmla="*/ 184 w 360"/>
              <a:gd name="T35" fmla="*/ 592 h 671"/>
              <a:gd name="T36" fmla="*/ 322 w 360"/>
              <a:gd name="T37" fmla="*/ 440 h 671"/>
              <a:gd name="T38" fmla="*/ 270 w 360"/>
              <a:gd name="T39" fmla="*/ 462 h 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60" h="671">
                <a:moveTo>
                  <a:pt x="270" y="462"/>
                </a:moveTo>
                <a:cubicBezTo>
                  <a:pt x="270" y="462"/>
                  <a:pt x="313" y="430"/>
                  <a:pt x="335" y="393"/>
                </a:cubicBezTo>
                <a:cubicBezTo>
                  <a:pt x="337" y="389"/>
                  <a:pt x="339" y="386"/>
                  <a:pt x="341" y="382"/>
                </a:cubicBezTo>
                <a:cubicBezTo>
                  <a:pt x="352" y="356"/>
                  <a:pt x="358" y="327"/>
                  <a:pt x="359" y="296"/>
                </a:cubicBezTo>
                <a:cubicBezTo>
                  <a:pt x="360" y="280"/>
                  <a:pt x="359" y="265"/>
                  <a:pt x="356" y="250"/>
                </a:cubicBezTo>
                <a:cubicBezTo>
                  <a:pt x="346" y="274"/>
                  <a:pt x="336" y="292"/>
                  <a:pt x="336" y="292"/>
                </a:cubicBezTo>
                <a:cubicBezTo>
                  <a:pt x="336" y="292"/>
                  <a:pt x="358" y="242"/>
                  <a:pt x="305" y="132"/>
                </a:cubicBezTo>
                <a:cubicBezTo>
                  <a:pt x="272" y="64"/>
                  <a:pt x="195" y="0"/>
                  <a:pt x="195" y="0"/>
                </a:cubicBezTo>
                <a:cubicBezTo>
                  <a:pt x="195" y="0"/>
                  <a:pt x="210" y="31"/>
                  <a:pt x="176" y="93"/>
                </a:cubicBezTo>
                <a:cubicBezTo>
                  <a:pt x="148" y="143"/>
                  <a:pt x="30" y="208"/>
                  <a:pt x="10" y="344"/>
                </a:cubicBezTo>
                <a:cubicBezTo>
                  <a:pt x="0" y="407"/>
                  <a:pt x="20" y="448"/>
                  <a:pt x="20" y="448"/>
                </a:cubicBezTo>
                <a:cubicBezTo>
                  <a:pt x="20" y="448"/>
                  <a:pt x="13" y="448"/>
                  <a:pt x="3" y="432"/>
                </a:cubicBezTo>
                <a:cubicBezTo>
                  <a:pt x="20" y="565"/>
                  <a:pt x="160" y="671"/>
                  <a:pt x="160" y="671"/>
                </a:cubicBezTo>
                <a:cubicBezTo>
                  <a:pt x="160" y="671"/>
                  <a:pt x="115" y="626"/>
                  <a:pt x="101" y="497"/>
                </a:cubicBezTo>
                <a:cubicBezTo>
                  <a:pt x="86" y="357"/>
                  <a:pt x="181" y="237"/>
                  <a:pt x="181" y="237"/>
                </a:cubicBezTo>
                <a:cubicBezTo>
                  <a:pt x="181" y="237"/>
                  <a:pt x="96" y="368"/>
                  <a:pt x="115" y="495"/>
                </a:cubicBezTo>
                <a:cubicBezTo>
                  <a:pt x="127" y="582"/>
                  <a:pt x="163" y="636"/>
                  <a:pt x="177" y="656"/>
                </a:cubicBezTo>
                <a:cubicBezTo>
                  <a:pt x="172" y="646"/>
                  <a:pt x="168" y="627"/>
                  <a:pt x="184" y="592"/>
                </a:cubicBezTo>
                <a:cubicBezTo>
                  <a:pt x="207" y="540"/>
                  <a:pt x="275" y="507"/>
                  <a:pt x="322" y="440"/>
                </a:cubicBezTo>
                <a:cubicBezTo>
                  <a:pt x="294" y="456"/>
                  <a:pt x="270" y="462"/>
                  <a:pt x="270" y="46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19" name="千图PPT彼岸天：ID 8661124库_任意多边形 38">
            <a:extLst>
              <a:ext uri="{FF2B5EF4-FFF2-40B4-BE49-F238E27FC236}">
                <a16:creationId xmlns:a16="http://schemas.microsoft.com/office/drawing/2014/main" id="{F751C431-F284-483D-8BAE-B389D9DFA125}"/>
              </a:ext>
            </a:extLst>
          </p:cNvPr>
          <p:cNvSpPr/>
          <p:nvPr>
            <p:custDataLst>
              <p:tags r:id="rId3"/>
            </p:custDataLst>
          </p:nvPr>
        </p:nvSpPr>
        <p:spPr bwMode="auto">
          <a:xfrm>
            <a:off x="6385768" y="2870645"/>
            <a:ext cx="549424" cy="1109801"/>
          </a:xfrm>
          <a:custGeom>
            <a:avLst/>
            <a:gdLst>
              <a:gd name="T0" fmla="*/ 201 w 254"/>
              <a:gd name="T1" fmla="*/ 353 h 514"/>
              <a:gd name="T2" fmla="*/ 243 w 254"/>
              <a:gd name="T3" fmla="*/ 299 h 514"/>
              <a:gd name="T4" fmla="*/ 247 w 254"/>
              <a:gd name="T5" fmla="*/ 291 h 514"/>
              <a:gd name="T6" fmla="*/ 253 w 254"/>
              <a:gd name="T7" fmla="*/ 225 h 514"/>
              <a:gd name="T8" fmla="*/ 246 w 254"/>
              <a:gd name="T9" fmla="*/ 190 h 514"/>
              <a:gd name="T10" fmla="*/ 235 w 254"/>
              <a:gd name="T11" fmla="*/ 222 h 514"/>
              <a:gd name="T12" fmla="*/ 199 w 254"/>
              <a:gd name="T13" fmla="*/ 100 h 514"/>
              <a:gd name="T14" fmla="*/ 108 w 254"/>
              <a:gd name="T15" fmla="*/ 0 h 514"/>
              <a:gd name="T16" fmla="*/ 102 w 254"/>
              <a:gd name="T17" fmla="*/ 71 h 514"/>
              <a:gd name="T18" fmla="*/ 2 w 254"/>
              <a:gd name="T19" fmla="*/ 265 h 514"/>
              <a:gd name="T20" fmla="*/ 18 w 254"/>
              <a:gd name="T21" fmla="*/ 345 h 514"/>
              <a:gd name="T22" fmla="*/ 4 w 254"/>
              <a:gd name="T23" fmla="*/ 333 h 514"/>
              <a:gd name="T24" fmla="*/ 139 w 254"/>
              <a:gd name="T25" fmla="*/ 514 h 514"/>
              <a:gd name="T26" fmla="*/ 81 w 254"/>
              <a:gd name="T27" fmla="*/ 381 h 514"/>
              <a:gd name="T28" fmla="*/ 118 w 254"/>
              <a:gd name="T29" fmla="*/ 181 h 514"/>
              <a:gd name="T30" fmla="*/ 91 w 254"/>
              <a:gd name="T31" fmla="*/ 380 h 514"/>
              <a:gd name="T32" fmla="*/ 150 w 254"/>
              <a:gd name="T33" fmla="*/ 502 h 514"/>
              <a:gd name="T34" fmla="*/ 149 w 254"/>
              <a:gd name="T35" fmla="*/ 453 h 514"/>
              <a:gd name="T36" fmla="*/ 237 w 254"/>
              <a:gd name="T37" fmla="*/ 336 h 514"/>
              <a:gd name="T38" fmla="*/ 201 w 254"/>
              <a:gd name="T39" fmla="*/ 353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54" h="514">
                <a:moveTo>
                  <a:pt x="201" y="353"/>
                </a:moveTo>
                <a:cubicBezTo>
                  <a:pt x="201" y="353"/>
                  <a:pt x="230" y="328"/>
                  <a:pt x="243" y="299"/>
                </a:cubicBezTo>
                <a:cubicBezTo>
                  <a:pt x="244" y="297"/>
                  <a:pt x="246" y="294"/>
                  <a:pt x="247" y="291"/>
                </a:cubicBezTo>
                <a:cubicBezTo>
                  <a:pt x="252" y="271"/>
                  <a:pt x="254" y="249"/>
                  <a:pt x="253" y="225"/>
                </a:cubicBezTo>
                <a:cubicBezTo>
                  <a:pt x="252" y="213"/>
                  <a:pt x="249" y="201"/>
                  <a:pt x="246" y="190"/>
                </a:cubicBezTo>
                <a:cubicBezTo>
                  <a:pt x="241" y="208"/>
                  <a:pt x="235" y="222"/>
                  <a:pt x="235" y="222"/>
                </a:cubicBezTo>
                <a:cubicBezTo>
                  <a:pt x="235" y="222"/>
                  <a:pt x="247" y="184"/>
                  <a:pt x="199" y="100"/>
                </a:cubicBezTo>
                <a:cubicBezTo>
                  <a:pt x="170" y="49"/>
                  <a:pt x="108" y="0"/>
                  <a:pt x="108" y="0"/>
                </a:cubicBezTo>
                <a:cubicBezTo>
                  <a:pt x="108" y="0"/>
                  <a:pt x="122" y="24"/>
                  <a:pt x="102" y="71"/>
                </a:cubicBezTo>
                <a:cubicBezTo>
                  <a:pt x="86" y="111"/>
                  <a:pt x="5" y="162"/>
                  <a:pt x="2" y="265"/>
                </a:cubicBezTo>
                <a:cubicBezTo>
                  <a:pt x="0" y="314"/>
                  <a:pt x="18" y="345"/>
                  <a:pt x="18" y="345"/>
                </a:cubicBezTo>
                <a:cubicBezTo>
                  <a:pt x="18" y="345"/>
                  <a:pt x="13" y="345"/>
                  <a:pt x="4" y="333"/>
                </a:cubicBezTo>
                <a:cubicBezTo>
                  <a:pt x="28" y="434"/>
                  <a:pt x="139" y="514"/>
                  <a:pt x="139" y="514"/>
                </a:cubicBezTo>
                <a:cubicBezTo>
                  <a:pt x="139" y="514"/>
                  <a:pt x="102" y="480"/>
                  <a:pt x="81" y="381"/>
                </a:cubicBezTo>
                <a:cubicBezTo>
                  <a:pt x="59" y="275"/>
                  <a:pt x="118" y="181"/>
                  <a:pt x="118" y="181"/>
                </a:cubicBezTo>
                <a:cubicBezTo>
                  <a:pt x="118" y="181"/>
                  <a:pt x="67" y="283"/>
                  <a:pt x="91" y="380"/>
                </a:cubicBezTo>
                <a:cubicBezTo>
                  <a:pt x="107" y="446"/>
                  <a:pt x="138" y="487"/>
                  <a:pt x="150" y="502"/>
                </a:cubicBezTo>
                <a:cubicBezTo>
                  <a:pt x="146" y="495"/>
                  <a:pt x="141" y="480"/>
                  <a:pt x="149" y="453"/>
                </a:cubicBezTo>
                <a:cubicBezTo>
                  <a:pt x="162" y="413"/>
                  <a:pt x="209" y="387"/>
                  <a:pt x="237" y="336"/>
                </a:cubicBezTo>
                <a:cubicBezTo>
                  <a:pt x="219" y="348"/>
                  <a:pt x="201" y="353"/>
                  <a:pt x="201" y="35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0" name="千图PPT彼岸天：ID 8661124库_任意多边形 39">
            <a:extLst>
              <a:ext uri="{FF2B5EF4-FFF2-40B4-BE49-F238E27FC236}">
                <a16:creationId xmlns:a16="http://schemas.microsoft.com/office/drawing/2014/main" id="{62F2DEC8-3566-4C2E-9654-C2DD4BFA8693}"/>
              </a:ext>
            </a:extLst>
          </p:cNvPr>
          <p:cNvSpPr/>
          <p:nvPr>
            <p:custDataLst>
              <p:tags r:id="rId4"/>
            </p:custDataLst>
          </p:nvPr>
        </p:nvSpPr>
        <p:spPr bwMode="auto">
          <a:xfrm>
            <a:off x="5610002" y="1803739"/>
            <a:ext cx="440817" cy="823225"/>
          </a:xfrm>
          <a:custGeom>
            <a:avLst/>
            <a:gdLst>
              <a:gd name="T0" fmla="*/ 157 w 204"/>
              <a:gd name="T1" fmla="*/ 252 h 381"/>
              <a:gd name="T2" fmla="*/ 192 w 204"/>
              <a:gd name="T3" fmla="*/ 207 h 381"/>
              <a:gd name="T4" fmla="*/ 196 w 204"/>
              <a:gd name="T5" fmla="*/ 201 h 381"/>
              <a:gd name="T6" fmla="*/ 204 w 204"/>
              <a:gd name="T7" fmla="*/ 151 h 381"/>
              <a:gd name="T8" fmla="*/ 201 w 204"/>
              <a:gd name="T9" fmla="*/ 125 h 381"/>
              <a:gd name="T10" fmla="*/ 190 w 204"/>
              <a:gd name="T11" fmla="*/ 150 h 381"/>
              <a:gd name="T12" fmla="*/ 168 w 204"/>
              <a:gd name="T13" fmla="*/ 64 h 381"/>
              <a:gd name="T14" fmla="*/ 101 w 204"/>
              <a:gd name="T15" fmla="*/ 0 h 381"/>
              <a:gd name="T16" fmla="*/ 93 w 204"/>
              <a:gd name="T17" fmla="*/ 54 h 381"/>
              <a:gd name="T18" fmla="*/ 3 w 204"/>
              <a:gd name="T19" fmla="*/ 211 h 381"/>
              <a:gd name="T20" fmla="*/ 12 w 204"/>
              <a:gd name="T21" fmla="*/ 269 h 381"/>
              <a:gd name="T22" fmla="*/ 2 w 204"/>
              <a:gd name="T23" fmla="*/ 262 h 381"/>
              <a:gd name="T24" fmla="*/ 99 w 204"/>
              <a:gd name="T25" fmla="*/ 381 h 381"/>
              <a:gd name="T26" fmla="*/ 60 w 204"/>
              <a:gd name="T27" fmla="*/ 288 h 381"/>
              <a:gd name="T28" fmla="*/ 99 w 204"/>
              <a:gd name="T29" fmla="*/ 134 h 381"/>
              <a:gd name="T30" fmla="*/ 68 w 204"/>
              <a:gd name="T31" fmla="*/ 286 h 381"/>
              <a:gd name="T32" fmla="*/ 108 w 204"/>
              <a:gd name="T33" fmla="*/ 371 h 381"/>
              <a:gd name="T34" fmla="*/ 110 w 204"/>
              <a:gd name="T35" fmla="*/ 334 h 381"/>
              <a:gd name="T36" fmla="*/ 186 w 204"/>
              <a:gd name="T37" fmla="*/ 235 h 381"/>
              <a:gd name="T38" fmla="*/ 157 w 204"/>
              <a:gd name="T39" fmla="*/ 252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4" h="381">
                <a:moveTo>
                  <a:pt x="157" y="252"/>
                </a:moveTo>
                <a:cubicBezTo>
                  <a:pt x="157" y="252"/>
                  <a:pt x="181" y="230"/>
                  <a:pt x="192" y="207"/>
                </a:cubicBezTo>
                <a:cubicBezTo>
                  <a:pt x="194" y="205"/>
                  <a:pt x="195" y="203"/>
                  <a:pt x="196" y="201"/>
                </a:cubicBezTo>
                <a:cubicBezTo>
                  <a:pt x="201" y="185"/>
                  <a:pt x="204" y="168"/>
                  <a:pt x="204" y="151"/>
                </a:cubicBezTo>
                <a:cubicBezTo>
                  <a:pt x="204" y="142"/>
                  <a:pt x="202" y="133"/>
                  <a:pt x="201" y="125"/>
                </a:cubicBezTo>
                <a:cubicBezTo>
                  <a:pt x="195" y="139"/>
                  <a:pt x="190" y="150"/>
                  <a:pt x="190" y="150"/>
                </a:cubicBezTo>
                <a:cubicBezTo>
                  <a:pt x="190" y="150"/>
                  <a:pt x="202" y="120"/>
                  <a:pt x="168" y="64"/>
                </a:cubicBezTo>
                <a:cubicBezTo>
                  <a:pt x="147" y="29"/>
                  <a:pt x="101" y="0"/>
                  <a:pt x="101" y="0"/>
                </a:cubicBezTo>
                <a:cubicBezTo>
                  <a:pt x="101" y="0"/>
                  <a:pt x="110" y="16"/>
                  <a:pt x="93" y="54"/>
                </a:cubicBezTo>
                <a:cubicBezTo>
                  <a:pt x="78" y="85"/>
                  <a:pt x="11" y="133"/>
                  <a:pt x="3" y="211"/>
                </a:cubicBezTo>
                <a:cubicBezTo>
                  <a:pt x="0" y="248"/>
                  <a:pt x="12" y="269"/>
                  <a:pt x="12" y="269"/>
                </a:cubicBezTo>
                <a:cubicBezTo>
                  <a:pt x="12" y="269"/>
                  <a:pt x="8" y="270"/>
                  <a:pt x="2" y="262"/>
                </a:cubicBezTo>
                <a:cubicBezTo>
                  <a:pt x="15" y="334"/>
                  <a:pt x="99" y="381"/>
                  <a:pt x="99" y="381"/>
                </a:cubicBezTo>
                <a:cubicBezTo>
                  <a:pt x="99" y="381"/>
                  <a:pt x="72" y="360"/>
                  <a:pt x="60" y="288"/>
                </a:cubicBezTo>
                <a:cubicBezTo>
                  <a:pt x="48" y="211"/>
                  <a:pt x="99" y="134"/>
                  <a:pt x="99" y="134"/>
                </a:cubicBezTo>
                <a:cubicBezTo>
                  <a:pt x="99" y="134"/>
                  <a:pt x="54" y="216"/>
                  <a:pt x="68" y="286"/>
                </a:cubicBezTo>
                <a:cubicBezTo>
                  <a:pt x="77" y="334"/>
                  <a:pt x="100" y="361"/>
                  <a:pt x="108" y="371"/>
                </a:cubicBezTo>
                <a:cubicBezTo>
                  <a:pt x="105" y="366"/>
                  <a:pt x="102" y="355"/>
                  <a:pt x="110" y="334"/>
                </a:cubicBezTo>
                <a:cubicBezTo>
                  <a:pt x="122" y="303"/>
                  <a:pt x="161" y="278"/>
                  <a:pt x="186" y="235"/>
                </a:cubicBezTo>
                <a:cubicBezTo>
                  <a:pt x="170" y="247"/>
                  <a:pt x="157" y="252"/>
                  <a:pt x="157" y="252"/>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1" name="千图PPT彼岸天：ID 8661124库_任意多边形 40">
            <a:extLst>
              <a:ext uri="{FF2B5EF4-FFF2-40B4-BE49-F238E27FC236}">
                <a16:creationId xmlns:a16="http://schemas.microsoft.com/office/drawing/2014/main" id="{23EC6C55-8249-4ACF-9177-1E9BDB52BA1B}"/>
              </a:ext>
            </a:extLst>
          </p:cNvPr>
          <p:cNvSpPr/>
          <p:nvPr>
            <p:custDataLst>
              <p:tags r:id="rId5"/>
            </p:custDataLst>
          </p:nvPr>
        </p:nvSpPr>
        <p:spPr bwMode="auto">
          <a:xfrm>
            <a:off x="5776108" y="3281345"/>
            <a:ext cx="494664" cy="831438"/>
          </a:xfrm>
          <a:custGeom>
            <a:avLst/>
            <a:gdLst>
              <a:gd name="T0" fmla="*/ 20 w 229"/>
              <a:gd name="T1" fmla="*/ 190 h 385"/>
              <a:gd name="T2" fmla="*/ 15 w 229"/>
              <a:gd name="T3" fmla="*/ 126 h 385"/>
              <a:gd name="T4" fmla="*/ 43 w 229"/>
              <a:gd name="T5" fmla="*/ 68 h 385"/>
              <a:gd name="T6" fmla="*/ 45 w 229"/>
              <a:gd name="T7" fmla="*/ 93 h 385"/>
              <a:gd name="T8" fmla="*/ 94 w 229"/>
              <a:gd name="T9" fmla="*/ 32 h 385"/>
              <a:gd name="T10" fmla="*/ 153 w 229"/>
              <a:gd name="T11" fmla="*/ 4 h 385"/>
              <a:gd name="T12" fmla="*/ 183 w 229"/>
              <a:gd name="T13" fmla="*/ 0 h 385"/>
              <a:gd name="T14" fmla="*/ 164 w 229"/>
              <a:gd name="T15" fmla="*/ 46 h 385"/>
              <a:gd name="T16" fmla="*/ 210 w 229"/>
              <a:gd name="T17" fmla="*/ 198 h 385"/>
              <a:gd name="T18" fmla="*/ 134 w 229"/>
              <a:gd name="T19" fmla="*/ 354 h 385"/>
              <a:gd name="T20" fmla="*/ 95 w 229"/>
              <a:gd name="T21" fmla="*/ 385 h 385"/>
              <a:gd name="T22" fmla="*/ 140 w 229"/>
              <a:gd name="T23" fmla="*/ 293 h 385"/>
              <a:gd name="T24" fmla="*/ 122 w 229"/>
              <a:gd name="T25" fmla="*/ 167 h 385"/>
              <a:gd name="T26" fmla="*/ 122 w 229"/>
              <a:gd name="T27" fmla="*/ 297 h 385"/>
              <a:gd name="T28" fmla="*/ 74 w 229"/>
              <a:gd name="T29" fmla="*/ 361 h 385"/>
              <a:gd name="T30" fmla="*/ 26 w 229"/>
              <a:gd name="T31" fmla="*/ 258 h 385"/>
              <a:gd name="T32" fmla="*/ 0 w 229"/>
              <a:gd name="T33" fmla="*/ 165 h 385"/>
              <a:gd name="T34" fmla="*/ 20 w 229"/>
              <a:gd name="T35" fmla="*/ 19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9" h="385">
                <a:moveTo>
                  <a:pt x="20" y="190"/>
                </a:moveTo>
                <a:cubicBezTo>
                  <a:pt x="20" y="190"/>
                  <a:pt x="9" y="161"/>
                  <a:pt x="15" y="126"/>
                </a:cubicBezTo>
                <a:cubicBezTo>
                  <a:pt x="22" y="90"/>
                  <a:pt x="43" y="68"/>
                  <a:pt x="43" y="68"/>
                </a:cubicBezTo>
                <a:cubicBezTo>
                  <a:pt x="45" y="93"/>
                  <a:pt x="45" y="93"/>
                  <a:pt x="45" y="93"/>
                </a:cubicBezTo>
                <a:cubicBezTo>
                  <a:pt x="45" y="93"/>
                  <a:pt x="52" y="65"/>
                  <a:pt x="94" y="32"/>
                </a:cubicBezTo>
                <a:cubicBezTo>
                  <a:pt x="114" y="17"/>
                  <a:pt x="136" y="9"/>
                  <a:pt x="153" y="4"/>
                </a:cubicBezTo>
                <a:cubicBezTo>
                  <a:pt x="171" y="1"/>
                  <a:pt x="183" y="0"/>
                  <a:pt x="183" y="0"/>
                </a:cubicBezTo>
                <a:cubicBezTo>
                  <a:pt x="183" y="0"/>
                  <a:pt x="166" y="9"/>
                  <a:pt x="164" y="46"/>
                </a:cubicBezTo>
                <a:cubicBezTo>
                  <a:pt x="160" y="105"/>
                  <a:pt x="192" y="118"/>
                  <a:pt x="210" y="198"/>
                </a:cubicBezTo>
                <a:cubicBezTo>
                  <a:pt x="229" y="285"/>
                  <a:pt x="166" y="335"/>
                  <a:pt x="134" y="354"/>
                </a:cubicBezTo>
                <a:cubicBezTo>
                  <a:pt x="111" y="368"/>
                  <a:pt x="99" y="380"/>
                  <a:pt x="95" y="385"/>
                </a:cubicBezTo>
                <a:cubicBezTo>
                  <a:pt x="102" y="376"/>
                  <a:pt x="125" y="343"/>
                  <a:pt x="140" y="293"/>
                </a:cubicBezTo>
                <a:cubicBezTo>
                  <a:pt x="159" y="232"/>
                  <a:pt x="122" y="167"/>
                  <a:pt x="122" y="167"/>
                </a:cubicBezTo>
                <a:cubicBezTo>
                  <a:pt x="122" y="167"/>
                  <a:pt x="151" y="231"/>
                  <a:pt x="122" y="297"/>
                </a:cubicBezTo>
                <a:cubicBezTo>
                  <a:pt x="104" y="337"/>
                  <a:pt x="74" y="361"/>
                  <a:pt x="74" y="361"/>
                </a:cubicBezTo>
                <a:cubicBezTo>
                  <a:pt x="74" y="361"/>
                  <a:pt x="68" y="330"/>
                  <a:pt x="26" y="258"/>
                </a:cubicBezTo>
                <a:cubicBezTo>
                  <a:pt x="11" y="233"/>
                  <a:pt x="0" y="199"/>
                  <a:pt x="0" y="165"/>
                </a:cubicBezTo>
                <a:cubicBezTo>
                  <a:pt x="12" y="189"/>
                  <a:pt x="20" y="190"/>
                  <a:pt x="20" y="190"/>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2" name="千图PPT彼岸天：ID 8661124库_任意多边形 41">
            <a:extLst>
              <a:ext uri="{FF2B5EF4-FFF2-40B4-BE49-F238E27FC236}">
                <a16:creationId xmlns:a16="http://schemas.microsoft.com/office/drawing/2014/main" id="{C37BC12C-0847-4589-A824-8BF4BC87D887}"/>
              </a:ext>
            </a:extLst>
          </p:cNvPr>
          <p:cNvSpPr/>
          <p:nvPr>
            <p:custDataLst>
              <p:tags r:id="rId6"/>
            </p:custDataLst>
          </p:nvPr>
        </p:nvSpPr>
        <p:spPr bwMode="auto">
          <a:xfrm>
            <a:off x="6763611" y="2369591"/>
            <a:ext cx="566765" cy="926356"/>
          </a:xfrm>
          <a:custGeom>
            <a:avLst/>
            <a:gdLst>
              <a:gd name="T0" fmla="*/ 97 w 262"/>
              <a:gd name="T1" fmla="*/ 429 h 429"/>
              <a:gd name="T2" fmla="*/ 54 w 262"/>
              <a:gd name="T3" fmla="*/ 337 h 429"/>
              <a:gd name="T4" fmla="*/ 18 w 262"/>
              <a:gd name="T5" fmla="*/ 200 h 429"/>
              <a:gd name="T6" fmla="*/ 29 w 262"/>
              <a:gd name="T7" fmla="*/ 215 h 429"/>
              <a:gd name="T8" fmla="*/ 74 w 262"/>
              <a:gd name="T9" fmla="*/ 97 h 429"/>
              <a:gd name="T10" fmla="*/ 187 w 262"/>
              <a:gd name="T11" fmla="*/ 0 h 429"/>
              <a:gd name="T12" fmla="*/ 211 w 262"/>
              <a:gd name="T13" fmla="*/ 119 h 429"/>
              <a:gd name="T14" fmla="*/ 220 w 262"/>
              <a:gd name="T15" fmla="*/ 310 h 429"/>
              <a:gd name="T16" fmla="*/ 116 w 262"/>
              <a:gd name="T17" fmla="*/ 424 h 429"/>
              <a:gd name="T18" fmla="*/ 152 w 262"/>
              <a:gd name="T19" fmla="*/ 324 h 429"/>
              <a:gd name="T20" fmla="*/ 138 w 262"/>
              <a:gd name="T21" fmla="*/ 242 h 429"/>
              <a:gd name="T22" fmla="*/ 137 w 262"/>
              <a:gd name="T23" fmla="*/ 327 h 429"/>
              <a:gd name="T24" fmla="*/ 97 w 262"/>
              <a:gd name="T25" fmla="*/ 429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2" h="429">
                <a:moveTo>
                  <a:pt x="97" y="429"/>
                </a:moveTo>
                <a:cubicBezTo>
                  <a:pt x="97" y="429"/>
                  <a:pt x="91" y="386"/>
                  <a:pt x="54" y="337"/>
                </a:cubicBezTo>
                <a:cubicBezTo>
                  <a:pt x="0" y="267"/>
                  <a:pt x="18" y="200"/>
                  <a:pt x="18" y="200"/>
                </a:cubicBezTo>
                <a:cubicBezTo>
                  <a:pt x="29" y="215"/>
                  <a:pt x="29" y="215"/>
                  <a:pt x="29" y="215"/>
                </a:cubicBezTo>
                <a:cubicBezTo>
                  <a:pt x="29" y="215"/>
                  <a:pt x="26" y="152"/>
                  <a:pt x="74" y="97"/>
                </a:cubicBezTo>
                <a:cubicBezTo>
                  <a:pt x="122" y="42"/>
                  <a:pt x="187" y="0"/>
                  <a:pt x="187" y="0"/>
                </a:cubicBezTo>
                <a:cubicBezTo>
                  <a:pt x="187" y="0"/>
                  <a:pt x="172" y="47"/>
                  <a:pt x="211" y="119"/>
                </a:cubicBezTo>
                <a:cubicBezTo>
                  <a:pt x="249" y="192"/>
                  <a:pt x="262" y="235"/>
                  <a:pt x="220" y="310"/>
                </a:cubicBezTo>
                <a:cubicBezTo>
                  <a:pt x="178" y="385"/>
                  <a:pt x="116" y="424"/>
                  <a:pt x="116" y="424"/>
                </a:cubicBezTo>
                <a:cubicBezTo>
                  <a:pt x="116" y="424"/>
                  <a:pt x="151" y="354"/>
                  <a:pt x="152" y="324"/>
                </a:cubicBezTo>
                <a:cubicBezTo>
                  <a:pt x="152" y="293"/>
                  <a:pt x="138" y="242"/>
                  <a:pt x="138" y="242"/>
                </a:cubicBezTo>
                <a:cubicBezTo>
                  <a:pt x="138" y="242"/>
                  <a:pt x="149" y="274"/>
                  <a:pt x="137" y="327"/>
                </a:cubicBezTo>
                <a:cubicBezTo>
                  <a:pt x="125" y="379"/>
                  <a:pt x="97" y="429"/>
                  <a:pt x="97" y="429"/>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3" name="千图PPT彼岸天：ID 8661124库_任意多边形 42">
            <a:extLst>
              <a:ext uri="{FF2B5EF4-FFF2-40B4-BE49-F238E27FC236}">
                <a16:creationId xmlns:a16="http://schemas.microsoft.com/office/drawing/2014/main" id="{01FE3DF3-CCE7-4530-BC09-205F0AE18BF7}"/>
              </a:ext>
            </a:extLst>
          </p:cNvPr>
          <p:cNvSpPr/>
          <p:nvPr>
            <p:custDataLst>
              <p:tags r:id="rId7"/>
            </p:custDataLst>
          </p:nvPr>
        </p:nvSpPr>
        <p:spPr bwMode="auto">
          <a:xfrm>
            <a:off x="5065142" y="2116783"/>
            <a:ext cx="661682" cy="1190116"/>
          </a:xfrm>
          <a:custGeom>
            <a:avLst/>
            <a:gdLst>
              <a:gd name="T0" fmla="*/ 244 w 306"/>
              <a:gd name="T1" fmla="*/ 551 h 551"/>
              <a:gd name="T2" fmla="*/ 141 w 306"/>
              <a:gd name="T3" fmla="*/ 472 h 551"/>
              <a:gd name="T4" fmla="*/ 21 w 306"/>
              <a:gd name="T5" fmla="*/ 335 h 551"/>
              <a:gd name="T6" fmla="*/ 41 w 306"/>
              <a:gd name="T7" fmla="*/ 346 h 551"/>
              <a:gd name="T8" fmla="*/ 19 w 306"/>
              <a:gd name="T9" fmla="*/ 182 h 551"/>
              <a:gd name="T10" fmla="*/ 85 w 306"/>
              <a:gd name="T11" fmla="*/ 0 h 551"/>
              <a:gd name="T12" fmla="*/ 181 w 306"/>
              <a:gd name="T13" fmla="*/ 123 h 551"/>
              <a:gd name="T14" fmla="*/ 306 w 306"/>
              <a:gd name="T15" fmla="*/ 337 h 551"/>
              <a:gd name="T16" fmla="*/ 261 w 306"/>
              <a:gd name="T17" fmla="*/ 533 h 551"/>
              <a:gd name="T18" fmla="*/ 240 w 306"/>
              <a:gd name="T19" fmla="*/ 396 h 551"/>
              <a:gd name="T20" fmla="*/ 176 w 306"/>
              <a:gd name="T21" fmla="*/ 309 h 551"/>
              <a:gd name="T22" fmla="*/ 225 w 306"/>
              <a:gd name="T23" fmla="*/ 408 h 551"/>
              <a:gd name="T24" fmla="*/ 244 w 306"/>
              <a:gd name="T25" fmla="*/ 551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6" h="551">
                <a:moveTo>
                  <a:pt x="244" y="551"/>
                </a:moveTo>
                <a:cubicBezTo>
                  <a:pt x="244" y="551"/>
                  <a:pt x="210" y="505"/>
                  <a:pt x="141" y="472"/>
                </a:cubicBezTo>
                <a:cubicBezTo>
                  <a:pt x="41" y="424"/>
                  <a:pt x="21" y="335"/>
                  <a:pt x="21" y="335"/>
                </a:cubicBezTo>
                <a:cubicBezTo>
                  <a:pt x="41" y="346"/>
                  <a:pt x="41" y="346"/>
                  <a:pt x="41" y="346"/>
                </a:cubicBezTo>
                <a:cubicBezTo>
                  <a:pt x="41" y="346"/>
                  <a:pt x="0" y="275"/>
                  <a:pt x="19" y="182"/>
                </a:cubicBezTo>
                <a:cubicBezTo>
                  <a:pt x="38" y="88"/>
                  <a:pt x="85" y="0"/>
                  <a:pt x="85" y="0"/>
                </a:cubicBezTo>
                <a:cubicBezTo>
                  <a:pt x="85" y="0"/>
                  <a:pt x="97" y="63"/>
                  <a:pt x="181" y="123"/>
                </a:cubicBezTo>
                <a:cubicBezTo>
                  <a:pt x="266" y="184"/>
                  <a:pt x="306" y="224"/>
                  <a:pt x="306" y="337"/>
                </a:cubicBezTo>
                <a:cubicBezTo>
                  <a:pt x="305" y="450"/>
                  <a:pt x="261" y="533"/>
                  <a:pt x="261" y="533"/>
                </a:cubicBezTo>
                <a:cubicBezTo>
                  <a:pt x="261" y="533"/>
                  <a:pt x="257" y="432"/>
                  <a:pt x="240" y="396"/>
                </a:cubicBezTo>
                <a:cubicBezTo>
                  <a:pt x="222" y="360"/>
                  <a:pt x="176" y="309"/>
                  <a:pt x="176" y="309"/>
                </a:cubicBezTo>
                <a:cubicBezTo>
                  <a:pt x="176" y="309"/>
                  <a:pt x="207" y="341"/>
                  <a:pt x="225" y="408"/>
                </a:cubicBezTo>
                <a:cubicBezTo>
                  <a:pt x="243" y="476"/>
                  <a:pt x="244" y="551"/>
                  <a:pt x="244" y="551"/>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4" name="千图PPT彼岸天：ID 8661124库_任意多边形 43">
            <a:extLst>
              <a:ext uri="{FF2B5EF4-FFF2-40B4-BE49-F238E27FC236}">
                <a16:creationId xmlns:a16="http://schemas.microsoft.com/office/drawing/2014/main" id="{B14BBC03-913E-4395-B3E9-C466055D8E62}"/>
              </a:ext>
            </a:extLst>
          </p:cNvPr>
          <p:cNvSpPr/>
          <p:nvPr>
            <p:custDataLst>
              <p:tags r:id="rId8"/>
            </p:custDataLst>
          </p:nvPr>
        </p:nvSpPr>
        <p:spPr bwMode="auto">
          <a:xfrm>
            <a:off x="5378186" y="1944290"/>
            <a:ext cx="225428" cy="379669"/>
          </a:xfrm>
          <a:custGeom>
            <a:avLst/>
            <a:gdLst>
              <a:gd name="T0" fmla="*/ 30 w 104"/>
              <a:gd name="T1" fmla="*/ 176 h 176"/>
              <a:gd name="T2" fmla="*/ 17 w 104"/>
              <a:gd name="T3" fmla="*/ 133 h 176"/>
              <a:gd name="T4" fmla="*/ 11 w 104"/>
              <a:gd name="T5" fmla="*/ 72 h 176"/>
              <a:gd name="T6" fmla="*/ 14 w 104"/>
              <a:gd name="T7" fmla="*/ 79 h 176"/>
              <a:gd name="T8" fmla="*/ 38 w 104"/>
              <a:gd name="T9" fmla="*/ 33 h 176"/>
              <a:gd name="T10" fmla="*/ 87 w 104"/>
              <a:gd name="T11" fmla="*/ 0 h 176"/>
              <a:gd name="T12" fmla="*/ 82 w 104"/>
              <a:gd name="T13" fmla="*/ 54 h 176"/>
              <a:gd name="T14" fmla="*/ 83 w 104"/>
              <a:gd name="T15" fmla="*/ 135 h 176"/>
              <a:gd name="T16" fmla="*/ 37 w 104"/>
              <a:gd name="T17" fmla="*/ 175 h 176"/>
              <a:gd name="T18" fmla="*/ 56 w 104"/>
              <a:gd name="T19" fmla="*/ 135 h 176"/>
              <a:gd name="T20" fmla="*/ 55 w 104"/>
              <a:gd name="T21" fmla="*/ 99 h 176"/>
              <a:gd name="T22" fmla="*/ 50 w 104"/>
              <a:gd name="T23" fmla="*/ 135 h 176"/>
              <a:gd name="T24" fmla="*/ 30 w 104"/>
              <a:gd name="T25"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176">
                <a:moveTo>
                  <a:pt x="30" y="176"/>
                </a:moveTo>
                <a:cubicBezTo>
                  <a:pt x="30" y="176"/>
                  <a:pt x="29" y="157"/>
                  <a:pt x="17" y="133"/>
                </a:cubicBezTo>
                <a:cubicBezTo>
                  <a:pt x="0" y="99"/>
                  <a:pt x="11" y="72"/>
                  <a:pt x="11" y="72"/>
                </a:cubicBezTo>
                <a:cubicBezTo>
                  <a:pt x="14" y="79"/>
                  <a:pt x="14" y="79"/>
                  <a:pt x="14" y="79"/>
                </a:cubicBezTo>
                <a:cubicBezTo>
                  <a:pt x="14" y="79"/>
                  <a:pt x="16" y="52"/>
                  <a:pt x="38" y="33"/>
                </a:cubicBezTo>
                <a:cubicBezTo>
                  <a:pt x="59" y="13"/>
                  <a:pt x="87" y="0"/>
                  <a:pt x="87" y="0"/>
                </a:cubicBezTo>
                <a:cubicBezTo>
                  <a:pt x="87" y="0"/>
                  <a:pt x="70" y="20"/>
                  <a:pt x="82" y="54"/>
                </a:cubicBezTo>
                <a:cubicBezTo>
                  <a:pt x="93" y="88"/>
                  <a:pt x="104" y="106"/>
                  <a:pt x="83" y="135"/>
                </a:cubicBezTo>
                <a:cubicBezTo>
                  <a:pt x="63" y="164"/>
                  <a:pt x="37" y="175"/>
                  <a:pt x="37" y="175"/>
                </a:cubicBezTo>
                <a:cubicBezTo>
                  <a:pt x="37" y="175"/>
                  <a:pt x="54" y="148"/>
                  <a:pt x="56" y="135"/>
                </a:cubicBezTo>
                <a:cubicBezTo>
                  <a:pt x="58" y="123"/>
                  <a:pt x="55" y="99"/>
                  <a:pt x="55" y="99"/>
                </a:cubicBezTo>
                <a:cubicBezTo>
                  <a:pt x="55" y="99"/>
                  <a:pt x="58" y="114"/>
                  <a:pt x="50" y="135"/>
                </a:cubicBezTo>
                <a:cubicBezTo>
                  <a:pt x="43" y="157"/>
                  <a:pt x="30" y="176"/>
                  <a:pt x="30" y="176"/>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5" name="千图PPT彼岸天：ID 8661124库_任意多边形 44">
            <a:extLst>
              <a:ext uri="{FF2B5EF4-FFF2-40B4-BE49-F238E27FC236}">
                <a16:creationId xmlns:a16="http://schemas.microsoft.com/office/drawing/2014/main" id="{15A41DC5-72A9-43E3-B94C-BC72674BD9BE}"/>
              </a:ext>
            </a:extLst>
          </p:cNvPr>
          <p:cNvSpPr/>
          <p:nvPr>
            <p:custDataLst>
              <p:tags r:id="rId9"/>
            </p:custDataLst>
          </p:nvPr>
        </p:nvSpPr>
        <p:spPr bwMode="auto">
          <a:xfrm>
            <a:off x="4894473" y="2445343"/>
            <a:ext cx="194398" cy="360503"/>
          </a:xfrm>
          <a:custGeom>
            <a:avLst/>
            <a:gdLst>
              <a:gd name="T0" fmla="*/ 51 w 90"/>
              <a:gd name="T1" fmla="*/ 167 h 167"/>
              <a:gd name="T2" fmla="*/ 27 w 90"/>
              <a:gd name="T3" fmla="*/ 137 h 167"/>
              <a:gd name="T4" fmla="*/ 2 w 90"/>
              <a:gd name="T5" fmla="*/ 91 h 167"/>
              <a:gd name="T6" fmla="*/ 7 w 90"/>
              <a:gd name="T7" fmla="*/ 96 h 167"/>
              <a:gd name="T8" fmla="*/ 11 w 90"/>
              <a:gd name="T9" fmla="*/ 48 h 167"/>
              <a:gd name="T10" fmla="*/ 41 w 90"/>
              <a:gd name="T11" fmla="*/ 0 h 167"/>
              <a:gd name="T12" fmla="*/ 54 w 90"/>
              <a:gd name="T13" fmla="*/ 45 h 167"/>
              <a:gd name="T14" fmla="*/ 82 w 90"/>
              <a:gd name="T15" fmla="*/ 110 h 167"/>
              <a:gd name="T16" fmla="*/ 57 w 90"/>
              <a:gd name="T17" fmla="*/ 163 h 167"/>
              <a:gd name="T18" fmla="*/ 60 w 90"/>
              <a:gd name="T19" fmla="*/ 122 h 167"/>
              <a:gd name="T20" fmla="*/ 47 w 90"/>
              <a:gd name="T21" fmla="*/ 94 h 167"/>
              <a:gd name="T22" fmla="*/ 55 w 90"/>
              <a:gd name="T23" fmla="*/ 125 h 167"/>
              <a:gd name="T24" fmla="*/ 51 w 90"/>
              <a:gd name="T25" fmla="*/ 16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 h="167">
                <a:moveTo>
                  <a:pt x="51" y="167"/>
                </a:moveTo>
                <a:cubicBezTo>
                  <a:pt x="51" y="167"/>
                  <a:pt x="44" y="151"/>
                  <a:pt x="27" y="137"/>
                </a:cubicBezTo>
                <a:cubicBezTo>
                  <a:pt x="2" y="118"/>
                  <a:pt x="2" y="91"/>
                  <a:pt x="2" y="91"/>
                </a:cubicBezTo>
                <a:cubicBezTo>
                  <a:pt x="7" y="96"/>
                  <a:pt x="7" y="96"/>
                  <a:pt x="7" y="96"/>
                </a:cubicBezTo>
                <a:cubicBezTo>
                  <a:pt x="7" y="96"/>
                  <a:pt x="0" y="73"/>
                  <a:pt x="11" y="48"/>
                </a:cubicBezTo>
                <a:cubicBezTo>
                  <a:pt x="23" y="22"/>
                  <a:pt x="41" y="0"/>
                  <a:pt x="41" y="0"/>
                </a:cubicBezTo>
                <a:cubicBezTo>
                  <a:pt x="41" y="0"/>
                  <a:pt x="34" y="23"/>
                  <a:pt x="54" y="45"/>
                </a:cubicBezTo>
                <a:cubicBezTo>
                  <a:pt x="74" y="68"/>
                  <a:pt x="90" y="78"/>
                  <a:pt x="82" y="110"/>
                </a:cubicBezTo>
                <a:cubicBezTo>
                  <a:pt x="75" y="142"/>
                  <a:pt x="57" y="163"/>
                  <a:pt x="57" y="163"/>
                </a:cubicBezTo>
                <a:cubicBezTo>
                  <a:pt x="57" y="163"/>
                  <a:pt x="62" y="134"/>
                  <a:pt x="60" y="122"/>
                </a:cubicBezTo>
                <a:cubicBezTo>
                  <a:pt x="57" y="111"/>
                  <a:pt x="47" y="94"/>
                  <a:pt x="47" y="94"/>
                </a:cubicBezTo>
                <a:cubicBezTo>
                  <a:pt x="47" y="94"/>
                  <a:pt x="54" y="105"/>
                  <a:pt x="55" y="125"/>
                </a:cubicBezTo>
                <a:cubicBezTo>
                  <a:pt x="56" y="145"/>
                  <a:pt x="51" y="167"/>
                  <a:pt x="51" y="167"/>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6" name="千图PPT彼岸天：ID 8661124库_任意多边形 45">
            <a:extLst>
              <a:ext uri="{FF2B5EF4-FFF2-40B4-BE49-F238E27FC236}">
                <a16:creationId xmlns:a16="http://schemas.microsoft.com/office/drawing/2014/main" id="{E7D40225-8E55-4774-A3BA-5A6AD6306E98}"/>
              </a:ext>
            </a:extLst>
          </p:cNvPr>
          <p:cNvSpPr/>
          <p:nvPr>
            <p:custDataLst>
              <p:tags r:id="rId10"/>
            </p:custDataLst>
          </p:nvPr>
        </p:nvSpPr>
        <p:spPr bwMode="auto">
          <a:xfrm>
            <a:off x="6662305" y="2004525"/>
            <a:ext cx="355027" cy="585019"/>
          </a:xfrm>
          <a:custGeom>
            <a:avLst/>
            <a:gdLst>
              <a:gd name="T0" fmla="*/ 109 w 164"/>
              <a:gd name="T1" fmla="*/ 271 h 271"/>
              <a:gd name="T2" fmla="*/ 133 w 164"/>
              <a:gd name="T3" fmla="*/ 212 h 271"/>
              <a:gd name="T4" fmla="*/ 151 w 164"/>
              <a:gd name="T5" fmla="*/ 124 h 271"/>
              <a:gd name="T6" fmla="*/ 145 w 164"/>
              <a:gd name="T7" fmla="*/ 134 h 271"/>
              <a:gd name="T8" fmla="*/ 113 w 164"/>
              <a:gd name="T9" fmla="*/ 60 h 271"/>
              <a:gd name="T10" fmla="*/ 39 w 164"/>
              <a:gd name="T11" fmla="*/ 0 h 271"/>
              <a:gd name="T12" fmla="*/ 41 w 164"/>
              <a:gd name="T13" fmla="*/ 79 h 271"/>
              <a:gd name="T14" fmla="*/ 28 w 164"/>
              <a:gd name="T15" fmla="*/ 198 h 271"/>
              <a:gd name="T16" fmla="*/ 97 w 164"/>
              <a:gd name="T17" fmla="*/ 268 h 271"/>
              <a:gd name="T18" fmla="*/ 72 w 164"/>
              <a:gd name="T19" fmla="*/ 205 h 271"/>
              <a:gd name="T20" fmla="*/ 77 w 164"/>
              <a:gd name="T21" fmla="*/ 153 h 271"/>
              <a:gd name="T22" fmla="*/ 81 w 164"/>
              <a:gd name="T23" fmla="*/ 207 h 271"/>
              <a:gd name="T24" fmla="*/ 109 w 164"/>
              <a:gd name="T25" fmla="*/ 271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4" h="271">
                <a:moveTo>
                  <a:pt x="109" y="271"/>
                </a:moveTo>
                <a:cubicBezTo>
                  <a:pt x="109" y="271"/>
                  <a:pt x="112" y="243"/>
                  <a:pt x="133" y="212"/>
                </a:cubicBezTo>
                <a:cubicBezTo>
                  <a:pt x="164" y="166"/>
                  <a:pt x="151" y="124"/>
                  <a:pt x="151" y="124"/>
                </a:cubicBezTo>
                <a:cubicBezTo>
                  <a:pt x="145" y="134"/>
                  <a:pt x="145" y="134"/>
                  <a:pt x="145" y="134"/>
                </a:cubicBezTo>
                <a:cubicBezTo>
                  <a:pt x="145" y="134"/>
                  <a:pt x="145" y="94"/>
                  <a:pt x="113" y="60"/>
                </a:cubicBezTo>
                <a:cubicBezTo>
                  <a:pt x="81" y="25"/>
                  <a:pt x="39" y="0"/>
                  <a:pt x="39" y="0"/>
                </a:cubicBezTo>
                <a:cubicBezTo>
                  <a:pt x="39" y="0"/>
                  <a:pt x="62" y="33"/>
                  <a:pt x="41" y="79"/>
                </a:cubicBezTo>
                <a:cubicBezTo>
                  <a:pt x="20" y="126"/>
                  <a:pt x="0" y="151"/>
                  <a:pt x="28" y="198"/>
                </a:cubicBezTo>
                <a:cubicBezTo>
                  <a:pt x="57" y="245"/>
                  <a:pt x="97" y="268"/>
                  <a:pt x="97" y="268"/>
                </a:cubicBezTo>
                <a:cubicBezTo>
                  <a:pt x="97" y="268"/>
                  <a:pt x="73" y="225"/>
                  <a:pt x="72" y="205"/>
                </a:cubicBezTo>
                <a:cubicBezTo>
                  <a:pt x="70" y="186"/>
                  <a:pt x="77" y="153"/>
                  <a:pt x="77" y="153"/>
                </a:cubicBezTo>
                <a:cubicBezTo>
                  <a:pt x="77" y="153"/>
                  <a:pt x="72" y="174"/>
                  <a:pt x="81" y="207"/>
                </a:cubicBezTo>
                <a:cubicBezTo>
                  <a:pt x="90" y="240"/>
                  <a:pt x="109" y="271"/>
                  <a:pt x="109" y="271"/>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7" name="千图PPT彼岸天：ID 8661124库_任意多边形 46">
            <a:extLst>
              <a:ext uri="{FF2B5EF4-FFF2-40B4-BE49-F238E27FC236}">
                <a16:creationId xmlns:a16="http://schemas.microsoft.com/office/drawing/2014/main" id="{2D452857-C452-42A7-A81B-D04E1A803846}"/>
              </a:ext>
            </a:extLst>
          </p:cNvPr>
          <p:cNvSpPr/>
          <p:nvPr>
            <p:custDataLst>
              <p:tags r:id="rId11"/>
            </p:custDataLst>
          </p:nvPr>
        </p:nvSpPr>
        <p:spPr bwMode="auto">
          <a:xfrm>
            <a:off x="6921501" y="3389039"/>
            <a:ext cx="407048" cy="425302"/>
          </a:xfrm>
          <a:custGeom>
            <a:avLst/>
            <a:gdLst>
              <a:gd name="T0" fmla="*/ 4 w 188"/>
              <a:gd name="T1" fmla="*/ 191 h 197"/>
              <a:gd name="T2" fmla="*/ 64 w 188"/>
              <a:gd name="T3" fmla="*/ 188 h 197"/>
              <a:gd name="T4" fmla="*/ 143 w 188"/>
              <a:gd name="T5" fmla="*/ 164 h 197"/>
              <a:gd name="T6" fmla="*/ 132 w 188"/>
              <a:gd name="T7" fmla="*/ 163 h 197"/>
              <a:gd name="T8" fmla="*/ 176 w 188"/>
              <a:gd name="T9" fmla="*/ 98 h 197"/>
              <a:gd name="T10" fmla="*/ 188 w 188"/>
              <a:gd name="T11" fmla="*/ 0 h 197"/>
              <a:gd name="T12" fmla="*/ 125 w 188"/>
              <a:gd name="T13" fmla="*/ 38 h 197"/>
              <a:gd name="T14" fmla="*/ 24 w 188"/>
              <a:gd name="T15" fmla="*/ 80 h 197"/>
              <a:gd name="T16" fmla="*/ 1 w 188"/>
              <a:gd name="T17" fmla="*/ 179 h 197"/>
              <a:gd name="T18" fmla="*/ 39 w 188"/>
              <a:gd name="T19" fmla="*/ 125 h 197"/>
              <a:gd name="T20" fmla="*/ 84 w 188"/>
              <a:gd name="T21" fmla="*/ 107 h 197"/>
              <a:gd name="T22" fmla="*/ 42 w 188"/>
              <a:gd name="T23" fmla="*/ 135 h 197"/>
              <a:gd name="T24" fmla="*/ 4 w 188"/>
              <a:gd name="T25" fmla="*/ 191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97">
                <a:moveTo>
                  <a:pt x="4" y="191"/>
                </a:moveTo>
                <a:cubicBezTo>
                  <a:pt x="4" y="191"/>
                  <a:pt x="28" y="181"/>
                  <a:pt x="64" y="188"/>
                </a:cubicBezTo>
                <a:cubicBezTo>
                  <a:pt x="115" y="197"/>
                  <a:pt x="143" y="164"/>
                  <a:pt x="143" y="164"/>
                </a:cubicBezTo>
                <a:cubicBezTo>
                  <a:pt x="132" y="163"/>
                  <a:pt x="132" y="163"/>
                  <a:pt x="132" y="163"/>
                </a:cubicBezTo>
                <a:cubicBezTo>
                  <a:pt x="132" y="163"/>
                  <a:pt x="164" y="145"/>
                  <a:pt x="176" y="98"/>
                </a:cubicBezTo>
                <a:cubicBezTo>
                  <a:pt x="188" y="52"/>
                  <a:pt x="188" y="0"/>
                  <a:pt x="188" y="0"/>
                </a:cubicBezTo>
                <a:cubicBezTo>
                  <a:pt x="188" y="0"/>
                  <a:pt x="174" y="37"/>
                  <a:pt x="125" y="38"/>
                </a:cubicBezTo>
                <a:cubicBezTo>
                  <a:pt x="77" y="39"/>
                  <a:pt x="47" y="31"/>
                  <a:pt x="24" y="80"/>
                </a:cubicBezTo>
                <a:cubicBezTo>
                  <a:pt x="0" y="129"/>
                  <a:pt x="1" y="179"/>
                  <a:pt x="1" y="179"/>
                </a:cubicBezTo>
                <a:cubicBezTo>
                  <a:pt x="1" y="179"/>
                  <a:pt x="24" y="136"/>
                  <a:pt x="39" y="125"/>
                </a:cubicBezTo>
                <a:cubicBezTo>
                  <a:pt x="54" y="115"/>
                  <a:pt x="84" y="107"/>
                  <a:pt x="84" y="107"/>
                </a:cubicBezTo>
                <a:cubicBezTo>
                  <a:pt x="84" y="107"/>
                  <a:pt x="64" y="111"/>
                  <a:pt x="42" y="135"/>
                </a:cubicBezTo>
                <a:cubicBezTo>
                  <a:pt x="20" y="159"/>
                  <a:pt x="4" y="191"/>
                  <a:pt x="4" y="19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8" name="千图PPT彼岸天：ID 8661124库_任意多边形 47">
            <a:extLst>
              <a:ext uri="{FF2B5EF4-FFF2-40B4-BE49-F238E27FC236}">
                <a16:creationId xmlns:a16="http://schemas.microsoft.com/office/drawing/2014/main" id="{2DB74707-7637-450B-8769-DF5344818FC0}"/>
              </a:ext>
            </a:extLst>
          </p:cNvPr>
          <p:cNvSpPr/>
          <p:nvPr>
            <p:custDataLst>
              <p:tags r:id="rId12"/>
            </p:custDataLst>
          </p:nvPr>
        </p:nvSpPr>
        <p:spPr bwMode="auto">
          <a:xfrm>
            <a:off x="4825111" y="3096986"/>
            <a:ext cx="799494" cy="706403"/>
          </a:xfrm>
          <a:custGeom>
            <a:avLst/>
            <a:gdLst>
              <a:gd name="T0" fmla="*/ 44 w 370"/>
              <a:gd name="T1" fmla="*/ 0 h 327"/>
              <a:gd name="T2" fmla="*/ 121 w 370"/>
              <a:gd name="T3" fmla="*/ 276 h 327"/>
              <a:gd name="T4" fmla="*/ 189 w 370"/>
              <a:gd name="T5" fmla="*/ 304 h 327"/>
              <a:gd name="T6" fmla="*/ 178 w 370"/>
              <a:gd name="T7" fmla="*/ 311 h 327"/>
              <a:gd name="T8" fmla="*/ 160 w 370"/>
              <a:gd name="T9" fmla="*/ 318 h 327"/>
              <a:gd name="T10" fmla="*/ 257 w 370"/>
              <a:gd name="T11" fmla="*/ 315 h 327"/>
              <a:gd name="T12" fmla="*/ 356 w 370"/>
              <a:gd name="T13" fmla="*/ 277 h 327"/>
              <a:gd name="T14" fmla="*/ 258 w 370"/>
              <a:gd name="T15" fmla="*/ 252 h 327"/>
              <a:gd name="T16" fmla="*/ 163 w 370"/>
              <a:gd name="T17" fmla="*/ 190 h 327"/>
              <a:gd name="T18" fmla="*/ 274 w 370"/>
              <a:gd name="T19" fmla="*/ 241 h 327"/>
              <a:gd name="T20" fmla="*/ 370 w 370"/>
              <a:gd name="T21" fmla="*/ 252 h 327"/>
              <a:gd name="T22" fmla="*/ 357 w 370"/>
              <a:gd name="T23" fmla="*/ 242 h 327"/>
              <a:gd name="T24" fmla="*/ 335 w 370"/>
              <a:gd name="T25" fmla="*/ 212 h 327"/>
              <a:gd name="T26" fmla="*/ 289 w 370"/>
              <a:gd name="T27" fmla="*/ 116 h 327"/>
              <a:gd name="T28" fmla="*/ 197 w 370"/>
              <a:gd name="T29" fmla="*/ 62 h 327"/>
              <a:gd name="T30" fmla="*/ 207 w 370"/>
              <a:gd name="T31" fmla="*/ 75 h 327"/>
              <a:gd name="T32" fmla="*/ 124 w 370"/>
              <a:gd name="T33" fmla="*/ 70 h 327"/>
              <a:gd name="T34" fmla="*/ 44 w 370"/>
              <a:gd name="T35" fmla="*/ 0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0" h="327">
                <a:moveTo>
                  <a:pt x="44" y="0"/>
                </a:moveTo>
                <a:cubicBezTo>
                  <a:pt x="44" y="0"/>
                  <a:pt x="0" y="194"/>
                  <a:pt x="121" y="276"/>
                </a:cubicBezTo>
                <a:cubicBezTo>
                  <a:pt x="143" y="291"/>
                  <a:pt x="166" y="299"/>
                  <a:pt x="189" y="304"/>
                </a:cubicBezTo>
                <a:cubicBezTo>
                  <a:pt x="185" y="307"/>
                  <a:pt x="182" y="310"/>
                  <a:pt x="178" y="311"/>
                </a:cubicBezTo>
                <a:cubicBezTo>
                  <a:pt x="167" y="316"/>
                  <a:pt x="160" y="318"/>
                  <a:pt x="160" y="318"/>
                </a:cubicBezTo>
                <a:cubicBezTo>
                  <a:pt x="160" y="318"/>
                  <a:pt x="204" y="327"/>
                  <a:pt x="257" y="315"/>
                </a:cubicBezTo>
                <a:cubicBezTo>
                  <a:pt x="309" y="303"/>
                  <a:pt x="356" y="277"/>
                  <a:pt x="356" y="277"/>
                </a:cubicBezTo>
                <a:cubicBezTo>
                  <a:pt x="356" y="277"/>
                  <a:pt x="308" y="271"/>
                  <a:pt x="258" y="252"/>
                </a:cubicBezTo>
                <a:cubicBezTo>
                  <a:pt x="209" y="232"/>
                  <a:pt x="163" y="190"/>
                  <a:pt x="163" y="190"/>
                </a:cubicBezTo>
                <a:cubicBezTo>
                  <a:pt x="163" y="190"/>
                  <a:pt x="225" y="229"/>
                  <a:pt x="274" y="241"/>
                </a:cubicBezTo>
                <a:cubicBezTo>
                  <a:pt x="322" y="254"/>
                  <a:pt x="370" y="252"/>
                  <a:pt x="370" y="252"/>
                </a:cubicBezTo>
                <a:cubicBezTo>
                  <a:pt x="357" y="242"/>
                  <a:pt x="357" y="242"/>
                  <a:pt x="357" y="242"/>
                </a:cubicBezTo>
                <a:cubicBezTo>
                  <a:pt x="350" y="235"/>
                  <a:pt x="342" y="226"/>
                  <a:pt x="335" y="212"/>
                </a:cubicBezTo>
                <a:cubicBezTo>
                  <a:pt x="321" y="186"/>
                  <a:pt x="310" y="140"/>
                  <a:pt x="289" y="116"/>
                </a:cubicBezTo>
                <a:cubicBezTo>
                  <a:pt x="261" y="84"/>
                  <a:pt x="229" y="70"/>
                  <a:pt x="197" y="62"/>
                </a:cubicBezTo>
                <a:cubicBezTo>
                  <a:pt x="201" y="66"/>
                  <a:pt x="204" y="70"/>
                  <a:pt x="207" y="75"/>
                </a:cubicBezTo>
                <a:cubicBezTo>
                  <a:pt x="178" y="71"/>
                  <a:pt x="149" y="74"/>
                  <a:pt x="124" y="70"/>
                </a:cubicBezTo>
                <a:cubicBezTo>
                  <a:pt x="60" y="60"/>
                  <a:pt x="44" y="0"/>
                  <a:pt x="44" y="0"/>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29" name="千图PPT彼岸天：ID 8661124库_任意多边形 48">
            <a:extLst>
              <a:ext uri="{FF2B5EF4-FFF2-40B4-BE49-F238E27FC236}">
                <a16:creationId xmlns:a16="http://schemas.microsoft.com/office/drawing/2014/main" id="{10957916-4250-4FD5-88F3-D451C8F123D7}"/>
              </a:ext>
            </a:extLst>
          </p:cNvPr>
          <p:cNvSpPr/>
          <p:nvPr>
            <p:custDataLst>
              <p:tags r:id="rId13"/>
            </p:custDataLst>
          </p:nvPr>
        </p:nvSpPr>
        <p:spPr bwMode="auto">
          <a:xfrm>
            <a:off x="4822373" y="2728269"/>
            <a:ext cx="369629" cy="459983"/>
          </a:xfrm>
          <a:custGeom>
            <a:avLst/>
            <a:gdLst>
              <a:gd name="T0" fmla="*/ 135 w 171"/>
              <a:gd name="T1" fmla="*/ 213 h 213"/>
              <a:gd name="T2" fmla="*/ 102 w 171"/>
              <a:gd name="T3" fmla="*/ 198 h 213"/>
              <a:gd name="T4" fmla="*/ 19 w 171"/>
              <a:gd name="T5" fmla="*/ 135 h 213"/>
              <a:gd name="T6" fmla="*/ 31 w 171"/>
              <a:gd name="T7" fmla="*/ 0 h 213"/>
              <a:gd name="T8" fmla="*/ 68 w 171"/>
              <a:gd name="T9" fmla="*/ 47 h 213"/>
              <a:gd name="T10" fmla="*/ 138 w 171"/>
              <a:gd name="T11" fmla="*/ 89 h 213"/>
              <a:gd name="T12" fmla="*/ 144 w 171"/>
              <a:gd name="T13" fmla="*/ 207 h 213"/>
              <a:gd name="T14" fmla="*/ 113 w 171"/>
              <a:gd name="T15" fmla="*/ 143 h 213"/>
              <a:gd name="T16" fmla="*/ 72 w 171"/>
              <a:gd name="T17" fmla="*/ 115 h 213"/>
              <a:gd name="T18" fmla="*/ 118 w 171"/>
              <a:gd name="T19" fmla="*/ 162 h 213"/>
              <a:gd name="T20" fmla="*/ 135 w 171"/>
              <a:gd name="T21" fmla="*/ 213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1" h="213">
                <a:moveTo>
                  <a:pt x="135" y="213"/>
                </a:moveTo>
                <a:cubicBezTo>
                  <a:pt x="135" y="213"/>
                  <a:pt x="124" y="207"/>
                  <a:pt x="102" y="198"/>
                </a:cubicBezTo>
                <a:cubicBezTo>
                  <a:pt x="80" y="189"/>
                  <a:pt x="34" y="178"/>
                  <a:pt x="19" y="135"/>
                </a:cubicBezTo>
                <a:cubicBezTo>
                  <a:pt x="0" y="80"/>
                  <a:pt x="31" y="0"/>
                  <a:pt x="31" y="0"/>
                </a:cubicBezTo>
                <a:cubicBezTo>
                  <a:pt x="31" y="0"/>
                  <a:pt x="35" y="33"/>
                  <a:pt x="68" y="47"/>
                </a:cubicBezTo>
                <a:cubicBezTo>
                  <a:pt x="101" y="60"/>
                  <a:pt x="112" y="58"/>
                  <a:pt x="138" y="89"/>
                </a:cubicBezTo>
                <a:cubicBezTo>
                  <a:pt x="171" y="128"/>
                  <a:pt x="144" y="207"/>
                  <a:pt x="144" y="207"/>
                </a:cubicBezTo>
                <a:cubicBezTo>
                  <a:pt x="144" y="207"/>
                  <a:pt x="134" y="165"/>
                  <a:pt x="113" y="143"/>
                </a:cubicBezTo>
                <a:cubicBezTo>
                  <a:pt x="92" y="120"/>
                  <a:pt x="72" y="115"/>
                  <a:pt x="72" y="115"/>
                </a:cubicBezTo>
                <a:cubicBezTo>
                  <a:pt x="72" y="115"/>
                  <a:pt x="104" y="129"/>
                  <a:pt x="118" y="162"/>
                </a:cubicBezTo>
                <a:cubicBezTo>
                  <a:pt x="133" y="194"/>
                  <a:pt x="135" y="213"/>
                  <a:pt x="135" y="213"/>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30" name="千图PPT彼岸天：ID 8661124库_任意多边形 49">
            <a:extLst>
              <a:ext uri="{FF2B5EF4-FFF2-40B4-BE49-F238E27FC236}">
                <a16:creationId xmlns:a16="http://schemas.microsoft.com/office/drawing/2014/main" id="{E5740517-DD56-4691-9C7D-E6903111FA6B}"/>
              </a:ext>
            </a:extLst>
          </p:cNvPr>
          <p:cNvSpPr/>
          <p:nvPr>
            <p:custDataLst>
              <p:tags r:id="rId14"/>
            </p:custDataLst>
          </p:nvPr>
        </p:nvSpPr>
        <p:spPr bwMode="auto">
          <a:xfrm>
            <a:off x="5196565" y="3827118"/>
            <a:ext cx="636127" cy="425302"/>
          </a:xfrm>
          <a:custGeom>
            <a:avLst/>
            <a:gdLst>
              <a:gd name="T0" fmla="*/ 289 w 294"/>
              <a:gd name="T1" fmla="*/ 154 h 197"/>
              <a:gd name="T2" fmla="*/ 240 w 294"/>
              <a:gd name="T3" fmla="*/ 164 h 197"/>
              <a:gd name="T4" fmla="*/ 97 w 294"/>
              <a:gd name="T5" fmla="*/ 162 h 197"/>
              <a:gd name="T6" fmla="*/ 0 w 294"/>
              <a:gd name="T7" fmla="*/ 2 h 197"/>
              <a:gd name="T8" fmla="*/ 79 w 294"/>
              <a:gd name="T9" fmla="*/ 24 h 197"/>
              <a:gd name="T10" fmla="*/ 192 w 294"/>
              <a:gd name="T11" fmla="*/ 14 h 197"/>
              <a:gd name="T12" fmla="*/ 294 w 294"/>
              <a:gd name="T13" fmla="*/ 140 h 197"/>
              <a:gd name="T14" fmla="*/ 207 w 294"/>
              <a:gd name="T15" fmla="*/ 93 h 197"/>
              <a:gd name="T16" fmla="*/ 138 w 294"/>
              <a:gd name="T17" fmla="*/ 96 h 197"/>
              <a:gd name="T18" fmla="*/ 229 w 294"/>
              <a:gd name="T19" fmla="*/ 110 h 197"/>
              <a:gd name="T20" fmla="*/ 289 w 294"/>
              <a:gd name="T21" fmla="*/ 154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4" h="197">
                <a:moveTo>
                  <a:pt x="289" y="154"/>
                </a:moveTo>
                <a:cubicBezTo>
                  <a:pt x="289" y="154"/>
                  <a:pt x="272" y="156"/>
                  <a:pt x="240" y="164"/>
                </a:cubicBezTo>
                <a:cubicBezTo>
                  <a:pt x="208" y="173"/>
                  <a:pt x="149" y="197"/>
                  <a:pt x="97" y="162"/>
                </a:cubicBezTo>
                <a:cubicBezTo>
                  <a:pt x="30" y="116"/>
                  <a:pt x="0" y="2"/>
                  <a:pt x="0" y="2"/>
                </a:cubicBezTo>
                <a:cubicBezTo>
                  <a:pt x="0" y="2"/>
                  <a:pt x="31" y="35"/>
                  <a:pt x="79" y="24"/>
                </a:cubicBezTo>
                <a:cubicBezTo>
                  <a:pt x="127" y="12"/>
                  <a:pt x="137" y="0"/>
                  <a:pt x="192" y="14"/>
                </a:cubicBezTo>
                <a:cubicBezTo>
                  <a:pt x="259" y="30"/>
                  <a:pt x="294" y="140"/>
                  <a:pt x="294" y="140"/>
                </a:cubicBezTo>
                <a:cubicBezTo>
                  <a:pt x="294" y="140"/>
                  <a:pt x="249" y="102"/>
                  <a:pt x="207" y="93"/>
                </a:cubicBezTo>
                <a:cubicBezTo>
                  <a:pt x="166" y="85"/>
                  <a:pt x="138" y="96"/>
                  <a:pt x="138" y="96"/>
                </a:cubicBezTo>
                <a:cubicBezTo>
                  <a:pt x="138" y="96"/>
                  <a:pt x="187" y="86"/>
                  <a:pt x="229" y="110"/>
                </a:cubicBezTo>
                <a:cubicBezTo>
                  <a:pt x="271" y="134"/>
                  <a:pt x="289" y="154"/>
                  <a:pt x="289" y="154"/>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31" name="千图PPT彼岸天：ID 8661124库_任意多边形 50">
            <a:extLst>
              <a:ext uri="{FF2B5EF4-FFF2-40B4-BE49-F238E27FC236}">
                <a16:creationId xmlns:a16="http://schemas.microsoft.com/office/drawing/2014/main" id="{9DA75E5B-CF0B-40EB-9E53-16EAA9C855F9}"/>
              </a:ext>
            </a:extLst>
          </p:cNvPr>
          <p:cNvSpPr/>
          <p:nvPr>
            <p:custDataLst>
              <p:tags r:id="rId15"/>
            </p:custDataLst>
          </p:nvPr>
        </p:nvSpPr>
        <p:spPr bwMode="auto">
          <a:xfrm>
            <a:off x="6329182" y="3790612"/>
            <a:ext cx="281101" cy="475499"/>
          </a:xfrm>
          <a:custGeom>
            <a:avLst/>
            <a:gdLst>
              <a:gd name="T0" fmla="*/ 91 w 130"/>
              <a:gd name="T1" fmla="*/ 53 h 220"/>
              <a:gd name="T2" fmla="*/ 92 w 130"/>
              <a:gd name="T3" fmla="*/ 69 h 220"/>
              <a:gd name="T4" fmla="*/ 80 w 130"/>
              <a:gd name="T5" fmla="*/ 53 h 220"/>
              <a:gd name="T6" fmla="*/ 71 w 130"/>
              <a:gd name="T7" fmla="*/ 0 h 220"/>
              <a:gd name="T8" fmla="*/ 12 w 130"/>
              <a:gd name="T9" fmla="*/ 66 h 220"/>
              <a:gd name="T10" fmla="*/ 7 w 130"/>
              <a:gd name="T11" fmla="*/ 121 h 220"/>
              <a:gd name="T12" fmla="*/ 0 w 130"/>
              <a:gd name="T13" fmla="*/ 115 h 220"/>
              <a:gd name="T14" fmla="*/ 35 w 130"/>
              <a:gd name="T15" fmla="*/ 173 h 220"/>
              <a:gd name="T16" fmla="*/ 71 w 130"/>
              <a:gd name="T17" fmla="*/ 220 h 220"/>
              <a:gd name="T18" fmla="*/ 72 w 130"/>
              <a:gd name="T19" fmla="*/ 219 h 220"/>
              <a:gd name="T20" fmla="*/ 82 w 130"/>
              <a:gd name="T21" fmla="*/ 187 h 220"/>
              <a:gd name="T22" fmla="*/ 70 w 130"/>
              <a:gd name="T23" fmla="*/ 107 h 220"/>
              <a:gd name="T24" fmla="*/ 93 w 130"/>
              <a:gd name="T25" fmla="*/ 164 h 220"/>
              <a:gd name="T26" fmla="*/ 91 w 130"/>
              <a:gd name="T27" fmla="*/ 205 h 220"/>
              <a:gd name="T28" fmla="*/ 119 w 130"/>
              <a:gd name="T29" fmla="*/ 158 h 220"/>
              <a:gd name="T30" fmla="*/ 120 w 130"/>
              <a:gd name="T31" fmla="*/ 152 h 220"/>
              <a:gd name="T32" fmla="*/ 91 w 130"/>
              <a:gd name="T33" fmla="*/ 53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220">
                <a:moveTo>
                  <a:pt x="91" y="53"/>
                </a:moveTo>
                <a:cubicBezTo>
                  <a:pt x="92" y="69"/>
                  <a:pt x="92" y="69"/>
                  <a:pt x="92" y="69"/>
                </a:cubicBezTo>
                <a:cubicBezTo>
                  <a:pt x="88" y="63"/>
                  <a:pt x="83" y="58"/>
                  <a:pt x="80" y="53"/>
                </a:cubicBezTo>
                <a:cubicBezTo>
                  <a:pt x="64" y="32"/>
                  <a:pt x="71" y="0"/>
                  <a:pt x="71" y="0"/>
                </a:cubicBezTo>
                <a:cubicBezTo>
                  <a:pt x="71" y="0"/>
                  <a:pt x="27" y="22"/>
                  <a:pt x="12" y="66"/>
                </a:cubicBezTo>
                <a:cubicBezTo>
                  <a:pt x="5" y="85"/>
                  <a:pt x="4" y="104"/>
                  <a:pt x="7" y="121"/>
                </a:cubicBezTo>
                <a:cubicBezTo>
                  <a:pt x="5" y="119"/>
                  <a:pt x="2" y="117"/>
                  <a:pt x="0" y="115"/>
                </a:cubicBezTo>
                <a:cubicBezTo>
                  <a:pt x="2" y="140"/>
                  <a:pt x="18" y="159"/>
                  <a:pt x="35" y="173"/>
                </a:cubicBezTo>
                <a:cubicBezTo>
                  <a:pt x="64" y="198"/>
                  <a:pt x="71" y="220"/>
                  <a:pt x="71" y="220"/>
                </a:cubicBezTo>
                <a:cubicBezTo>
                  <a:pt x="71" y="220"/>
                  <a:pt x="72" y="219"/>
                  <a:pt x="72" y="219"/>
                </a:cubicBezTo>
                <a:cubicBezTo>
                  <a:pt x="76" y="211"/>
                  <a:pt x="79" y="200"/>
                  <a:pt x="82" y="187"/>
                </a:cubicBezTo>
                <a:cubicBezTo>
                  <a:pt x="92" y="144"/>
                  <a:pt x="70" y="107"/>
                  <a:pt x="70" y="107"/>
                </a:cubicBezTo>
                <a:cubicBezTo>
                  <a:pt x="70" y="107"/>
                  <a:pt x="87" y="131"/>
                  <a:pt x="93" y="164"/>
                </a:cubicBezTo>
                <a:cubicBezTo>
                  <a:pt x="95" y="176"/>
                  <a:pt x="93" y="191"/>
                  <a:pt x="91" y="205"/>
                </a:cubicBezTo>
                <a:cubicBezTo>
                  <a:pt x="101" y="195"/>
                  <a:pt x="113" y="180"/>
                  <a:pt x="119" y="158"/>
                </a:cubicBezTo>
                <a:cubicBezTo>
                  <a:pt x="119" y="156"/>
                  <a:pt x="120" y="154"/>
                  <a:pt x="120" y="152"/>
                </a:cubicBezTo>
                <a:cubicBezTo>
                  <a:pt x="130" y="110"/>
                  <a:pt x="107" y="73"/>
                  <a:pt x="91" y="53"/>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32" name="千图PPT彼岸天：ID 8661124库_任意多边形 51">
            <a:extLst>
              <a:ext uri="{FF2B5EF4-FFF2-40B4-BE49-F238E27FC236}">
                <a16:creationId xmlns:a16="http://schemas.microsoft.com/office/drawing/2014/main" id="{7612C511-FA10-4B7D-866F-A0296991326E}"/>
              </a:ext>
            </a:extLst>
          </p:cNvPr>
          <p:cNvSpPr/>
          <p:nvPr>
            <p:custDataLst>
              <p:tags r:id="rId16"/>
            </p:custDataLst>
          </p:nvPr>
        </p:nvSpPr>
        <p:spPr bwMode="auto">
          <a:xfrm>
            <a:off x="6061772" y="1855761"/>
            <a:ext cx="185271" cy="336774"/>
          </a:xfrm>
          <a:custGeom>
            <a:avLst/>
            <a:gdLst>
              <a:gd name="T0" fmla="*/ 28 w 86"/>
              <a:gd name="T1" fmla="*/ 37 h 156"/>
              <a:gd name="T2" fmla="*/ 27 w 86"/>
              <a:gd name="T3" fmla="*/ 48 h 156"/>
              <a:gd name="T4" fmla="*/ 35 w 86"/>
              <a:gd name="T5" fmla="*/ 37 h 156"/>
              <a:gd name="T6" fmla="*/ 43 w 86"/>
              <a:gd name="T7" fmla="*/ 0 h 156"/>
              <a:gd name="T8" fmla="*/ 80 w 86"/>
              <a:gd name="T9" fmla="*/ 49 h 156"/>
              <a:gd name="T10" fmla="*/ 82 w 86"/>
              <a:gd name="T11" fmla="*/ 88 h 156"/>
              <a:gd name="T12" fmla="*/ 86 w 86"/>
              <a:gd name="T13" fmla="*/ 84 h 156"/>
              <a:gd name="T14" fmla="*/ 61 w 86"/>
              <a:gd name="T15" fmla="*/ 124 h 156"/>
              <a:gd name="T16" fmla="*/ 35 w 86"/>
              <a:gd name="T17" fmla="*/ 156 h 156"/>
              <a:gd name="T18" fmla="*/ 35 w 86"/>
              <a:gd name="T19" fmla="*/ 156 h 156"/>
              <a:gd name="T20" fmla="*/ 29 w 86"/>
              <a:gd name="T21" fmla="*/ 133 h 156"/>
              <a:gd name="T22" fmla="*/ 40 w 86"/>
              <a:gd name="T23" fmla="*/ 76 h 156"/>
              <a:gd name="T24" fmla="*/ 23 w 86"/>
              <a:gd name="T25" fmla="*/ 115 h 156"/>
              <a:gd name="T26" fmla="*/ 23 w 86"/>
              <a:gd name="T27" fmla="*/ 145 h 156"/>
              <a:gd name="T28" fmla="*/ 6 w 86"/>
              <a:gd name="T29" fmla="*/ 111 h 156"/>
              <a:gd name="T30" fmla="*/ 5 w 86"/>
              <a:gd name="T31" fmla="*/ 106 h 156"/>
              <a:gd name="T32" fmla="*/ 28 w 86"/>
              <a:gd name="T33" fmla="*/ 37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6" h="156">
                <a:moveTo>
                  <a:pt x="28" y="37"/>
                </a:moveTo>
                <a:cubicBezTo>
                  <a:pt x="27" y="48"/>
                  <a:pt x="27" y="48"/>
                  <a:pt x="27" y="48"/>
                </a:cubicBezTo>
                <a:cubicBezTo>
                  <a:pt x="30" y="44"/>
                  <a:pt x="33" y="40"/>
                  <a:pt x="35" y="37"/>
                </a:cubicBezTo>
                <a:cubicBezTo>
                  <a:pt x="47" y="23"/>
                  <a:pt x="43" y="0"/>
                  <a:pt x="43" y="0"/>
                </a:cubicBezTo>
                <a:cubicBezTo>
                  <a:pt x="43" y="0"/>
                  <a:pt x="71" y="17"/>
                  <a:pt x="80" y="49"/>
                </a:cubicBezTo>
                <a:cubicBezTo>
                  <a:pt x="84" y="63"/>
                  <a:pt x="84" y="76"/>
                  <a:pt x="82" y="88"/>
                </a:cubicBezTo>
                <a:cubicBezTo>
                  <a:pt x="83" y="87"/>
                  <a:pt x="85" y="85"/>
                  <a:pt x="86" y="84"/>
                </a:cubicBezTo>
                <a:cubicBezTo>
                  <a:pt x="84" y="101"/>
                  <a:pt x="73" y="114"/>
                  <a:pt x="61" y="124"/>
                </a:cubicBezTo>
                <a:cubicBezTo>
                  <a:pt x="41" y="141"/>
                  <a:pt x="35" y="156"/>
                  <a:pt x="35" y="156"/>
                </a:cubicBezTo>
                <a:cubicBezTo>
                  <a:pt x="35" y="156"/>
                  <a:pt x="35" y="156"/>
                  <a:pt x="35" y="156"/>
                </a:cubicBezTo>
                <a:cubicBezTo>
                  <a:pt x="33" y="150"/>
                  <a:pt x="31" y="142"/>
                  <a:pt x="29" y="133"/>
                </a:cubicBezTo>
                <a:cubicBezTo>
                  <a:pt x="24" y="102"/>
                  <a:pt x="40" y="76"/>
                  <a:pt x="40" y="76"/>
                </a:cubicBezTo>
                <a:cubicBezTo>
                  <a:pt x="40" y="76"/>
                  <a:pt x="28" y="93"/>
                  <a:pt x="23" y="115"/>
                </a:cubicBezTo>
                <a:cubicBezTo>
                  <a:pt x="21" y="124"/>
                  <a:pt x="22" y="135"/>
                  <a:pt x="23" y="145"/>
                </a:cubicBezTo>
                <a:cubicBezTo>
                  <a:pt x="16" y="138"/>
                  <a:pt x="9" y="126"/>
                  <a:pt x="6" y="111"/>
                </a:cubicBezTo>
                <a:cubicBezTo>
                  <a:pt x="5" y="109"/>
                  <a:pt x="5" y="108"/>
                  <a:pt x="5" y="106"/>
                </a:cubicBezTo>
                <a:cubicBezTo>
                  <a:pt x="0" y="76"/>
                  <a:pt x="17" y="51"/>
                  <a:pt x="28" y="37"/>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33" name="千图PPT彼岸天：ID 8661124库_任意多边形 52">
            <a:extLst>
              <a:ext uri="{FF2B5EF4-FFF2-40B4-BE49-F238E27FC236}">
                <a16:creationId xmlns:a16="http://schemas.microsoft.com/office/drawing/2014/main" id="{D90208D0-EC1C-49D9-A319-999579CC0FAC}"/>
              </a:ext>
            </a:extLst>
          </p:cNvPr>
          <p:cNvSpPr/>
          <p:nvPr>
            <p:custDataLst>
              <p:tags r:id="rId17"/>
            </p:custDataLst>
          </p:nvPr>
        </p:nvSpPr>
        <p:spPr bwMode="auto">
          <a:xfrm>
            <a:off x="5700356" y="2898937"/>
            <a:ext cx="272887" cy="522045"/>
          </a:xfrm>
          <a:custGeom>
            <a:avLst/>
            <a:gdLst>
              <a:gd name="T0" fmla="*/ 44 w 126"/>
              <a:gd name="T1" fmla="*/ 57 h 242"/>
              <a:gd name="T2" fmla="*/ 41 w 126"/>
              <a:gd name="T3" fmla="*/ 74 h 242"/>
              <a:gd name="T4" fmla="*/ 55 w 126"/>
              <a:gd name="T5" fmla="*/ 58 h 242"/>
              <a:gd name="T6" fmla="*/ 69 w 126"/>
              <a:gd name="T7" fmla="*/ 0 h 242"/>
              <a:gd name="T8" fmla="*/ 120 w 126"/>
              <a:gd name="T9" fmla="*/ 75 h 242"/>
              <a:gd name="T10" fmla="*/ 120 w 126"/>
              <a:gd name="T11" fmla="*/ 135 h 242"/>
              <a:gd name="T12" fmla="*/ 126 w 126"/>
              <a:gd name="T13" fmla="*/ 130 h 242"/>
              <a:gd name="T14" fmla="*/ 87 w 126"/>
              <a:gd name="T15" fmla="*/ 192 h 242"/>
              <a:gd name="T16" fmla="*/ 46 w 126"/>
              <a:gd name="T17" fmla="*/ 242 h 242"/>
              <a:gd name="T18" fmla="*/ 45 w 126"/>
              <a:gd name="T19" fmla="*/ 241 h 242"/>
              <a:gd name="T20" fmla="*/ 39 w 126"/>
              <a:gd name="T21" fmla="*/ 206 h 242"/>
              <a:gd name="T22" fmla="*/ 59 w 126"/>
              <a:gd name="T23" fmla="*/ 117 h 242"/>
              <a:gd name="T24" fmla="*/ 31 w 126"/>
              <a:gd name="T25" fmla="*/ 179 h 242"/>
              <a:gd name="T26" fmla="*/ 28 w 126"/>
              <a:gd name="T27" fmla="*/ 225 h 242"/>
              <a:gd name="T28" fmla="*/ 6 w 126"/>
              <a:gd name="T29" fmla="*/ 172 h 242"/>
              <a:gd name="T30" fmla="*/ 5 w 126"/>
              <a:gd name="T31" fmla="*/ 165 h 242"/>
              <a:gd name="T32" fmla="*/ 44 w 126"/>
              <a:gd name="T33" fmla="*/ 57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5" h="241">
                <a:moveTo>
                  <a:pt x="44" y="57"/>
                </a:moveTo>
                <a:cubicBezTo>
                  <a:pt x="41" y="74"/>
                  <a:pt x="41" y="74"/>
                  <a:pt x="41" y="74"/>
                </a:cubicBezTo>
                <a:cubicBezTo>
                  <a:pt x="47" y="68"/>
                  <a:pt x="51" y="62"/>
                  <a:pt x="55" y="58"/>
                </a:cubicBezTo>
                <a:cubicBezTo>
                  <a:pt x="73" y="36"/>
                  <a:pt x="69" y="0"/>
                  <a:pt x="69" y="0"/>
                </a:cubicBezTo>
                <a:cubicBezTo>
                  <a:pt x="69" y="0"/>
                  <a:pt x="110" y="26"/>
                  <a:pt x="120" y="75"/>
                </a:cubicBezTo>
                <a:cubicBezTo>
                  <a:pt x="125" y="97"/>
                  <a:pt x="124" y="117"/>
                  <a:pt x="120" y="135"/>
                </a:cubicBezTo>
                <a:cubicBezTo>
                  <a:pt x="122" y="134"/>
                  <a:pt x="124" y="132"/>
                  <a:pt x="126" y="130"/>
                </a:cubicBezTo>
                <a:cubicBezTo>
                  <a:pt x="122" y="157"/>
                  <a:pt x="104" y="177"/>
                  <a:pt x="87" y="192"/>
                </a:cubicBezTo>
                <a:cubicBezTo>
                  <a:pt x="55" y="218"/>
                  <a:pt x="46" y="242"/>
                  <a:pt x="46" y="242"/>
                </a:cubicBezTo>
                <a:cubicBezTo>
                  <a:pt x="46" y="242"/>
                  <a:pt x="45" y="241"/>
                  <a:pt x="45" y="241"/>
                </a:cubicBezTo>
                <a:cubicBezTo>
                  <a:pt x="42" y="232"/>
                  <a:pt x="40" y="220"/>
                  <a:pt x="39" y="206"/>
                </a:cubicBezTo>
                <a:cubicBezTo>
                  <a:pt x="33" y="158"/>
                  <a:pt x="59" y="117"/>
                  <a:pt x="59" y="117"/>
                </a:cubicBezTo>
                <a:cubicBezTo>
                  <a:pt x="59" y="117"/>
                  <a:pt x="39" y="144"/>
                  <a:pt x="31" y="179"/>
                </a:cubicBezTo>
                <a:cubicBezTo>
                  <a:pt x="27" y="192"/>
                  <a:pt x="27" y="209"/>
                  <a:pt x="28" y="225"/>
                </a:cubicBezTo>
                <a:cubicBezTo>
                  <a:pt x="19" y="213"/>
                  <a:pt x="10" y="196"/>
                  <a:pt x="6" y="172"/>
                </a:cubicBezTo>
                <a:cubicBezTo>
                  <a:pt x="5" y="169"/>
                  <a:pt x="5" y="167"/>
                  <a:pt x="5" y="165"/>
                </a:cubicBezTo>
                <a:cubicBezTo>
                  <a:pt x="0" y="118"/>
                  <a:pt x="27" y="78"/>
                  <a:pt x="44" y="57"/>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34" name="千图PPT彼岸天：ID 8661124库_任意多边形 53">
            <a:extLst>
              <a:ext uri="{FF2B5EF4-FFF2-40B4-BE49-F238E27FC236}">
                <a16:creationId xmlns:a16="http://schemas.microsoft.com/office/drawing/2014/main" id="{4986F7D8-9856-4BA7-8530-771FA7A78662}"/>
              </a:ext>
            </a:extLst>
          </p:cNvPr>
          <p:cNvSpPr/>
          <p:nvPr>
            <p:custDataLst>
              <p:tags r:id="rId18"/>
            </p:custDataLst>
          </p:nvPr>
        </p:nvSpPr>
        <p:spPr bwMode="auto">
          <a:xfrm>
            <a:off x="6671432" y="3839896"/>
            <a:ext cx="336773" cy="445380"/>
          </a:xfrm>
          <a:custGeom>
            <a:avLst/>
            <a:gdLst>
              <a:gd name="T0" fmla="*/ 86 w 156"/>
              <a:gd name="T1" fmla="*/ 41 h 206"/>
              <a:gd name="T2" fmla="*/ 77 w 156"/>
              <a:gd name="T3" fmla="*/ 56 h 206"/>
              <a:gd name="T4" fmla="*/ 95 w 156"/>
              <a:gd name="T5" fmla="*/ 46 h 206"/>
              <a:gd name="T6" fmla="*/ 131 w 156"/>
              <a:gd name="T7" fmla="*/ 0 h 206"/>
              <a:gd name="T8" fmla="*/ 146 w 156"/>
              <a:gd name="T9" fmla="*/ 87 h 206"/>
              <a:gd name="T10" fmla="*/ 122 w 156"/>
              <a:gd name="T11" fmla="*/ 141 h 206"/>
              <a:gd name="T12" fmla="*/ 130 w 156"/>
              <a:gd name="T13" fmla="*/ 138 h 206"/>
              <a:gd name="T14" fmla="*/ 70 w 156"/>
              <a:gd name="T15" fmla="*/ 178 h 206"/>
              <a:gd name="T16" fmla="*/ 14 w 156"/>
              <a:gd name="T17" fmla="*/ 206 h 206"/>
              <a:gd name="T18" fmla="*/ 14 w 156"/>
              <a:gd name="T19" fmla="*/ 205 h 206"/>
              <a:gd name="T20" fmla="*/ 22 w 156"/>
              <a:gd name="T21" fmla="*/ 171 h 206"/>
              <a:gd name="T22" fmla="*/ 75 w 156"/>
              <a:gd name="T23" fmla="*/ 101 h 206"/>
              <a:gd name="T24" fmla="*/ 26 w 156"/>
              <a:gd name="T25" fmla="*/ 144 h 206"/>
              <a:gd name="T26" fmla="*/ 5 w 156"/>
              <a:gd name="T27" fmla="*/ 184 h 206"/>
              <a:gd name="T28" fmla="*/ 6 w 156"/>
              <a:gd name="T29" fmla="*/ 128 h 206"/>
              <a:gd name="T30" fmla="*/ 8 w 156"/>
              <a:gd name="T31" fmla="*/ 122 h 206"/>
              <a:gd name="T32" fmla="*/ 86 w 156"/>
              <a:gd name="T33" fmla="*/ 41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6" h="206">
                <a:moveTo>
                  <a:pt x="86" y="41"/>
                </a:moveTo>
                <a:cubicBezTo>
                  <a:pt x="77" y="56"/>
                  <a:pt x="77" y="56"/>
                  <a:pt x="77" y="56"/>
                </a:cubicBezTo>
                <a:cubicBezTo>
                  <a:pt x="84" y="52"/>
                  <a:pt x="90" y="49"/>
                  <a:pt x="95" y="46"/>
                </a:cubicBezTo>
                <a:cubicBezTo>
                  <a:pt x="120" y="34"/>
                  <a:pt x="131" y="0"/>
                  <a:pt x="131" y="0"/>
                </a:cubicBezTo>
                <a:cubicBezTo>
                  <a:pt x="131" y="0"/>
                  <a:pt x="156" y="40"/>
                  <a:pt x="146" y="87"/>
                </a:cubicBezTo>
                <a:cubicBezTo>
                  <a:pt x="142" y="108"/>
                  <a:pt x="133" y="126"/>
                  <a:pt x="122" y="141"/>
                </a:cubicBezTo>
                <a:cubicBezTo>
                  <a:pt x="124" y="140"/>
                  <a:pt x="127" y="139"/>
                  <a:pt x="130" y="138"/>
                </a:cubicBezTo>
                <a:cubicBezTo>
                  <a:pt x="115" y="160"/>
                  <a:pt x="91" y="171"/>
                  <a:pt x="70" y="178"/>
                </a:cubicBezTo>
                <a:cubicBezTo>
                  <a:pt x="32" y="189"/>
                  <a:pt x="14" y="206"/>
                  <a:pt x="14" y="206"/>
                </a:cubicBezTo>
                <a:cubicBezTo>
                  <a:pt x="14" y="206"/>
                  <a:pt x="14" y="205"/>
                  <a:pt x="14" y="205"/>
                </a:cubicBezTo>
                <a:cubicBezTo>
                  <a:pt x="15" y="196"/>
                  <a:pt x="18" y="184"/>
                  <a:pt x="22" y="171"/>
                </a:cubicBezTo>
                <a:cubicBezTo>
                  <a:pt x="36" y="126"/>
                  <a:pt x="75" y="101"/>
                  <a:pt x="75" y="101"/>
                </a:cubicBezTo>
                <a:cubicBezTo>
                  <a:pt x="75" y="101"/>
                  <a:pt x="47" y="116"/>
                  <a:pt x="26" y="144"/>
                </a:cubicBezTo>
                <a:cubicBezTo>
                  <a:pt x="18" y="155"/>
                  <a:pt x="11" y="169"/>
                  <a:pt x="5" y="184"/>
                </a:cubicBezTo>
                <a:cubicBezTo>
                  <a:pt x="2" y="170"/>
                  <a:pt x="0" y="151"/>
                  <a:pt x="6" y="128"/>
                </a:cubicBezTo>
                <a:cubicBezTo>
                  <a:pt x="7" y="126"/>
                  <a:pt x="8" y="124"/>
                  <a:pt x="8" y="122"/>
                </a:cubicBezTo>
                <a:cubicBezTo>
                  <a:pt x="23" y="78"/>
                  <a:pt x="62" y="53"/>
                  <a:pt x="86" y="41"/>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sp>
        <p:nvSpPr>
          <p:cNvPr id="35" name="千图PPT彼岸天：ID 8661124库_任意多边形 54">
            <a:extLst>
              <a:ext uri="{FF2B5EF4-FFF2-40B4-BE49-F238E27FC236}">
                <a16:creationId xmlns:a16="http://schemas.microsoft.com/office/drawing/2014/main" id="{4E8FA575-ADA6-403D-B7D1-5C689FB148F4}"/>
              </a:ext>
            </a:extLst>
          </p:cNvPr>
          <p:cNvSpPr/>
          <p:nvPr>
            <p:custDataLst>
              <p:tags r:id="rId19"/>
            </p:custDataLst>
          </p:nvPr>
        </p:nvSpPr>
        <p:spPr bwMode="auto">
          <a:xfrm>
            <a:off x="7099471" y="3073257"/>
            <a:ext cx="252808" cy="326734"/>
          </a:xfrm>
          <a:custGeom>
            <a:avLst/>
            <a:gdLst>
              <a:gd name="T0" fmla="*/ 61 w 117"/>
              <a:gd name="T1" fmla="*/ 29 h 151"/>
              <a:gd name="T2" fmla="*/ 55 w 117"/>
              <a:gd name="T3" fmla="*/ 40 h 151"/>
              <a:gd name="T4" fmla="*/ 69 w 117"/>
              <a:gd name="T5" fmla="*/ 33 h 151"/>
              <a:gd name="T6" fmla="*/ 95 w 117"/>
              <a:gd name="T7" fmla="*/ 0 h 151"/>
              <a:gd name="T8" fmla="*/ 111 w 117"/>
              <a:gd name="T9" fmla="*/ 67 h 151"/>
              <a:gd name="T10" fmla="*/ 95 w 117"/>
              <a:gd name="T11" fmla="*/ 107 h 151"/>
              <a:gd name="T12" fmla="*/ 101 w 117"/>
              <a:gd name="T13" fmla="*/ 105 h 151"/>
              <a:gd name="T14" fmla="*/ 56 w 117"/>
              <a:gd name="T15" fmla="*/ 132 h 151"/>
              <a:gd name="T16" fmla="*/ 14 w 117"/>
              <a:gd name="T17" fmla="*/ 151 h 151"/>
              <a:gd name="T18" fmla="*/ 13 w 117"/>
              <a:gd name="T19" fmla="*/ 150 h 151"/>
              <a:gd name="T20" fmla="*/ 18 w 117"/>
              <a:gd name="T21" fmla="*/ 125 h 151"/>
              <a:gd name="T22" fmla="*/ 56 w 117"/>
              <a:gd name="T23" fmla="*/ 74 h 151"/>
              <a:gd name="T24" fmla="*/ 20 w 117"/>
              <a:gd name="T25" fmla="*/ 104 h 151"/>
              <a:gd name="T26" fmla="*/ 6 w 117"/>
              <a:gd name="T27" fmla="*/ 134 h 151"/>
              <a:gd name="T28" fmla="*/ 4 w 117"/>
              <a:gd name="T29" fmla="*/ 91 h 151"/>
              <a:gd name="T30" fmla="*/ 5 w 117"/>
              <a:gd name="T31" fmla="*/ 87 h 151"/>
              <a:gd name="T32" fmla="*/ 61 w 117"/>
              <a:gd name="T33" fmla="*/ 2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 h="151">
                <a:moveTo>
                  <a:pt x="61" y="29"/>
                </a:moveTo>
                <a:cubicBezTo>
                  <a:pt x="55" y="40"/>
                  <a:pt x="55" y="40"/>
                  <a:pt x="55" y="40"/>
                </a:cubicBezTo>
                <a:cubicBezTo>
                  <a:pt x="60" y="37"/>
                  <a:pt x="65" y="35"/>
                  <a:pt x="69" y="33"/>
                </a:cubicBezTo>
                <a:cubicBezTo>
                  <a:pt x="88" y="25"/>
                  <a:pt x="95" y="0"/>
                  <a:pt x="95" y="0"/>
                </a:cubicBezTo>
                <a:cubicBezTo>
                  <a:pt x="95" y="0"/>
                  <a:pt x="117" y="32"/>
                  <a:pt x="111" y="67"/>
                </a:cubicBezTo>
                <a:cubicBezTo>
                  <a:pt x="109" y="83"/>
                  <a:pt x="103" y="96"/>
                  <a:pt x="95" y="107"/>
                </a:cubicBezTo>
                <a:cubicBezTo>
                  <a:pt x="97" y="106"/>
                  <a:pt x="99" y="106"/>
                  <a:pt x="101" y="105"/>
                </a:cubicBezTo>
                <a:cubicBezTo>
                  <a:pt x="91" y="122"/>
                  <a:pt x="73" y="129"/>
                  <a:pt x="56" y="132"/>
                </a:cubicBezTo>
                <a:cubicBezTo>
                  <a:pt x="27" y="139"/>
                  <a:pt x="14" y="151"/>
                  <a:pt x="14" y="151"/>
                </a:cubicBezTo>
                <a:cubicBezTo>
                  <a:pt x="14" y="151"/>
                  <a:pt x="14" y="151"/>
                  <a:pt x="13" y="150"/>
                </a:cubicBezTo>
                <a:cubicBezTo>
                  <a:pt x="14" y="143"/>
                  <a:pt x="16" y="135"/>
                  <a:pt x="18" y="125"/>
                </a:cubicBezTo>
                <a:cubicBezTo>
                  <a:pt x="27" y="92"/>
                  <a:pt x="56" y="74"/>
                  <a:pt x="56" y="74"/>
                </a:cubicBezTo>
                <a:cubicBezTo>
                  <a:pt x="56" y="74"/>
                  <a:pt x="35" y="84"/>
                  <a:pt x="20" y="104"/>
                </a:cubicBezTo>
                <a:cubicBezTo>
                  <a:pt x="14" y="112"/>
                  <a:pt x="9" y="123"/>
                  <a:pt x="6" y="134"/>
                </a:cubicBezTo>
                <a:cubicBezTo>
                  <a:pt x="3" y="123"/>
                  <a:pt x="0" y="108"/>
                  <a:pt x="4" y="91"/>
                </a:cubicBezTo>
                <a:cubicBezTo>
                  <a:pt x="4" y="89"/>
                  <a:pt x="5" y="88"/>
                  <a:pt x="5" y="87"/>
                </a:cubicBezTo>
                <a:cubicBezTo>
                  <a:pt x="14" y="54"/>
                  <a:pt x="44" y="37"/>
                  <a:pt x="61" y="29"/>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grpSp>
        <p:nvGrpSpPr>
          <p:cNvPr id="36" name="千图PPT彼岸天：ID 8661124库_组合 59">
            <a:extLst>
              <a:ext uri="{FF2B5EF4-FFF2-40B4-BE49-F238E27FC236}">
                <a16:creationId xmlns:a16="http://schemas.microsoft.com/office/drawing/2014/main" id="{1702286B-995C-4B4D-A2A9-976AD513E4FA}"/>
              </a:ext>
            </a:extLst>
          </p:cNvPr>
          <p:cNvGrpSpPr/>
          <p:nvPr>
            <p:custDataLst>
              <p:tags r:id="rId20"/>
            </p:custDataLst>
          </p:nvPr>
        </p:nvGrpSpPr>
        <p:grpSpPr>
          <a:xfrm>
            <a:off x="8139354" y="3392284"/>
            <a:ext cx="3194126" cy="808954"/>
            <a:chOff x="8139354" y="3392284"/>
            <a:chExt cx="3194126" cy="808954"/>
          </a:xfrm>
        </p:grpSpPr>
        <p:sp>
          <p:nvSpPr>
            <p:cNvPr id="37" name="矩形 36">
              <a:extLst>
                <a:ext uri="{FF2B5EF4-FFF2-40B4-BE49-F238E27FC236}">
                  <a16:creationId xmlns:a16="http://schemas.microsoft.com/office/drawing/2014/main" id="{94BE780C-DE19-4599-B4D1-56E7B9BFB684}"/>
                </a:ext>
              </a:extLst>
            </p:cNvPr>
            <p:cNvSpPr/>
            <p:nvPr/>
          </p:nvSpPr>
          <p:spPr>
            <a:xfrm>
              <a:off x="8746260" y="3419006"/>
              <a:ext cx="2587220" cy="246221"/>
            </a:xfrm>
            <a:prstGeom prst="rect">
              <a:avLst/>
            </a:prstGeom>
          </p:spPr>
          <p:txBody>
            <a:bodyPr wrap="none" lIns="144000" tIns="0" rIns="144000" bIns="0">
              <a:normAutofit/>
            </a:bodyPr>
            <a:lstStyle/>
            <a:p>
              <a:r>
                <a:rPr lang="zh-CN" altLang="en-US" sz="1600" b="1">
                  <a:solidFill>
                    <a:schemeClr val="accent4"/>
                  </a:solidFill>
                </a:rPr>
                <a:t>输入标题文本</a:t>
              </a:r>
            </a:p>
          </p:txBody>
        </p:sp>
        <p:sp>
          <p:nvSpPr>
            <p:cNvPr id="38" name="矩形 37">
              <a:extLst>
                <a:ext uri="{FF2B5EF4-FFF2-40B4-BE49-F238E27FC236}">
                  <a16:creationId xmlns:a16="http://schemas.microsoft.com/office/drawing/2014/main" id="{89B6184B-3A32-4CDC-8004-B18A1667947A}"/>
                </a:ext>
              </a:extLst>
            </p:cNvPr>
            <p:cNvSpPr/>
            <p:nvPr/>
          </p:nvSpPr>
          <p:spPr>
            <a:xfrm>
              <a:off x="8746260" y="3665227"/>
              <a:ext cx="2587220" cy="536011"/>
            </a:xfrm>
            <a:prstGeom prst="rect">
              <a:avLst/>
            </a:prstGeom>
          </p:spPr>
          <p:txBody>
            <a:bodyPr wrap="square" lIns="144000" tIns="0" rIns="144000" bIns="0">
              <a:normAutofit/>
            </a:bodyPr>
            <a:lstStyle/>
            <a:p>
              <a:pPr>
                <a:lnSpc>
                  <a:spcPct val="120000"/>
                </a:lnSpc>
              </a:pPr>
              <a:r>
                <a:rPr lang="zh-CN" altLang="en-US" sz="1100">
                  <a:solidFill>
                    <a:schemeClr val="dk1">
                      <a:lumMod val="100000"/>
                    </a:schemeClr>
                  </a:solidFill>
                </a:rPr>
                <a:t>请替换文字内容复制你的内容到此</a:t>
              </a:r>
              <a:br>
                <a:rPr lang="zh-CN" altLang="en-US" sz="1100">
                  <a:solidFill>
                    <a:schemeClr val="dk1">
                      <a:lumMod val="100000"/>
                    </a:schemeClr>
                  </a:solidFill>
                </a:rPr>
              </a:br>
              <a:endParaRPr lang="zh-CN" altLang="en-US" sz="1100">
                <a:solidFill>
                  <a:schemeClr val="dk1">
                    <a:lumMod val="100000"/>
                  </a:schemeClr>
                </a:solidFill>
              </a:endParaRPr>
            </a:p>
          </p:txBody>
        </p:sp>
        <p:grpSp>
          <p:nvGrpSpPr>
            <p:cNvPr id="39" name="组合 38">
              <a:extLst>
                <a:ext uri="{FF2B5EF4-FFF2-40B4-BE49-F238E27FC236}">
                  <a16:creationId xmlns:a16="http://schemas.microsoft.com/office/drawing/2014/main" id="{8122D7F8-C9FD-45D9-8AD9-CA54206A57FF}"/>
                </a:ext>
              </a:extLst>
            </p:cNvPr>
            <p:cNvGrpSpPr/>
            <p:nvPr/>
          </p:nvGrpSpPr>
          <p:grpSpPr>
            <a:xfrm>
              <a:off x="8139354" y="3392284"/>
              <a:ext cx="489858" cy="489858"/>
              <a:chOff x="7698094" y="3392284"/>
              <a:chExt cx="489858" cy="489858"/>
            </a:xfrm>
          </p:grpSpPr>
          <p:sp>
            <p:nvSpPr>
              <p:cNvPr id="40" name="椭圆 39">
                <a:extLst>
                  <a:ext uri="{FF2B5EF4-FFF2-40B4-BE49-F238E27FC236}">
                    <a16:creationId xmlns:a16="http://schemas.microsoft.com/office/drawing/2014/main" id="{B15E4185-6066-4340-9253-14C6A290CAB3}"/>
                  </a:ext>
                </a:extLst>
              </p:cNvPr>
              <p:cNvSpPr/>
              <p:nvPr/>
            </p:nvSpPr>
            <p:spPr>
              <a:xfrm>
                <a:off x="7698094" y="3392284"/>
                <a:ext cx="489858" cy="489858"/>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p>
            </p:txBody>
          </p:sp>
          <p:sp>
            <p:nvSpPr>
              <p:cNvPr id="41" name="任意多边形: 形状 40">
                <a:extLst>
                  <a:ext uri="{FF2B5EF4-FFF2-40B4-BE49-F238E27FC236}">
                    <a16:creationId xmlns:a16="http://schemas.microsoft.com/office/drawing/2014/main" id="{A0755DF3-79E2-45D8-84F4-27917412FEE1}"/>
                  </a:ext>
                </a:extLst>
              </p:cNvPr>
              <p:cNvSpPr/>
              <p:nvPr/>
            </p:nvSpPr>
            <p:spPr bwMode="auto">
              <a:xfrm>
                <a:off x="7831850" y="3567915"/>
                <a:ext cx="212129" cy="131945"/>
              </a:xfrm>
              <a:custGeom>
                <a:avLst/>
                <a:gdLst>
                  <a:gd name="connsiteX0" fmla="*/ 308536 w 331788"/>
                  <a:gd name="connsiteY0" fmla="*/ 66675 h 206375"/>
                  <a:gd name="connsiteX1" fmla="*/ 314995 w 331788"/>
                  <a:gd name="connsiteY1" fmla="*/ 66675 h 206375"/>
                  <a:gd name="connsiteX2" fmla="*/ 331788 w 331788"/>
                  <a:gd name="connsiteY2" fmla="*/ 83491 h 206375"/>
                  <a:gd name="connsiteX3" fmla="*/ 331788 w 331788"/>
                  <a:gd name="connsiteY3" fmla="*/ 189559 h 206375"/>
                  <a:gd name="connsiteX4" fmla="*/ 314995 w 331788"/>
                  <a:gd name="connsiteY4" fmla="*/ 206375 h 206375"/>
                  <a:gd name="connsiteX5" fmla="*/ 85056 w 331788"/>
                  <a:gd name="connsiteY5" fmla="*/ 206375 h 206375"/>
                  <a:gd name="connsiteX6" fmla="*/ 68263 w 331788"/>
                  <a:gd name="connsiteY6" fmla="*/ 189559 h 206375"/>
                  <a:gd name="connsiteX7" fmla="*/ 68263 w 331788"/>
                  <a:gd name="connsiteY7" fmla="*/ 183092 h 206375"/>
                  <a:gd name="connsiteX8" fmla="*/ 281408 w 331788"/>
                  <a:gd name="connsiteY8" fmla="*/ 183092 h 206375"/>
                  <a:gd name="connsiteX9" fmla="*/ 308536 w 331788"/>
                  <a:gd name="connsiteY9" fmla="*/ 155928 h 206375"/>
                  <a:gd name="connsiteX10" fmla="*/ 308536 w 331788"/>
                  <a:gd name="connsiteY10" fmla="*/ 66675 h 206375"/>
                  <a:gd name="connsiteX11" fmla="*/ 275059 w 331788"/>
                  <a:gd name="connsiteY11" fmla="*/ 33338 h 206375"/>
                  <a:gd name="connsiteX12" fmla="*/ 281557 w 331788"/>
                  <a:gd name="connsiteY12" fmla="*/ 33338 h 206375"/>
                  <a:gd name="connsiteX13" fmla="*/ 298451 w 331788"/>
                  <a:gd name="connsiteY13" fmla="*/ 50154 h 206375"/>
                  <a:gd name="connsiteX14" fmla="*/ 298451 w 331788"/>
                  <a:gd name="connsiteY14" fmla="*/ 156222 h 206375"/>
                  <a:gd name="connsiteX15" fmla="*/ 281557 w 331788"/>
                  <a:gd name="connsiteY15" fmla="*/ 173038 h 206375"/>
                  <a:gd name="connsiteX16" fmla="*/ 50232 w 331788"/>
                  <a:gd name="connsiteY16" fmla="*/ 173038 h 206375"/>
                  <a:gd name="connsiteX17" fmla="*/ 33338 w 331788"/>
                  <a:gd name="connsiteY17" fmla="*/ 156222 h 206375"/>
                  <a:gd name="connsiteX18" fmla="*/ 33338 w 331788"/>
                  <a:gd name="connsiteY18" fmla="*/ 149755 h 206375"/>
                  <a:gd name="connsiteX19" fmla="*/ 247768 w 331788"/>
                  <a:gd name="connsiteY19" fmla="*/ 149755 h 206375"/>
                  <a:gd name="connsiteX20" fmla="*/ 275059 w 331788"/>
                  <a:gd name="connsiteY20" fmla="*/ 122591 h 206375"/>
                  <a:gd name="connsiteX21" fmla="*/ 275059 w 331788"/>
                  <a:gd name="connsiteY21" fmla="*/ 33338 h 206375"/>
                  <a:gd name="connsiteX22" fmla="*/ 99109 w 331788"/>
                  <a:gd name="connsiteY22" fmla="*/ 21630 h 206375"/>
                  <a:gd name="connsiteX23" fmla="*/ 97823 w 331788"/>
                  <a:gd name="connsiteY23" fmla="*/ 22920 h 206375"/>
                  <a:gd name="connsiteX24" fmla="*/ 95250 w 331788"/>
                  <a:gd name="connsiteY24" fmla="*/ 28079 h 206375"/>
                  <a:gd name="connsiteX25" fmla="*/ 96536 w 331788"/>
                  <a:gd name="connsiteY25" fmla="*/ 31949 h 206375"/>
                  <a:gd name="connsiteX26" fmla="*/ 97823 w 331788"/>
                  <a:gd name="connsiteY26" fmla="*/ 33238 h 206375"/>
                  <a:gd name="connsiteX27" fmla="*/ 118406 w 331788"/>
                  <a:gd name="connsiteY27" fmla="*/ 66775 h 206375"/>
                  <a:gd name="connsiteX28" fmla="*/ 119692 w 331788"/>
                  <a:gd name="connsiteY28" fmla="*/ 68064 h 206375"/>
                  <a:gd name="connsiteX29" fmla="*/ 111974 w 331788"/>
                  <a:gd name="connsiteY29" fmla="*/ 68064 h 206375"/>
                  <a:gd name="connsiteX30" fmla="*/ 104255 w 331788"/>
                  <a:gd name="connsiteY30" fmla="*/ 75804 h 206375"/>
                  <a:gd name="connsiteX31" fmla="*/ 111974 w 331788"/>
                  <a:gd name="connsiteY31" fmla="*/ 83543 h 206375"/>
                  <a:gd name="connsiteX32" fmla="*/ 124838 w 331788"/>
                  <a:gd name="connsiteY32" fmla="*/ 83543 h 206375"/>
                  <a:gd name="connsiteX33" fmla="*/ 124838 w 331788"/>
                  <a:gd name="connsiteY33" fmla="*/ 89992 h 206375"/>
                  <a:gd name="connsiteX34" fmla="*/ 111974 w 331788"/>
                  <a:gd name="connsiteY34" fmla="*/ 89992 h 206375"/>
                  <a:gd name="connsiteX35" fmla="*/ 104255 w 331788"/>
                  <a:gd name="connsiteY35" fmla="*/ 97731 h 206375"/>
                  <a:gd name="connsiteX36" fmla="*/ 111974 w 331788"/>
                  <a:gd name="connsiteY36" fmla="*/ 105470 h 206375"/>
                  <a:gd name="connsiteX37" fmla="*/ 124838 w 331788"/>
                  <a:gd name="connsiteY37" fmla="*/ 105470 h 206375"/>
                  <a:gd name="connsiteX38" fmla="*/ 124838 w 331788"/>
                  <a:gd name="connsiteY38" fmla="*/ 114499 h 206375"/>
                  <a:gd name="connsiteX39" fmla="*/ 132557 w 331788"/>
                  <a:gd name="connsiteY39" fmla="*/ 122238 h 206375"/>
                  <a:gd name="connsiteX40" fmla="*/ 140275 w 331788"/>
                  <a:gd name="connsiteY40" fmla="*/ 114499 h 206375"/>
                  <a:gd name="connsiteX41" fmla="*/ 140275 w 331788"/>
                  <a:gd name="connsiteY41" fmla="*/ 105470 h 206375"/>
                  <a:gd name="connsiteX42" fmla="*/ 153139 w 331788"/>
                  <a:gd name="connsiteY42" fmla="*/ 105470 h 206375"/>
                  <a:gd name="connsiteX43" fmla="*/ 160858 w 331788"/>
                  <a:gd name="connsiteY43" fmla="*/ 97731 h 206375"/>
                  <a:gd name="connsiteX44" fmla="*/ 153139 w 331788"/>
                  <a:gd name="connsiteY44" fmla="*/ 89992 h 206375"/>
                  <a:gd name="connsiteX45" fmla="*/ 140275 w 331788"/>
                  <a:gd name="connsiteY45" fmla="*/ 89992 h 206375"/>
                  <a:gd name="connsiteX46" fmla="*/ 140275 w 331788"/>
                  <a:gd name="connsiteY46" fmla="*/ 83543 h 206375"/>
                  <a:gd name="connsiteX47" fmla="*/ 153139 w 331788"/>
                  <a:gd name="connsiteY47" fmla="*/ 83543 h 206375"/>
                  <a:gd name="connsiteX48" fmla="*/ 160858 w 331788"/>
                  <a:gd name="connsiteY48" fmla="*/ 75804 h 206375"/>
                  <a:gd name="connsiteX49" fmla="*/ 153139 w 331788"/>
                  <a:gd name="connsiteY49" fmla="*/ 68064 h 206375"/>
                  <a:gd name="connsiteX50" fmla="*/ 145421 w 331788"/>
                  <a:gd name="connsiteY50" fmla="*/ 68064 h 206375"/>
                  <a:gd name="connsiteX51" fmla="*/ 146707 w 331788"/>
                  <a:gd name="connsiteY51" fmla="*/ 66775 h 206375"/>
                  <a:gd name="connsiteX52" fmla="*/ 168577 w 331788"/>
                  <a:gd name="connsiteY52" fmla="*/ 33238 h 206375"/>
                  <a:gd name="connsiteX53" fmla="*/ 168577 w 331788"/>
                  <a:gd name="connsiteY53" fmla="*/ 31949 h 206375"/>
                  <a:gd name="connsiteX54" fmla="*/ 169863 w 331788"/>
                  <a:gd name="connsiteY54" fmla="*/ 28079 h 206375"/>
                  <a:gd name="connsiteX55" fmla="*/ 168577 w 331788"/>
                  <a:gd name="connsiteY55" fmla="*/ 22920 h 206375"/>
                  <a:gd name="connsiteX56" fmla="*/ 166004 w 331788"/>
                  <a:gd name="connsiteY56" fmla="*/ 21630 h 206375"/>
                  <a:gd name="connsiteX57" fmla="*/ 156999 w 331788"/>
                  <a:gd name="connsiteY57" fmla="*/ 22920 h 206375"/>
                  <a:gd name="connsiteX58" fmla="*/ 155712 w 331788"/>
                  <a:gd name="connsiteY58" fmla="*/ 22920 h 206375"/>
                  <a:gd name="connsiteX59" fmla="*/ 153139 w 331788"/>
                  <a:gd name="connsiteY59" fmla="*/ 28079 h 206375"/>
                  <a:gd name="connsiteX60" fmla="*/ 150567 w 331788"/>
                  <a:gd name="connsiteY60" fmla="*/ 33238 h 206375"/>
                  <a:gd name="connsiteX61" fmla="*/ 132557 w 331788"/>
                  <a:gd name="connsiteY61" fmla="*/ 60325 h 206375"/>
                  <a:gd name="connsiteX62" fmla="*/ 115833 w 331788"/>
                  <a:gd name="connsiteY62" fmla="*/ 33238 h 206375"/>
                  <a:gd name="connsiteX63" fmla="*/ 111974 w 331788"/>
                  <a:gd name="connsiteY63" fmla="*/ 28079 h 206375"/>
                  <a:gd name="connsiteX64" fmla="*/ 109401 w 331788"/>
                  <a:gd name="connsiteY64" fmla="*/ 22920 h 206375"/>
                  <a:gd name="connsiteX65" fmla="*/ 99109 w 331788"/>
                  <a:gd name="connsiteY65" fmla="*/ 21630 h 206375"/>
                  <a:gd name="connsiteX66" fmla="*/ 16894 w 331788"/>
                  <a:gd name="connsiteY66" fmla="*/ 0 h 206375"/>
                  <a:gd name="connsiteX67" fmla="*/ 248219 w 331788"/>
                  <a:gd name="connsiteY67" fmla="*/ 0 h 206375"/>
                  <a:gd name="connsiteX68" fmla="*/ 265113 w 331788"/>
                  <a:gd name="connsiteY68" fmla="*/ 16816 h 206375"/>
                  <a:gd name="connsiteX69" fmla="*/ 265113 w 331788"/>
                  <a:gd name="connsiteY69" fmla="*/ 122884 h 206375"/>
                  <a:gd name="connsiteX70" fmla="*/ 248219 w 331788"/>
                  <a:gd name="connsiteY70" fmla="*/ 139700 h 206375"/>
                  <a:gd name="connsiteX71" fmla="*/ 23392 w 331788"/>
                  <a:gd name="connsiteY71" fmla="*/ 139700 h 206375"/>
                  <a:gd name="connsiteX72" fmla="*/ 16894 w 331788"/>
                  <a:gd name="connsiteY72" fmla="*/ 139700 h 206375"/>
                  <a:gd name="connsiteX73" fmla="*/ 0 w 331788"/>
                  <a:gd name="connsiteY73" fmla="*/ 122884 h 206375"/>
                  <a:gd name="connsiteX74" fmla="*/ 0 w 331788"/>
                  <a:gd name="connsiteY74" fmla="*/ 16816 h 206375"/>
                  <a:gd name="connsiteX75" fmla="*/ 16894 w 331788"/>
                  <a:gd name="connsiteY75" fmla="*/ 0 h 20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31788" h="206375">
                    <a:moveTo>
                      <a:pt x="308536" y="66675"/>
                    </a:moveTo>
                    <a:cubicBezTo>
                      <a:pt x="308536" y="66675"/>
                      <a:pt x="308536" y="66675"/>
                      <a:pt x="314995" y="66675"/>
                    </a:cubicBezTo>
                    <a:cubicBezTo>
                      <a:pt x="324037" y="66675"/>
                      <a:pt x="331788" y="73143"/>
                      <a:pt x="331788" y="83491"/>
                    </a:cubicBezTo>
                    <a:cubicBezTo>
                      <a:pt x="331788" y="83491"/>
                      <a:pt x="331788" y="83491"/>
                      <a:pt x="331788" y="189559"/>
                    </a:cubicBezTo>
                    <a:cubicBezTo>
                      <a:pt x="331788" y="198614"/>
                      <a:pt x="324037" y="206375"/>
                      <a:pt x="314995" y="206375"/>
                    </a:cubicBezTo>
                    <a:cubicBezTo>
                      <a:pt x="314995" y="206375"/>
                      <a:pt x="314995" y="206375"/>
                      <a:pt x="85056" y="206375"/>
                    </a:cubicBezTo>
                    <a:cubicBezTo>
                      <a:pt x="76014" y="206375"/>
                      <a:pt x="68263" y="198614"/>
                      <a:pt x="68263" y="189559"/>
                    </a:cubicBezTo>
                    <a:cubicBezTo>
                      <a:pt x="68263" y="189559"/>
                      <a:pt x="68263" y="189559"/>
                      <a:pt x="68263" y="183092"/>
                    </a:cubicBezTo>
                    <a:cubicBezTo>
                      <a:pt x="68263" y="183092"/>
                      <a:pt x="68263" y="183092"/>
                      <a:pt x="281408" y="183092"/>
                    </a:cubicBezTo>
                    <a:cubicBezTo>
                      <a:pt x="296910" y="183092"/>
                      <a:pt x="308536" y="171450"/>
                      <a:pt x="308536" y="155928"/>
                    </a:cubicBezTo>
                    <a:cubicBezTo>
                      <a:pt x="308536" y="155928"/>
                      <a:pt x="308536" y="155928"/>
                      <a:pt x="308536" y="66675"/>
                    </a:cubicBezTo>
                    <a:close/>
                    <a:moveTo>
                      <a:pt x="275059" y="33338"/>
                    </a:moveTo>
                    <a:cubicBezTo>
                      <a:pt x="275059" y="33338"/>
                      <a:pt x="275059" y="33338"/>
                      <a:pt x="281557" y="33338"/>
                    </a:cubicBezTo>
                    <a:cubicBezTo>
                      <a:pt x="290654" y="33338"/>
                      <a:pt x="298451" y="41099"/>
                      <a:pt x="298451" y="50154"/>
                    </a:cubicBezTo>
                    <a:cubicBezTo>
                      <a:pt x="298451" y="50154"/>
                      <a:pt x="298451" y="50154"/>
                      <a:pt x="298451" y="156222"/>
                    </a:cubicBezTo>
                    <a:cubicBezTo>
                      <a:pt x="298451" y="165277"/>
                      <a:pt x="290654" y="173038"/>
                      <a:pt x="281557" y="173038"/>
                    </a:cubicBezTo>
                    <a:cubicBezTo>
                      <a:pt x="281557" y="173038"/>
                      <a:pt x="281557" y="173038"/>
                      <a:pt x="50232" y="173038"/>
                    </a:cubicBezTo>
                    <a:cubicBezTo>
                      <a:pt x="41135" y="173038"/>
                      <a:pt x="33338" y="165277"/>
                      <a:pt x="33338" y="156222"/>
                    </a:cubicBezTo>
                    <a:cubicBezTo>
                      <a:pt x="33338" y="156222"/>
                      <a:pt x="33338" y="156222"/>
                      <a:pt x="33338" y="149755"/>
                    </a:cubicBezTo>
                    <a:cubicBezTo>
                      <a:pt x="33338" y="149755"/>
                      <a:pt x="33338" y="149755"/>
                      <a:pt x="247768" y="149755"/>
                    </a:cubicBezTo>
                    <a:cubicBezTo>
                      <a:pt x="263363" y="149755"/>
                      <a:pt x="275059" y="138113"/>
                      <a:pt x="275059" y="122591"/>
                    </a:cubicBezTo>
                    <a:cubicBezTo>
                      <a:pt x="275059" y="122591"/>
                      <a:pt x="275059" y="122591"/>
                      <a:pt x="275059" y="33338"/>
                    </a:cubicBezTo>
                    <a:close/>
                    <a:moveTo>
                      <a:pt x="99109" y="21630"/>
                    </a:moveTo>
                    <a:cubicBezTo>
                      <a:pt x="97823" y="21630"/>
                      <a:pt x="97823" y="21630"/>
                      <a:pt x="97823" y="22920"/>
                    </a:cubicBezTo>
                    <a:cubicBezTo>
                      <a:pt x="96536" y="24210"/>
                      <a:pt x="95250" y="25499"/>
                      <a:pt x="95250" y="28079"/>
                    </a:cubicBezTo>
                    <a:cubicBezTo>
                      <a:pt x="95250" y="29369"/>
                      <a:pt x="96536" y="30659"/>
                      <a:pt x="96536" y="31949"/>
                    </a:cubicBezTo>
                    <a:cubicBezTo>
                      <a:pt x="96536" y="31949"/>
                      <a:pt x="96536" y="31949"/>
                      <a:pt x="97823" y="33238"/>
                    </a:cubicBezTo>
                    <a:cubicBezTo>
                      <a:pt x="97823" y="33238"/>
                      <a:pt x="97823" y="33238"/>
                      <a:pt x="118406" y="66775"/>
                    </a:cubicBezTo>
                    <a:cubicBezTo>
                      <a:pt x="118406" y="66775"/>
                      <a:pt x="118406" y="66775"/>
                      <a:pt x="119692" y="68064"/>
                    </a:cubicBezTo>
                    <a:cubicBezTo>
                      <a:pt x="119692" y="68064"/>
                      <a:pt x="119692" y="68064"/>
                      <a:pt x="111974" y="68064"/>
                    </a:cubicBezTo>
                    <a:cubicBezTo>
                      <a:pt x="108114" y="68064"/>
                      <a:pt x="104255" y="71934"/>
                      <a:pt x="104255" y="75804"/>
                    </a:cubicBezTo>
                    <a:cubicBezTo>
                      <a:pt x="104255" y="79673"/>
                      <a:pt x="108114" y="83543"/>
                      <a:pt x="111974" y="83543"/>
                    </a:cubicBezTo>
                    <a:cubicBezTo>
                      <a:pt x="111974" y="83543"/>
                      <a:pt x="111974" y="83543"/>
                      <a:pt x="124838" y="83543"/>
                    </a:cubicBezTo>
                    <a:cubicBezTo>
                      <a:pt x="124838" y="83543"/>
                      <a:pt x="124838" y="83543"/>
                      <a:pt x="124838" y="89992"/>
                    </a:cubicBezTo>
                    <a:cubicBezTo>
                      <a:pt x="124838" y="89992"/>
                      <a:pt x="124838" y="89992"/>
                      <a:pt x="111974" y="89992"/>
                    </a:cubicBezTo>
                    <a:cubicBezTo>
                      <a:pt x="108114" y="89992"/>
                      <a:pt x="104255" y="93861"/>
                      <a:pt x="104255" y="97731"/>
                    </a:cubicBezTo>
                    <a:cubicBezTo>
                      <a:pt x="104255" y="101601"/>
                      <a:pt x="108114" y="105470"/>
                      <a:pt x="111974" y="105470"/>
                    </a:cubicBezTo>
                    <a:cubicBezTo>
                      <a:pt x="111974" y="105470"/>
                      <a:pt x="111974" y="105470"/>
                      <a:pt x="124838" y="105470"/>
                    </a:cubicBezTo>
                    <a:cubicBezTo>
                      <a:pt x="124838" y="105470"/>
                      <a:pt x="124838" y="105470"/>
                      <a:pt x="124838" y="114499"/>
                    </a:cubicBezTo>
                    <a:cubicBezTo>
                      <a:pt x="124838" y="119658"/>
                      <a:pt x="128697" y="122238"/>
                      <a:pt x="132557" y="122238"/>
                    </a:cubicBezTo>
                    <a:cubicBezTo>
                      <a:pt x="136416" y="122238"/>
                      <a:pt x="140275" y="119658"/>
                      <a:pt x="140275" y="114499"/>
                    </a:cubicBezTo>
                    <a:cubicBezTo>
                      <a:pt x="140275" y="114499"/>
                      <a:pt x="140275" y="114499"/>
                      <a:pt x="140275" y="105470"/>
                    </a:cubicBezTo>
                    <a:cubicBezTo>
                      <a:pt x="140275" y="105470"/>
                      <a:pt x="140275" y="105470"/>
                      <a:pt x="153139" y="105470"/>
                    </a:cubicBezTo>
                    <a:cubicBezTo>
                      <a:pt x="158285" y="105470"/>
                      <a:pt x="160858" y="101601"/>
                      <a:pt x="160858" y="97731"/>
                    </a:cubicBezTo>
                    <a:cubicBezTo>
                      <a:pt x="160858" y="93861"/>
                      <a:pt x="158285" y="89992"/>
                      <a:pt x="153139" y="89992"/>
                    </a:cubicBezTo>
                    <a:cubicBezTo>
                      <a:pt x="153139" y="89992"/>
                      <a:pt x="153139" y="89992"/>
                      <a:pt x="140275" y="89992"/>
                    </a:cubicBezTo>
                    <a:cubicBezTo>
                      <a:pt x="140275" y="89992"/>
                      <a:pt x="140275" y="89992"/>
                      <a:pt x="140275" y="83543"/>
                    </a:cubicBezTo>
                    <a:cubicBezTo>
                      <a:pt x="140275" y="83543"/>
                      <a:pt x="140275" y="83543"/>
                      <a:pt x="153139" y="83543"/>
                    </a:cubicBezTo>
                    <a:cubicBezTo>
                      <a:pt x="158285" y="83543"/>
                      <a:pt x="160858" y="79673"/>
                      <a:pt x="160858" y="75804"/>
                    </a:cubicBezTo>
                    <a:cubicBezTo>
                      <a:pt x="160858" y="71934"/>
                      <a:pt x="158285" y="68064"/>
                      <a:pt x="153139" y="68064"/>
                    </a:cubicBezTo>
                    <a:cubicBezTo>
                      <a:pt x="153139" y="68064"/>
                      <a:pt x="153139" y="68064"/>
                      <a:pt x="145421" y="68064"/>
                    </a:cubicBezTo>
                    <a:cubicBezTo>
                      <a:pt x="145421" y="68064"/>
                      <a:pt x="145421" y="68064"/>
                      <a:pt x="146707" y="66775"/>
                    </a:cubicBezTo>
                    <a:cubicBezTo>
                      <a:pt x="146707" y="66775"/>
                      <a:pt x="146707" y="66775"/>
                      <a:pt x="168577" y="33238"/>
                    </a:cubicBezTo>
                    <a:cubicBezTo>
                      <a:pt x="168577" y="33238"/>
                      <a:pt x="168577" y="33238"/>
                      <a:pt x="168577" y="31949"/>
                    </a:cubicBezTo>
                    <a:cubicBezTo>
                      <a:pt x="169863" y="30659"/>
                      <a:pt x="169863" y="29369"/>
                      <a:pt x="169863" y="28079"/>
                    </a:cubicBezTo>
                    <a:cubicBezTo>
                      <a:pt x="169863" y="25499"/>
                      <a:pt x="169863" y="24210"/>
                      <a:pt x="168577" y="22920"/>
                    </a:cubicBezTo>
                    <a:cubicBezTo>
                      <a:pt x="167290" y="21630"/>
                      <a:pt x="167290" y="21630"/>
                      <a:pt x="166004" y="21630"/>
                    </a:cubicBezTo>
                    <a:cubicBezTo>
                      <a:pt x="163431" y="19050"/>
                      <a:pt x="159572" y="20340"/>
                      <a:pt x="156999" y="22920"/>
                    </a:cubicBezTo>
                    <a:cubicBezTo>
                      <a:pt x="156999" y="22920"/>
                      <a:pt x="155712" y="22920"/>
                      <a:pt x="155712" y="22920"/>
                    </a:cubicBezTo>
                    <a:cubicBezTo>
                      <a:pt x="155712" y="22920"/>
                      <a:pt x="155712" y="22920"/>
                      <a:pt x="153139" y="28079"/>
                    </a:cubicBezTo>
                    <a:cubicBezTo>
                      <a:pt x="153139" y="28079"/>
                      <a:pt x="153139" y="28079"/>
                      <a:pt x="150567" y="33238"/>
                    </a:cubicBezTo>
                    <a:cubicBezTo>
                      <a:pt x="150567" y="33238"/>
                      <a:pt x="150567" y="33238"/>
                      <a:pt x="132557" y="60325"/>
                    </a:cubicBezTo>
                    <a:cubicBezTo>
                      <a:pt x="132557" y="60325"/>
                      <a:pt x="132557" y="60325"/>
                      <a:pt x="115833" y="33238"/>
                    </a:cubicBezTo>
                    <a:cubicBezTo>
                      <a:pt x="115833" y="33238"/>
                      <a:pt x="115833" y="33238"/>
                      <a:pt x="111974" y="28079"/>
                    </a:cubicBezTo>
                    <a:cubicBezTo>
                      <a:pt x="111974" y="28079"/>
                      <a:pt x="111974" y="28079"/>
                      <a:pt x="109401" y="22920"/>
                    </a:cubicBezTo>
                    <a:cubicBezTo>
                      <a:pt x="106828" y="20340"/>
                      <a:pt x="101682" y="19050"/>
                      <a:pt x="99109" y="21630"/>
                    </a:cubicBezTo>
                    <a:close/>
                    <a:moveTo>
                      <a:pt x="16894" y="0"/>
                    </a:moveTo>
                    <a:cubicBezTo>
                      <a:pt x="16894" y="0"/>
                      <a:pt x="16894" y="0"/>
                      <a:pt x="248219" y="0"/>
                    </a:cubicBezTo>
                    <a:cubicBezTo>
                      <a:pt x="257316" y="0"/>
                      <a:pt x="265113" y="7761"/>
                      <a:pt x="265113" y="16816"/>
                    </a:cubicBezTo>
                    <a:cubicBezTo>
                      <a:pt x="265113" y="16816"/>
                      <a:pt x="265113" y="16816"/>
                      <a:pt x="265113" y="122884"/>
                    </a:cubicBezTo>
                    <a:cubicBezTo>
                      <a:pt x="265113" y="133233"/>
                      <a:pt x="257316" y="139700"/>
                      <a:pt x="248219" y="139700"/>
                    </a:cubicBezTo>
                    <a:cubicBezTo>
                      <a:pt x="248219" y="139700"/>
                      <a:pt x="248219" y="139700"/>
                      <a:pt x="23392" y="139700"/>
                    </a:cubicBezTo>
                    <a:lnTo>
                      <a:pt x="16894" y="139700"/>
                    </a:lnTo>
                    <a:cubicBezTo>
                      <a:pt x="7797" y="139700"/>
                      <a:pt x="0" y="133233"/>
                      <a:pt x="0" y="122884"/>
                    </a:cubicBezTo>
                    <a:cubicBezTo>
                      <a:pt x="0" y="122884"/>
                      <a:pt x="0" y="122884"/>
                      <a:pt x="0" y="16816"/>
                    </a:cubicBezTo>
                    <a:cubicBezTo>
                      <a:pt x="0" y="7761"/>
                      <a:pt x="7797" y="0"/>
                      <a:pt x="16894" y="0"/>
                    </a:cubicBezTo>
                    <a:close/>
                  </a:path>
                </a:pathLst>
              </a:custGeom>
              <a:solidFill>
                <a:srgbClr val="FFFFFF"/>
              </a:solidFill>
              <a:ln>
                <a:noFill/>
              </a:ln>
              <a:extLst>
                <a:ext uri="{91240B29-F687-4f45-9708-019B960494DF}">
                  <a14:hiddenLine xmlns:p15="http://schemas.microsoft.com/office/powerpoint/2012/main" xmlns:a16="http://schemas.microsoft.com/office/drawing/2014/main" xmlns:p14="http://schemas.microsoft.com/office/powerpoint/2010/main" xmlns:a14="http://schemas.microsoft.com/office/drawing/2010/main" xmlns:lc="http://schemas.openxmlformats.org/drawingml/2006/lockedCanvas" xmlns="" w="25400" cap="flat">
                    <a:solidFill>
                      <a:schemeClr val="tx1"/>
                    </a:solidFill>
                    <a:miter lim="800000"/>
                    <a:headEnd type="none" w="med" len="med"/>
                    <a:tailEnd type="none" w="med" len="med"/>
                  </a14:hiddenLine>
                </a:ext>
              </a:extLst>
            </p:spPr>
            <p:txBody>
              <a:bodyPr anchor="ctr"/>
              <a:lstStyle/>
              <a:p>
                <a:pPr algn="ctr"/>
                <a:endParaRPr dirty="0"/>
              </a:p>
            </p:txBody>
          </p:sp>
        </p:grpSp>
      </p:grpSp>
      <p:grpSp>
        <p:nvGrpSpPr>
          <p:cNvPr id="42" name="千图PPT彼岸天：ID 8661124库_组合 57">
            <a:extLst>
              <a:ext uri="{FF2B5EF4-FFF2-40B4-BE49-F238E27FC236}">
                <a16:creationId xmlns:a16="http://schemas.microsoft.com/office/drawing/2014/main" id="{992B43A8-F5DE-4CEC-B256-F20C1517BA76}"/>
              </a:ext>
            </a:extLst>
          </p:cNvPr>
          <p:cNvGrpSpPr/>
          <p:nvPr>
            <p:custDataLst>
              <p:tags r:id="rId21"/>
            </p:custDataLst>
          </p:nvPr>
        </p:nvGrpSpPr>
        <p:grpSpPr>
          <a:xfrm>
            <a:off x="8139354" y="5023032"/>
            <a:ext cx="3194126" cy="782232"/>
            <a:chOff x="8139354" y="5023032"/>
            <a:chExt cx="3194126" cy="782232"/>
          </a:xfrm>
        </p:grpSpPr>
        <p:sp>
          <p:nvSpPr>
            <p:cNvPr id="43" name="矩形 42">
              <a:extLst>
                <a:ext uri="{FF2B5EF4-FFF2-40B4-BE49-F238E27FC236}">
                  <a16:creationId xmlns:a16="http://schemas.microsoft.com/office/drawing/2014/main" id="{ACC0CED0-30E6-4F13-8245-4BBCA51B7C26}"/>
                </a:ext>
              </a:extLst>
            </p:cNvPr>
            <p:cNvSpPr/>
            <p:nvPr/>
          </p:nvSpPr>
          <p:spPr>
            <a:xfrm>
              <a:off x="8746260" y="5023032"/>
              <a:ext cx="2587220" cy="246221"/>
            </a:xfrm>
            <a:prstGeom prst="rect">
              <a:avLst/>
            </a:prstGeom>
          </p:spPr>
          <p:txBody>
            <a:bodyPr wrap="none" lIns="144000" tIns="0" rIns="144000" bIns="0">
              <a:normAutofit/>
            </a:bodyPr>
            <a:lstStyle/>
            <a:p>
              <a:r>
                <a:rPr lang="zh-CN" altLang="en-US" sz="1600" b="1">
                  <a:solidFill>
                    <a:schemeClr val="accent6"/>
                  </a:solidFill>
                </a:rPr>
                <a:t>输入标题文本</a:t>
              </a:r>
            </a:p>
          </p:txBody>
        </p:sp>
        <p:sp>
          <p:nvSpPr>
            <p:cNvPr id="44" name="矩形 43">
              <a:extLst>
                <a:ext uri="{FF2B5EF4-FFF2-40B4-BE49-F238E27FC236}">
                  <a16:creationId xmlns:a16="http://schemas.microsoft.com/office/drawing/2014/main" id="{13C9B4CD-D13E-4F29-A965-2C309EB54E66}"/>
                </a:ext>
              </a:extLst>
            </p:cNvPr>
            <p:cNvSpPr/>
            <p:nvPr/>
          </p:nvSpPr>
          <p:spPr>
            <a:xfrm>
              <a:off x="8746260" y="5269253"/>
              <a:ext cx="2587220" cy="536011"/>
            </a:xfrm>
            <a:prstGeom prst="rect">
              <a:avLst/>
            </a:prstGeom>
          </p:spPr>
          <p:txBody>
            <a:bodyPr wrap="square" lIns="144000" tIns="0" rIns="144000" bIns="0">
              <a:normAutofit/>
            </a:bodyPr>
            <a:lstStyle/>
            <a:p>
              <a:pPr>
                <a:lnSpc>
                  <a:spcPct val="120000"/>
                </a:lnSpc>
              </a:pPr>
              <a:r>
                <a:rPr lang="zh-CN" altLang="en-US" sz="1100">
                  <a:solidFill>
                    <a:schemeClr val="dk1">
                      <a:lumMod val="100000"/>
                    </a:schemeClr>
                  </a:solidFill>
                </a:rPr>
                <a:t>请替换文字内容复制你的内容到此</a:t>
              </a:r>
              <a:br>
                <a:rPr lang="zh-CN" altLang="en-US" sz="1100">
                  <a:solidFill>
                    <a:schemeClr val="dk1">
                      <a:lumMod val="100000"/>
                    </a:schemeClr>
                  </a:solidFill>
                </a:rPr>
              </a:br>
              <a:endParaRPr lang="zh-CN" altLang="en-US" sz="1100">
                <a:solidFill>
                  <a:schemeClr val="dk1">
                    <a:lumMod val="100000"/>
                  </a:schemeClr>
                </a:solidFill>
              </a:endParaRPr>
            </a:p>
          </p:txBody>
        </p:sp>
        <p:grpSp>
          <p:nvGrpSpPr>
            <p:cNvPr id="45" name="组合 44">
              <a:extLst>
                <a:ext uri="{FF2B5EF4-FFF2-40B4-BE49-F238E27FC236}">
                  <a16:creationId xmlns:a16="http://schemas.microsoft.com/office/drawing/2014/main" id="{662CE9EB-D3E1-45FF-B200-58783DCDD1EB}"/>
                </a:ext>
              </a:extLst>
            </p:cNvPr>
            <p:cNvGrpSpPr/>
            <p:nvPr/>
          </p:nvGrpSpPr>
          <p:grpSpPr>
            <a:xfrm>
              <a:off x="8139354" y="5074916"/>
              <a:ext cx="489858" cy="489858"/>
              <a:chOff x="7698094" y="5074916"/>
              <a:chExt cx="489858" cy="489858"/>
            </a:xfrm>
          </p:grpSpPr>
          <p:sp>
            <p:nvSpPr>
              <p:cNvPr id="46" name="椭圆 45">
                <a:extLst>
                  <a:ext uri="{FF2B5EF4-FFF2-40B4-BE49-F238E27FC236}">
                    <a16:creationId xmlns:a16="http://schemas.microsoft.com/office/drawing/2014/main" id="{866AF3CD-FE69-41FF-BD01-552745C2D743}"/>
                  </a:ext>
                </a:extLst>
              </p:cNvPr>
              <p:cNvSpPr/>
              <p:nvPr/>
            </p:nvSpPr>
            <p:spPr>
              <a:xfrm>
                <a:off x="7698094" y="5074916"/>
                <a:ext cx="489858" cy="489858"/>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p>
            </p:txBody>
          </p:sp>
          <p:sp>
            <p:nvSpPr>
              <p:cNvPr id="47" name="任意多边形: 形状 46">
                <a:extLst>
                  <a:ext uri="{FF2B5EF4-FFF2-40B4-BE49-F238E27FC236}">
                    <a16:creationId xmlns:a16="http://schemas.microsoft.com/office/drawing/2014/main" id="{C6992366-1824-4289-B121-B16256253142}"/>
                  </a:ext>
                </a:extLst>
              </p:cNvPr>
              <p:cNvSpPr/>
              <p:nvPr/>
            </p:nvSpPr>
            <p:spPr bwMode="auto">
              <a:xfrm>
                <a:off x="7831850" y="5238809"/>
                <a:ext cx="212129" cy="171530"/>
              </a:xfrm>
              <a:custGeom>
                <a:avLst/>
                <a:gdLst>
                  <a:gd name="connsiteX0" fmla="*/ 9105 w 331788"/>
                  <a:gd name="connsiteY0" fmla="*/ 87313 h 268288"/>
                  <a:gd name="connsiteX1" fmla="*/ 63736 w 331788"/>
                  <a:gd name="connsiteY1" fmla="*/ 87313 h 268288"/>
                  <a:gd name="connsiteX2" fmla="*/ 67638 w 331788"/>
                  <a:gd name="connsiteY2" fmla="*/ 92447 h 268288"/>
                  <a:gd name="connsiteX3" fmla="*/ 67638 w 331788"/>
                  <a:gd name="connsiteY3" fmla="*/ 172025 h 268288"/>
                  <a:gd name="connsiteX4" fmla="*/ 89750 w 331788"/>
                  <a:gd name="connsiteY4" fmla="*/ 193845 h 268288"/>
                  <a:gd name="connsiteX5" fmla="*/ 196410 w 331788"/>
                  <a:gd name="connsiteY5" fmla="*/ 193845 h 268288"/>
                  <a:gd name="connsiteX6" fmla="*/ 201613 w 331788"/>
                  <a:gd name="connsiteY6" fmla="*/ 197695 h 268288"/>
                  <a:gd name="connsiteX7" fmla="*/ 201613 w 331788"/>
                  <a:gd name="connsiteY7" fmla="*/ 220798 h 268288"/>
                  <a:gd name="connsiteX8" fmla="*/ 192508 w 331788"/>
                  <a:gd name="connsiteY8" fmla="*/ 229783 h 268288"/>
                  <a:gd name="connsiteX9" fmla="*/ 88450 w 331788"/>
                  <a:gd name="connsiteY9" fmla="*/ 229783 h 268288"/>
                  <a:gd name="connsiteX10" fmla="*/ 84547 w 331788"/>
                  <a:gd name="connsiteY10" fmla="*/ 231066 h 268288"/>
                  <a:gd name="connsiteX11" fmla="*/ 59834 w 331788"/>
                  <a:gd name="connsiteY11" fmla="*/ 265721 h 268288"/>
                  <a:gd name="connsiteX12" fmla="*/ 55931 w 331788"/>
                  <a:gd name="connsiteY12" fmla="*/ 268288 h 268288"/>
                  <a:gd name="connsiteX13" fmla="*/ 52029 w 331788"/>
                  <a:gd name="connsiteY13" fmla="*/ 265721 h 268288"/>
                  <a:gd name="connsiteX14" fmla="*/ 27315 w 331788"/>
                  <a:gd name="connsiteY14" fmla="*/ 231066 h 268288"/>
                  <a:gd name="connsiteX15" fmla="*/ 23413 w 331788"/>
                  <a:gd name="connsiteY15" fmla="*/ 229783 h 268288"/>
                  <a:gd name="connsiteX16" fmla="*/ 9105 w 331788"/>
                  <a:gd name="connsiteY16" fmla="*/ 229783 h 268288"/>
                  <a:gd name="connsiteX17" fmla="*/ 0 w 331788"/>
                  <a:gd name="connsiteY17" fmla="*/ 220798 h 268288"/>
                  <a:gd name="connsiteX18" fmla="*/ 0 w 331788"/>
                  <a:gd name="connsiteY18" fmla="*/ 96298 h 268288"/>
                  <a:gd name="connsiteX19" fmla="*/ 9105 w 331788"/>
                  <a:gd name="connsiteY19" fmla="*/ 87313 h 268288"/>
                  <a:gd name="connsiteX20" fmla="*/ 200880 w 331788"/>
                  <a:gd name="connsiteY20" fmla="*/ 25400 h 268288"/>
                  <a:gd name="connsiteX21" fmla="*/ 199567 w 331788"/>
                  <a:gd name="connsiteY21" fmla="*/ 28004 h 268288"/>
                  <a:gd name="connsiteX22" fmla="*/ 199567 w 331788"/>
                  <a:gd name="connsiteY22" fmla="*/ 39723 h 268288"/>
                  <a:gd name="connsiteX23" fmla="*/ 178563 w 331788"/>
                  <a:gd name="connsiteY23" fmla="*/ 64463 h 268288"/>
                  <a:gd name="connsiteX24" fmla="*/ 208757 w 331788"/>
                  <a:gd name="connsiteY24" fmla="*/ 94412 h 268288"/>
                  <a:gd name="connsiteX25" fmla="*/ 223197 w 331788"/>
                  <a:gd name="connsiteY25" fmla="*/ 103527 h 268288"/>
                  <a:gd name="connsiteX26" fmla="*/ 210069 w 331788"/>
                  <a:gd name="connsiteY26" fmla="*/ 110037 h 268288"/>
                  <a:gd name="connsiteX27" fmla="*/ 193004 w 331788"/>
                  <a:gd name="connsiteY27" fmla="*/ 103527 h 268288"/>
                  <a:gd name="connsiteX28" fmla="*/ 189065 w 331788"/>
                  <a:gd name="connsiteY28" fmla="*/ 99621 h 268288"/>
                  <a:gd name="connsiteX29" fmla="*/ 186440 w 331788"/>
                  <a:gd name="connsiteY29" fmla="*/ 99621 h 268288"/>
                  <a:gd name="connsiteX30" fmla="*/ 175938 w 331788"/>
                  <a:gd name="connsiteY30" fmla="*/ 111340 h 268288"/>
                  <a:gd name="connsiteX31" fmla="*/ 174625 w 331788"/>
                  <a:gd name="connsiteY31" fmla="*/ 112642 h 268288"/>
                  <a:gd name="connsiteX32" fmla="*/ 174625 w 331788"/>
                  <a:gd name="connsiteY32" fmla="*/ 113944 h 268288"/>
                  <a:gd name="connsiteX33" fmla="*/ 178563 w 331788"/>
                  <a:gd name="connsiteY33" fmla="*/ 116548 h 268288"/>
                  <a:gd name="connsiteX34" fmla="*/ 199567 w 331788"/>
                  <a:gd name="connsiteY34" fmla="*/ 128267 h 268288"/>
                  <a:gd name="connsiteX35" fmla="*/ 199567 w 331788"/>
                  <a:gd name="connsiteY35" fmla="*/ 139986 h 268288"/>
                  <a:gd name="connsiteX36" fmla="*/ 200880 w 331788"/>
                  <a:gd name="connsiteY36" fmla="*/ 141288 h 268288"/>
                  <a:gd name="connsiteX37" fmla="*/ 216633 w 331788"/>
                  <a:gd name="connsiteY37" fmla="*/ 141288 h 268288"/>
                  <a:gd name="connsiteX38" fmla="*/ 219259 w 331788"/>
                  <a:gd name="connsiteY38" fmla="*/ 139986 h 268288"/>
                  <a:gd name="connsiteX39" fmla="*/ 219259 w 331788"/>
                  <a:gd name="connsiteY39" fmla="*/ 128267 h 268288"/>
                  <a:gd name="connsiteX40" fmla="*/ 242888 w 331788"/>
                  <a:gd name="connsiteY40" fmla="*/ 103527 h 268288"/>
                  <a:gd name="connsiteX41" fmla="*/ 214008 w 331788"/>
                  <a:gd name="connsiteY41" fmla="*/ 74880 h 268288"/>
                  <a:gd name="connsiteX42" fmla="*/ 198255 w 331788"/>
                  <a:gd name="connsiteY42" fmla="*/ 64463 h 268288"/>
                  <a:gd name="connsiteX43" fmla="*/ 211382 w 331788"/>
                  <a:gd name="connsiteY43" fmla="*/ 56651 h 268288"/>
                  <a:gd name="connsiteX44" fmla="*/ 227135 w 331788"/>
                  <a:gd name="connsiteY44" fmla="*/ 60557 h 268288"/>
                  <a:gd name="connsiteX45" fmla="*/ 229761 w 331788"/>
                  <a:gd name="connsiteY45" fmla="*/ 63161 h 268288"/>
                  <a:gd name="connsiteX46" fmla="*/ 233699 w 331788"/>
                  <a:gd name="connsiteY46" fmla="*/ 63161 h 268288"/>
                  <a:gd name="connsiteX47" fmla="*/ 241575 w 331788"/>
                  <a:gd name="connsiteY47" fmla="*/ 50140 h 268288"/>
                  <a:gd name="connsiteX48" fmla="*/ 241575 w 331788"/>
                  <a:gd name="connsiteY48" fmla="*/ 47536 h 268288"/>
                  <a:gd name="connsiteX49" fmla="*/ 237637 w 331788"/>
                  <a:gd name="connsiteY49" fmla="*/ 44932 h 268288"/>
                  <a:gd name="connsiteX50" fmla="*/ 219259 w 331788"/>
                  <a:gd name="connsiteY50" fmla="*/ 38421 h 268288"/>
                  <a:gd name="connsiteX51" fmla="*/ 219259 w 331788"/>
                  <a:gd name="connsiteY51" fmla="*/ 28004 h 268288"/>
                  <a:gd name="connsiteX52" fmla="*/ 216633 w 331788"/>
                  <a:gd name="connsiteY52" fmla="*/ 25400 h 268288"/>
                  <a:gd name="connsiteX53" fmla="*/ 200880 w 331788"/>
                  <a:gd name="connsiteY53" fmla="*/ 25400 h 268288"/>
                  <a:gd name="connsiteX54" fmla="*/ 95464 w 331788"/>
                  <a:gd name="connsiteY54" fmla="*/ 0 h 268288"/>
                  <a:gd name="connsiteX55" fmla="*/ 320166 w 331788"/>
                  <a:gd name="connsiteY55" fmla="*/ 0 h 268288"/>
                  <a:gd name="connsiteX56" fmla="*/ 331788 w 331788"/>
                  <a:gd name="connsiteY56" fmla="*/ 12898 h 268288"/>
                  <a:gd name="connsiteX57" fmla="*/ 331788 w 331788"/>
                  <a:gd name="connsiteY57" fmla="*/ 166390 h 268288"/>
                  <a:gd name="connsiteX58" fmla="*/ 320166 w 331788"/>
                  <a:gd name="connsiteY58" fmla="*/ 177999 h 268288"/>
                  <a:gd name="connsiteX59" fmla="*/ 302086 w 331788"/>
                  <a:gd name="connsiteY59" fmla="*/ 177999 h 268288"/>
                  <a:gd name="connsiteX60" fmla="*/ 298212 w 331788"/>
                  <a:gd name="connsiteY60" fmla="*/ 180579 h 268288"/>
                  <a:gd name="connsiteX61" fmla="*/ 265927 w 331788"/>
                  <a:gd name="connsiteY61" fmla="*/ 225723 h 268288"/>
                  <a:gd name="connsiteX62" fmla="*/ 262053 w 331788"/>
                  <a:gd name="connsiteY62" fmla="*/ 227013 h 268288"/>
                  <a:gd name="connsiteX63" fmla="*/ 258179 w 331788"/>
                  <a:gd name="connsiteY63" fmla="*/ 225723 h 268288"/>
                  <a:gd name="connsiteX64" fmla="*/ 227186 w 331788"/>
                  <a:gd name="connsiteY64" fmla="*/ 180579 h 268288"/>
                  <a:gd name="connsiteX65" fmla="*/ 223311 w 331788"/>
                  <a:gd name="connsiteY65" fmla="*/ 177999 h 268288"/>
                  <a:gd name="connsiteX66" fmla="*/ 95464 w 331788"/>
                  <a:gd name="connsiteY66" fmla="*/ 177999 h 268288"/>
                  <a:gd name="connsiteX67" fmla="*/ 82550 w 331788"/>
                  <a:gd name="connsiteY67" fmla="*/ 166390 h 268288"/>
                  <a:gd name="connsiteX68" fmla="*/ 82550 w 331788"/>
                  <a:gd name="connsiteY68" fmla="*/ 12898 h 268288"/>
                  <a:gd name="connsiteX69" fmla="*/ 95464 w 331788"/>
                  <a:gd name="connsiteY69" fmla="*/ 0 h 2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331788" h="268288">
                    <a:moveTo>
                      <a:pt x="9105" y="87313"/>
                    </a:moveTo>
                    <a:cubicBezTo>
                      <a:pt x="9105" y="87313"/>
                      <a:pt x="9105" y="87313"/>
                      <a:pt x="63736" y="87313"/>
                    </a:cubicBezTo>
                    <a:cubicBezTo>
                      <a:pt x="66337" y="87313"/>
                      <a:pt x="67638" y="89880"/>
                      <a:pt x="67638" y="92447"/>
                    </a:cubicBezTo>
                    <a:cubicBezTo>
                      <a:pt x="67638" y="92447"/>
                      <a:pt x="67638" y="92447"/>
                      <a:pt x="67638" y="172025"/>
                    </a:cubicBezTo>
                    <a:cubicBezTo>
                      <a:pt x="67638" y="183576"/>
                      <a:pt x="78044" y="193845"/>
                      <a:pt x="89750" y="193845"/>
                    </a:cubicBezTo>
                    <a:cubicBezTo>
                      <a:pt x="89750" y="193845"/>
                      <a:pt x="89750" y="193845"/>
                      <a:pt x="196410" y="193845"/>
                    </a:cubicBezTo>
                    <a:cubicBezTo>
                      <a:pt x="199012" y="193845"/>
                      <a:pt x="201613" y="195128"/>
                      <a:pt x="201613" y="197695"/>
                    </a:cubicBezTo>
                    <a:cubicBezTo>
                      <a:pt x="201613" y="197695"/>
                      <a:pt x="201613" y="197695"/>
                      <a:pt x="201613" y="220798"/>
                    </a:cubicBezTo>
                    <a:cubicBezTo>
                      <a:pt x="201613" y="225932"/>
                      <a:pt x="197711" y="229783"/>
                      <a:pt x="192508" y="229783"/>
                    </a:cubicBezTo>
                    <a:cubicBezTo>
                      <a:pt x="192508" y="229783"/>
                      <a:pt x="192508" y="229783"/>
                      <a:pt x="88450" y="229783"/>
                    </a:cubicBezTo>
                    <a:cubicBezTo>
                      <a:pt x="87149" y="229783"/>
                      <a:pt x="85848" y="229783"/>
                      <a:pt x="84547" y="231066"/>
                    </a:cubicBezTo>
                    <a:cubicBezTo>
                      <a:pt x="84547" y="231066"/>
                      <a:pt x="84547" y="231066"/>
                      <a:pt x="59834" y="265721"/>
                    </a:cubicBezTo>
                    <a:cubicBezTo>
                      <a:pt x="58533" y="267005"/>
                      <a:pt x="57232" y="268288"/>
                      <a:pt x="55931" y="268288"/>
                    </a:cubicBezTo>
                    <a:cubicBezTo>
                      <a:pt x="54631" y="268288"/>
                      <a:pt x="53330" y="267005"/>
                      <a:pt x="52029" y="265721"/>
                    </a:cubicBezTo>
                    <a:cubicBezTo>
                      <a:pt x="52029" y="265721"/>
                      <a:pt x="52029" y="265721"/>
                      <a:pt x="27315" y="231066"/>
                    </a:cubicBezTo>
                    <a:cubicBezTo>
                      <a:pt x="26015" y="229783"/>
                      <a:pt x="24714" y="229783"/>
                      <a:pt x="23413" y="229783"/>
                    </a:cubicBezTo>
                    <a:cubicBezTo>
                      <a:pt x="23413" y="229783"/>
                      <a:pt x="23413" y="229783"/>
                      <a:pt x="9105" y="229783"/>
                    </a:cubicBezTo>
                    <a:cubicBezTo>
                      <a:pt x="3902" y="229783"/>
                      <a:pt x="0" y="225932"/>
                      <a:pt x="0" y="220798"/>
                    </a:cubicBezTo>
                    <a:cubicBezTo>
                      <a:pt x="0" y="220798"/>
                      <a:pt x="0" y="220798"/>
                      <a:pt x="0" y="96298"/>
                    </a:cubicBezTo>
                    <a:cubicBezTo>
                      <a:pt x="0" y="91164"/>
                      <a:pt x="3902" y="87313"/>
                      <a:pt x="9105" y="87313"/>
                    </a:cubicBezTo>
                    <a:close/>
                    <a:moveTo>
                      <a:pt x="200880" y="25400"/>
                    </a:moveTo>
                    <a:cubicBezTo>
                      <a:pt x="200880" y="25400"/>
                      <a:pt x="199567" y="26702"/>
                      <a:pt x="199567" y="28004"/>
                    </a:cubicBezTo>
                    <a:cubicBezTo>
                      <a:pt x="199567" y="28004"/>
                      <a:pt x="199567" y="28004"/>
                      <a:pt x="199567" y="39723"/>
                    </a:cubicBezTo>
                    <a:cubicBezTo>
                      <a:pt x="186440" y="42328"/>
                      <a:pt x="178563" y="52744"/>
                      <a:pt x="178563" y="64463"/>
                    </a:cubicBezTo>
                    <a:cubicBezTo>
                      <a:pt x="178563" y="85297"/>
                      <a:pt x="196942" y="90506"/>
                      <a:pt x="208757" y="94412"/>
                    </a:cubicBezTo>
                    <a:cubicBezTo>
                      <a:pt x="221884" y="98318"/>
                      <a:pt x="223197" y="99621"/>
                      <a:pt x="223197" y="103527"/>
                    </a:cubicBezTo>
                    <a:cubicBezTo>
                      <a:pt x="223197" y="108735"/>
                      <a:pt x="215320" y="110037"/>
                      <a:pt x="210069" y="110037"/>
                    </a:cubicBezTo>
                    <a:cubicBezTo>
                      <a:pt x="203506" y="110037"/>
                      <a:pt x="196942" y="107433"/>
                      <a:pt x="193004" y="103527"/>
                    </a:cubicBezTo>
                    <a:cubicBezTo>
                      <a:pt x="193004" y="103527"/>
                      <a:pt x="193004" y="103527"/>
                      <a:pt x="189065" y="99621"/>
                    </a:cubicBezTo>
                    <a:cubicBezTo>
                      <a:pt x="189065" y="99621"/>
                      <a:pt x="187753" y="99621"/>
                      <a:pt x="186440" y="99621"/>
                    </a:cubicBezTo>
                    <a:cubicBezTo>
                      <a:pt x="186440" y="99621"/>
                      <a:pt x="186440" y="99621"/>
                      <a:pt x="175938" y="111340"/>
                    </a:cubicBezTo>
                    <a:cubicBezTo>
                      <a:pt x="174625" y="111340"/>
                      <a:pt x="174625" y="111340"/>
                      <a:pt x="174625" y="112642"/>
                    </a:cubicBezTo>
                    <a:cubicBezTo>
                      <a:pt x="174625" y="112642"/>
                      <a:pt x="174625" y="112642"/>
                      <a:pt x="174625" y="113944"/>
                    </a:cubicBezTo>
                    <a:cubicBezTo>
                      <a:pt x="174625" y="113944"/>
                      <a:pt x="174625" y="113944"/>
                      <a:pt x="178563" y="116548"/>
                    </a:cubicBezTo>
                    <a:cubicBezTo>
                      <a:pt x="183814" y="121756"/>
                      <a:pt x="191691" y="126965"/>
                      <a:pt x="199567" y="128267"/>
                    </a:cubicBezTo>
                    <a:cubicBezTo>
                      <a:pt x="199567" y="128267"/>
                      <a:pt x="199567" y="128267"/>
                      <a:pt x="199567" y="139986"/>
                    </a:cubicBezTo>
                    <a:cubicBezTo>
                      <a:pt x="199567" y="141288"/>
                      <a:pt x="200880" y="141288"/>
                      <a:pt x="200880" y="141288"/>
                    </a:cubicBezTo>
                    <a:cubicBezTo>
                      <a:pt x="200880" y="141288"/>
                      <a:pt x="200880" y="141288"/>
                      <a:pt x="216633" y="141288"/>
                    </a:cubicBezTo>
                    <a:cubicBezTo>
                      <a:pt x="217946" y="141288"/>
                      <a:pt x="219259" y="141288"/>
                      <a:pt x="219259" y="139986"/>
                    </a:cubicBezTo>
                    <a:cubicBezTo>
                      <a:pt x="219259" y="139986"/>
                      <a:pt x="219259" y="139986"/>
                      <a:pt x="219259" y="128267"/>
                    </a:cubicBezTo>
                    <a:cubicBezTo>
                      <a:pt x="233699" y="125663"/>
                      <a:pt x="242888" y="116548"/>
                      <a:pt x="242888" y="103527"/>
                    </a:cubicBezTo>
                    <a:cubicBezTo>
                      <a:pt x="242888" y="83995"/>
                      <a:pt x="225822" y="78787"/>
                      <a:pt x="214008" y="74880"/>
                    </a:cubicBezTo>
                    <a:cubicBezTo>
                      <a:pt x="199567" y="70974"/>
                      <a:pt x="198255" y="69672"/>
                      <a:pt x="198255" y="64463"/>
                    </a:cubicBezTo>
                    <a:cubicBezTo>
                      <a:pt x="198255" y="59255"/>
                      <a:pt x="206131" y="56651"/>
                      <a:pt x="211382" y="56651"/>
                    </a:cubicBezTo>
                    <a:cubicBezTo>
                      <a:pt x="216633" y="56651"/>
                      <a:pt x="223197" y="59255"/>
                      <a:pt x="227135" y="60557"/>
                    </a:cubicBezTo>
                    <a:cubicBezTo>
                      <a:pt x="227135" y="60557"/>
                      <a:pt x="227135" y="60557"/>
                      <a:pt x="229761" y="63161"/>
                    </a:cubicBezTo>
                    <a:cubicBezTo>
                      <a:pt x="231073" y="64463"/>
                      <a:pt x="232386" y="64463"/>
                      <a:pt x="233699" y="63161"/>
                    </a:cubicBezTo>
                    <a:cubicBezTo>
                      <a:pt x="233699" y="63161"/>
                      <a:pt x="233699" y="63161"/>
                      <a:pt x="241575" y="50140"/>
                    </a:cubicBezTo>
                    <a:cubicBezTo>
                      <a:pt x="242888" y="48838"/>
                      <a:pt x="241575" y="47536"/>
                      <a:pt x="241575" y="47536"/>
                    </a:cubicBezTo>
                    <a:cubicBezTo>
                      <a:pt x="241575" y="47536"/>
                      <a:pt x="241575" y="47536"/>
                      <a:pt x="237637" y="44932"/>
                    </a:cubicBezTo>
                    <a:cubicBezTo>
                      <a:pt x="232386" y="41025"/>
                      <a:pt x="225822" y="39723"/>
                      <a:pt x="219259" y="38421"/>
                    </a:cubicBezTo>
                    <a:cubicBezTo>
                      <a:pt x="219259" y="38421"/>
                      <a:pt x="219259" y="38421"/>
                      <a:pt x="219259" y="28004"/>
                    </a:cubicBezTo>
                    <a:cubicBezTo>
                      <a:pt x="219259" y="26702"/>
                      <a:pt x="217946" y="25400"/>
                      <a:pt x="216633" y="25400"/>
                    </a:cubicBezTo>
                    <a:cubicBezTo>
                      <a:pt x="216633" y="25400"/>
                      <a:pt x="216633" y="25400"/>
                      <a:pt x="200880" y="25400"/>
                    </a:cubicBezTo>
                    <a:close/>
                    <a:moveTo>
                      <a:pt x="95464" y="0"/>
                    </a:moveTo>
                    <a:cubicBezTo>
                      <a:pt x="95464" y="0"/>
                      <a:pt x="95464" y="0"/>
                      <a:pt x="320166" y="0"/>
                    </a:cubicBezTo>
                    <a:cubicBezTo>
                      <a:pt x="326622" y="0"/>
                      <a:pt x="331788" y="6449"/>
                      <a:pt x="331788" y="12898"/>
                    </a:cubicBezTo>
                    <a:cubicBezTo>
                      <a:pt x="331788" y="12898"/>
                      <a:pt x="331788" y="12898"/>
                      <a:pt x="331788" y="166390"/>
                    </a:cubicBezTo>
                    <a:cubicBezTo>
                      <a:pt x="331788" y="172840"/>
                      <a:pt x="326622" y="177999"/>
                      <a:pt x="320166" y="177999"/>
                    </a:cubicBezTo>
                    <a:cubicBezTo>
                      <a:pt x="320166" y="177999"/>
                      <a:pt x="320166" y="177999"/>
                      <a:pt x="302086" y="177999"/>
                    </a:cubicBezTo>
                    <a:cubicBezTo>
                      <a:pt x="300795" y="177999"/>
                      <a:pt x="299503" y="179289"/>
                      <a:pt x="298212" y="180579"/>
                    </a:cubicBezTo>
                    <a:cubicBezTo>
                      <a:pt x="298212" y="180579"/>
                      <a:pt x="298212" y="180579"/>
                      <a:pt x="265927" y="225723"/>
                    </a:cubicBezTo>
                    <a:cubicBezTo>
                      <a:pt x="265927" y="227013"/>
                      <a:pt x="263344" y="227013"/>
                      <a:pt x="262053" y="227013"/>
                    </a:cubicBezTo>
                    <a:cubicBezTo>
                      <a:pt x="260762" y="227013"/>
                      <a:pt x="259470" y="227013"/>
                      <a:pt x="258179" y="225723"/>
                    </a:cubicBezTo>
                    <a:cubicBezTo>
                      <a:pt x="258179" y="225723"/>
                      <a:pt x="258179" y="225723"/>
                      <a:pt x="227186" y="180579"/>
                    </a:cubicBezTo>
                    <a:cubicBezTo>
                      <a:pt x="225894" y="179289"/>
                      <a:pt x="224603" y="177999"/>
                      <a:pt x="223311" y="177999"/>
                    </a:cubicBezTo>
                    <a:cubicBezTo>
                      <a:pt x="223311" y="177999"/>
                      <a:pt x="223311" y="177999"/>
                      <a:pt x="95464" y="177999"/>
                    </a:cubicBezTo>
                    <a:cubicBezTo>
                      <a:pt x="89007" y="177999"/>
                      <a:pt x="82550" y="172840"/>
                      <a:pt x="82550" y="166390"/>
                    </a:cubicBezTo>
                    <a:cubicBezTo>
                      <a:pt x="82550" y="166390"/>
                      <a:pt x="82550" y="166390"/>
                      <a:pt x="82550" y="12898"/>
                    </a:cubicBezTo>
                    <a:cubicBezTo>
                      <a:pt x="82550" y="6449"/>
                      <a:pt x="89007" y="0"/>
                      <a:pt x="95464" y="0"/>
                    </a:cubicBezTo>
                    <a:close/>
                  </a:path>
                </a:pathLst>
              </a:custGeom>
              <a:solidFill>
                <a:srgbClr val="FFFFFF"/>
              </a:solidFill>
              <a:ln>
                <a:noFill/>
              </a:ln>
              <a:extLst>
                <a:ext uri="{91240B29-F687-4f45-9708-019B960494DF}">
                  <a14:hiddenLine xmlns:p15="http://schemas.microsoft.com/office/powerpoint/2012/main" xmlns:a16="http://schemas.microsoft.com/office/drawing/2014/main" xmlns:p14="http://schemas.microsoft.com/office/powerpoint/2010/main" xmlns:a14="http://schemas.microsoft.com/office/drawing/2010/main" xmlns:lc="http://schemas.openxmlformats.org/drawingml/2006/lockedCanvas" xmlns="" w="25400" cap="flat">
                    <a:solidFill>
                      <a:schemeClr val="tx1"/>
                    </a:solidFill>
                    <a:miter lim="800000"/>
                    <a:headEnd type="none" w="med" len="med"/>
                    <a:tailEnd type="none" w="med" len="med"/>
                  </a14:hiddenLine>
                </a:ext>
              </a:extLst>
            </p:spPr>
            <p:txBody>
              <a:bodyPr anchor="ctr"/>
              <a:lstStyle/>
              <a:p>
                <a:pPr algn="ctr"/>
                <a:endParaRPr dirty="0"/>
              </a:p>
            </p:txBody>
          </p:sp>
        </p:grpSp>
      </p:grpSp>
      <p:grpSp>
        <p:nvGrpSpPr>
          <p:cNvPr id="48" name="千图PPT彼岸天：ID 8661124库_组合 60">
            <a:extLst>
              <a:ext uri="{FF2B5EF4-FFF2-40B4-BE49-F238E27FC236}">
                <a16:creationId xmlns:a16="http://schemas.microsoft.com/office/drawing/2014/main" id="{F0543B43-0E31-4686-B4BD-7715C568A3D3}"/>
              </a:ext>
            </a:extLst>
          </p:cNvPr>
          <p:cNvGrpSpPr/>
          <p:nvPr>
            <p:custDataLst>
              <p:tags r:id="rId22"/>
            </p:custDataLst>
          </p:nvPr>
        </p:nvGrpSpPr>
        <p:grpSpPr>
          <a:xfrm>
            <a:off x="8139354" y="1630469"/>
            <a:ext cx="3194126" cy="782232"/>
            <a:chOff x="8139354" y="1630469"/>
            <a:chExt cx="3194126" cy="782232"/>
          </a:xfrm>
        </p:grpSpPr>
        <p:sp>
          <p:nvSpPr>
            <p:cNvPr id="49" name="矩形 48">
              <a:extLst>
                <a:ext uri="{FF2B5EF4-FFF2-40B4-BE49-F238E27FC236}">
                  <a16:creationId xmlns:a16="http://schemas.microsoft.com/office/drawing/2014/main" id="{7DAD53CF-7732-49C1-8C2B-B916CE31EEB7}"/>
                </a:ext>
              </a:extLst>
            </p:cNvPr>
            <p:cNvSpPr/>
            <p:nvPr/>
          </p:nvSpPr>
          <p:spPr>
            <a:xfrm>
              <a:off x="8746260" y="1630469"/>
              <a:ext cx="2587220" cy="246221"/>
            </a:xfrm>
            <a:prstGeom prst="rect">
              <a:avLst/>
            </a:prstGeom>
          </p:spPr>
          <p:txBody>
            <a:bodyPr wrap="none" lIns="144000" tIns="0" rIns="144000" bIns="0">
              <a:normAutofit/>
            </a:bodyPr>
            <a:lstStyle/>
            <a:p>
              <a:r>
                <a:rPr lang="zh-CN" altLang="en-US" sz="1600" b="1">
                  <a:solidFill>
                    <a:schemeClr val="accent2"/>
                  </a:solidFill>
                </a:rPr>
                <a:t>输入标题文本</a:t>
              </a:r>
            </a:p>
          </p:txBody>
        </p:sp>
        <p:sp>
          <p:nvSpPr>
            <p:cNvPr id="50" name="矩形 49">
              <a:extLst>
                <a:ext uri="{FF2B5EF4-FFF2-40B4-BE49-F238E27FC236}">
                  <a16:creationId xmlns:a16="http://schemas.microsoft.com/office/drawing/2014/main" id="{47860638-1F71-4D11-9C26-3D2B43E53867}"/>
                </a:ext>
              </a:extLst>
            </p:cNvPr>
            <p:cNvSpPr/>
            <p:nvPr/>
          </p:nvSpPr>
          <p:spPr>
            <a:xfrm>
              <a:off x="8746260" y="1876690"/>
              <a:ext cx="2587220" cy="536011"/>
            </a:xfrm>
            <a:prstGeom prst="rect">
              <a:avLst/>
            </a:prstGeom>
          </p:spPr>
          <p:txBody>
            <a:bodyPr wrap="square" lIns="144000" tIns="0" rIns="144000" bIns="0">
              <a:normAutofit/>
            </a:bodyPr>
            <a:lstStyle/>
            <a:p>
              <a:pPr>
                <a:lnSpc>
                  <a:spcPct val="120000"/>
                </a:lnSpc>
              </a:pPr>
              <a:r>
                <a:rPr lang="zh-CN" altLang="en-US" sz="1100">
                  <a:solidFill>
                    <a:schemeClr val="dk1">
                      <a:lumMod val="100000"/>
                    </a:schemeClr>
                  </a:solidFill>
                </a:rPr>
                <a:t>请替换文字内容复制你的内容到此</a:t>
              </a:r>
              <a:br>
                <a:rPr lang="zh-CN" altLang="en-US" sz="1100">
                  <a:solidFill>
                    <a:schemeClr val="dk1">
                      <a:lumMod val="100000"/>
                    </a:schemeClr>
                  </a:solidFill>
                </a:rPr>
              </a:br>
              <a:endParaRPr lang="zh-CN" altLang="en-US" sz="1100">
                <a:solidFill>
                  <a:schemeClr val="dk1">
                    <a:lumMod val="100000"/>
                  </a:schemeClr>
                </a:solidFill>
              </a:endParaRPr>
            </a:p>
          </p:txBody>
        </p:sp>
        <p:grpSp>
          <p:nvGrpSpPr>
            <p:cNvPr id="51" name="组合 50">
              <a:extLst>
                <a:ext uri="{FF2B5EF4-FFF2-40B4-BE49-F238E27FC236}">
                  <a16:creationId xmlns:a16="http://schemas.microsoft.com/office/drawing/2014/main" id="{6004C206-7D50-4EAF-9621-4E81CA43D7B6}"/>
                </a:ext>
              </a:extLst>
            </p:cNvPr>
            <p:cNvGrpSpPr/>
            <p:nvPr/>
          </p:nvGrpSpPr>
          <p:grpSpPr>
            <a:xfrm>
              <a:off x="8139354" y="1653267"/>
              <a:ext cx="489858" cy="489858"/>
              <a:chOff x="7698094" y="1653267"/>
              <a:chExt cx="489858" cy="489858"/>
            </a:xfrm>
          </p:grpSpPr>
          <p:sp>
            <p:nvSpPr>
              <p:cNvPr id="52" name="椭圆 51">
                <a:extLst>
                  <a:ext uri="{FF2B5EF4-FFF2-40B4-BE49-F238E27FC236}">
                    <a16:creationId xmlns:a16="http://schemas.microsoft.com/office/drawing/2014/main" id="{CADA5EF0-819F-4D58-8B26-F294D75EF34A}"/>
                  </a:ext>
                </a:extLst>
              </p:cNvPr>
              <p:cNvSpPr/>
              <p:nvPr/>
            </p:nvSpPr>
            <p:spPr>
              <a:xfrm>
                <a:off x="7698094" y="1653267"/>
                <a:ext cx="489858" cy="489858"/>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p>
            </p:txBody>
          </p:sp>
          <p:sp>
            <p:nvSpPr>
              <p:cNvPr id="53" name="任意多边形: 形状 52">
                <a:extLst>
                  <a:ext uri="{FF2B5EF4-FFF2-40B4-BE49-F238E27FC236}">
                    <a16:creationId xmlns:a16="http://schemas.microsoft.com/office/drawing/2014/main" id="{D0968A49-519E-4559-9DA6-F48680AA1894}"/>
                  </a:ext>
                </a:extLst>
              </p:cNvPr>
              <p:cNvSpPr/>
              <p:nvPr/>
            </p:nvSpPr>
            <p:spPr bwMode="auto">
              <a:xfrm>
                <a:off x="7831850" y="1789278"/>
                <a:ext cx="212129" cy="210099"/>
              </a:xfrm>
              <a:custGeom>
                <a:avLst/>
                <a:gdLst>
                  <a:gd name="connsiteX0" fmla="*/ 292147 w 331788"/>
                  <a:gd name="connsiteY0" fmla="*/ 109538 h 328613"/>
                  <a:gd name="connsiteX1" fmla="*/ 327025 w 331788"/>
                  <a:gd name="connsiteY1" fmla="*/ 145621 h 328613"/>
                  <a:gd name="connsiteX2" fmla="*/ 327025 w 331788"/>
                  <a:gd name="connsiteY2" fmla="*/ 229385 h 328613"/>
                  <a:gd name="connsiteX3" fmla="*/ 293438 w 331788"/>
                  <a:gd name="connsiteY3" fmla="*/ 264179 h 328613"/>
                  <a:gd name="connsiteX4" fmla="*/ 252101 w 331788"/>
                  <a:gd name="connsiteY4" fmla="*/ 264179 h 328613"/>
                  <a:gd name="connsiteX5" fmla="*/ 252101 w 331788"/>
                  <a:gd name="connsiteY5" fmla="*/ 319593 h 328613"/>
                  <a:gd name="connsiteX6" fmla="*/ 243059 w 331788"/>
                  <a:gd name="connsiteY6" fmla="*/ 328613 h 328613"/>
                  <a:gd name="connsiteX7" fmla="*/ 205596 w 331788"/>
                  <a:gd name="connsiteY7" fmla="*/ 328613 h 328613"/>
                  <a:gd name="connsiteX8" fmla="*/ 195262 w 331788"/>
                  <a:gd name="connsiteY8" fmla="*/ 319593 h 328613"/>
                  <a:gd name="connsiteX9" fmla="*/ 195262 w 331788"/>
                  <a:gd name="connsiteY9" fmla="*/ 235829 h 328613"/>
                  <a:gd name="connsiteX10" fmla="*/ 224973 w 331788"/>
                  <a:gd name="connsiteY10" fmla="*/ 207478 h 328613"/>
                  <a:gd name="connsiteX11" fmla="*/ 255976 w 331788"/>
                  <a:gd name="connsiteY11" fmla="*/ 207478 h 328613"/>
                  <a:gd name="connsiteX12" fmla="*/ 255976 w 331788"/>
                  <a:gd name="connsiteY12" fmla="*/ 145621 h 328613"/>
                  <a:gd name="connsiteX13" fmla="*/ 292147 w 331788"/>
                  <a:gd name="connsiteY13" fmla="*/ 109538 h 328613"/>
                  <a:gd name="connsiteX14" fmla="*/ 38473 w 331788"/>
                  <a:gd name="connsiteY14" fmla="*/ 109538 h 328613"/>
                  <a:gd name="connsiteX15" fmla="*/ 75079 w 331788"/>
                  <a:gd name="connsiteY15" fmla="*/ 145621 h 328613"/>
                  <a:gd name="connsiteX16" fmla="*/ 75079 w 331788"/>
                  <a:gd name="connsiteY16" fmla="*/ 207478 h 328613"/>
                  <a:gd name="connsiteX17" fmla="*/ 106456 w 331788"/>
                  <a:gd name="connsiteY17" fmla="*/ 207478 h 328613"/>
                  <a:gd name="connsiteX18" fmla="*/ 136525 w 331788"/>
                  <a:gd name="connsiteY18" fmla="*/ 235829 h 328613"/>
                  <a:gd name="connsiteX19" fmla="*/ 136525 w 331788"/>
                  <a:gd name="connsiteY19" fmla="*/ 319593 h 328613"/>
                  <a:gd name="connsiteX20" fmla="*/ 126066 w 331788"/>
                  <a:gd name="connsiteY20" fmla="*/ 328613 h 328613"/>
                  <a:gd name="connsiteX21" fmla="*/ 88153 w 331788"/>
                  <a:gd name="connsiteY21" fmla="*/ 328613 h 328613"/>
                  <a:gd name="connsiteX22" fmla="*/ 79001 w 331788"/>
                  <a:gd name="connsiteY22" fmla="*/ 319593 h 328613"/>
                  <a:gd name="connsiteX23" fmla="*/ 79001 w 331788"/>
                  <a:gd name="connsiteY23" fmla="*/ 264179 h 328613"/>
                  <a:gd name="connsiteX24" fmla="*/ 37166 w 331788"/>
                  <a:gd name="connsiteY24" fmla="*/ 264179 h 328613"/>
                  <a:gd name="connsiteX25" fmla="*/ 3175 w 331788"/>
                  <a:gd name="connsiteY25" fmla="*/ 229385 h 328613"/>
                  <a:gd name="connsiteX26" fmla="*/ 3175 w 331788"/>
                  <a:gd name="connsiteY26" fmla="*/ 145621 h 328613"/>
                  <a:gd name="connsiteX27" fmla="*/ 38473 w 331788"/>
                  <a:gd name="connsiteY27" fmla="*/ 109538 h 328613"/>
                  <a:gd name="connsiteX28" fmla="*/ 160734 w 331788"/>
                  <a:gd name="connsiteY28" fmla="*/ 88900 h 328613"/>
                  <a:gd name="connsiteX29" fmla="*/ 171053 w 331788"/>
                  <a:gd name="connsiteY29" fmla="*/ 88900 h 328613"/>
                  <a:gd name="connsiteX30" fmla="*/ 173633 w 331788"/>
                  <a:gd name="connsiteY30" fmla="*/ 90195 h 328613"/>
                  <a:gd name="connsiteX31" fmla="*/ 174923 w 331788"/>
                  <a:gd name="connsiteY31" fmla="*/ 95375 h 328613"/>
                  <a:gd name="connsiteX32" fmla="*/ 169763 w 331788"/>
                  <a:gd name="connsiteY32" fmla="*/ 103146 h 328613"/>
                  <a:gd name="connsiteX33" fmla="*/ 172343 w 331788"/>
                  <a:gd name="connsiteY33" fmla="*/ 123867 h 328613"/>
                  <a:gd name="connsiteX34" fmla="*/ 167184 w 331788"/>
                  <a:gd name="connsiteY34" fmla="*/ 136818 h 328613"/>
                  <a:gd name="connsiteX35" fmla="*/ 164604 w 331788"/>
                  <a:gd name="connsiteY35" fmla="*/ 136818 h 328613"/>
                  <a:gd name="connsiteX36" fmla="*/ 159444 w 331788"/>
                  <a:gd name="connsiteY36" fmla="*/ 123867 h 328613"/>
                  <a:gd name="connsiteX37" fmla="*/ 162024 w 331788"/>
                  <a:gd name="connsiteY37" fmla="*/ 103146 h 328613"/>
                  <a:gd name="connsiteX38" fmla="*/ 156865 w 331788"/>
                  <a:gd name="connsiteY38" fmla="*/ 95375 h 328613"/>
                  <a:gd name="connsiteX39" fmla="*/ 158155 w 331788"/>
                  <a:gd name="connsiteY39" fmla="*/ 90195 h 328613"/>
                  <a:gd name="connsiteX40" fmla="*/ 160734 w 331788"/>
                  <a:gd name="connsiteY40" fmla="*/ 88900 h 328613"/>
                  <a:gd name="connsiteX41" fmla="*/ 136182 w 331788"/>
                  <a:gd name="connsiteY41" fmla="*/ 88900 h 328613"/>
                  <a:gd name="connsiteX42" fmla="*/ 138766 w 331788"/>
                  <a:gd name="connsiteY42" fmla="*/ 91502 h 328613"/>
                  <a:gd name="connsiteX43" fmla="*/ 165893 w 331788"/>
                  <a:gd name="connsiteY43" fmla="*/ 165652 h 328613"/>
                  <a:gd name="connsiteX44" fmla="*/ 193021 w 331788"/>
                  <a:gd name="connsiteY44" fmla="*/ 91502 h 328613"/>
                  <a:gd name="connsiteX45" fmla="*/ 196897 w 331788"/>
                  <a:gd name="connsiteY45" fmla="*/ 90201 h 328613"/>
                  <a:gd name="connsiteX46" fmla="*/ 208523 w 331788"/>
                  <a:gd name="connsiteY46" fmla="*/ 92802 h 328613"/>
                  <a:gd name="connsiteX47" fmla="*/ 231775 w 331788"/>
                  <a:gd name="connsiteY47" fmla="*/ 125325 h 328613"/>
                  <a:gd name="connsiteX48" fmla="*/ 231775 w 331788"/>
                  <a:gd name="connsiteY48" fmla="*/ 176059 h 328613"/>
                  <a:gd name="connsiteX49" fmla="*/ 226608 w 331788"/>
                  <a:gd name="connsiteY49" fmla="*/ 182563 h 328613"/>
                  <a:gd name="connsiteX50" fmla="*/ 105179 w 331788"/>
                  <a:gd name="connsiteY50" fmla="*/ 182563 h 328613"/>
                  <a:gd name="connsiteX51" fmla="*/ 100012 w 331788"/>
                  <a:gd name="connsiteY51" fmla="*/ 176059 h 328613"/>
                  <a:gd name="connsiteX52" fmla="*/ 100012 w 331788"/>
                  <a:gd name="connsiteY52" fmla="*/ 125325 h 328613"/>
                  <a:gd name="connsiteX53" fmla="*/ 123264 w 331788"/>
                  <a:gd name="connsiteY53" fmla="*/ 92802 h 328613"/>
                  <a:gd name="connsiteX54" fmla="*/ 134890 w 331788"/>
                  <a:gd name="connsiteY54" fmla="*/ 90201 h 328613"/>
                  <a:gd name="connsiteX55" fmla="*/ 136182 w 331788"/>
                  <a:gd name="connsiteY55" fmla="*/ 88900 h 328613"/>
                  <a:gd name="connsiteX56" fmla="*/ 292100 w 331788"/>
                  <a:gd name="connsiteY56" fmla="*/ 19050 h 328613"/>
                  <a:gd name="connsiteX57" fmla="*/ 331788 w 331788"/>
                  <a:gd name="connsiteY57" fmla="*/ 58738 h 328613"/>
                  <a:gd name="connsiteX58" fmla="*/ 292100 w 331788"/>
                  <a:gd name="connsiteY58" fmla="*/ 98426 h 328613"/>
                  <a:gd name="connsiteX59" fmla="*/ 252412 w 331788"/>
                  <a:gd name="connsiteY59" fmla="*/ 58738 h 328613"/>
                  <a:gd name="connsiteX60" fmla="*/ 292100 w 331788"/>
                  <a:gd name="connsiteY60" fmla="*/ 19050 h 328613"/>
                  <a:gd name="connsiteX61" fmla="*/ 39688 w 331788"/>
                  <a:gd name="connsiteY61" fmla="*/ 19050 h 328613"/>
                  <a:gd name="connsiteX62" fmla="*/ 79376 w 331788"/>
                  <a:gd name="connsiteY62" fmla="*/ 58738 h 328613"/>
                  <a:gd name="connsiteX63" fmla="*/ 39688 w 331788"/>
                  <a:gd name="connsiteY63" fmla="*/ 98426 h 328613"/>
                  <a:gd name="connsiteX64" fmla="*/ 0 w 331788"/>
                  <a:gd name="connsiteY64" fmla="*/ 58738 h 328613"/>
                  <a:gd name="connsiteX65" fmla="*/ 39688 w 331788"/>
                  <a:gd name="connsiteY65" fmla="*/ 19050 h 328613"/>
                  <a:gd name="connsiteX66" fmla="*/ 165894 w 331788"/>
                  <a:gd name="connsiteY66" fmla="*/ 0 h 328613"/>
                  <a:gd name="connsiteX67" fmla="*/ 204788 w 331788"/>
                  <a:gd name="connsiteY67" fmla="*/ 39688 h 328613"/>
                  <a:gd name="connsiteX68" fmla="*/ 165894 w 331788"/>
                  <a:gd name="connsiteY68" fmla="*/ 79376 h 328613"/>
                  <a:gd name="connsiteX69" fmla="*/ 127000 w 331788"/>
                  <a:gd name="connsiteY69" fmla="*/ 39688 h 328613"/>
                  <a:gd name="connsiteX70" fmla="*/ 165894 w 331788"/>
                  <a:gd name="connsiteY70"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31788" h="328613">
                    <a:moveTo>
                      <a:pt x="292147" y="109538"/>
                    </a:moveTo>
                    <a:cubicBezTo>
                      <a:pt x="311524" y="109538"/>
                      <a:pt x="327025" y="126291"/>
                      <a:pt x="327025" y="145621"/>
                    </a:cubicBezTo>
                    <a:cubicBezTo>
                      <a:pt x="327025" y="145621"/>
                      <a:pt x="327025" y="145621"/>
                      <a:pt x="327025" y="229385"/>
                    </a:cubicBezTo>
                    <a:cubicBezTo>
                      <a:pt x="327025" y="248715"/>
                      <a:pt x="311524" y="264179"/>
                      <a:pt x="293438" y="264179"/>
                    </a:cubicBezTo>
                    <a:cubicBezTo>
                      <a:pt x="293438" y="264179"/>
                      <a:pt x="293438" y="264179"/>
                      <a:pt x="252101" y="264179"/>
                    </a:cubicBezTo>
                    <a:cubicBezTo>
                      <a:pt x="252101" y="264179"/>
                      <a:pt x="252101" y="264179"/>
                      <a:pt x="252101" y="319593"/>
                    </a:cubicBezTo>
                    <a:cubicBezTo>
                      <a:pt x="252101" y="324747"/>
                      <a:pt x="248226" y="328613"/>
                      <a:pt x="243059" y="328613"/>
                    </a:cubicBezTo>
                    <a:cubicBezTo>
                      <a:pt x="243059" y="328613"/>
                      <a:pt x="243059" y="328613"/>
                      <a:pt x="205596" y="328613"/>
                    </a:cubicBezTo>
                    <a:cubicBezTo>
                      <a:pt x="199138" y="328613"/>
                      <a:pt x="195262" y="324747"/>
                      <a:pt x="195262" y="319593"/>
                    </a:cubicBezTo>
                    <a:cubicBezTo>
                      <a:pt x="195262" y="319593"/>
                      <a:pt x="195262" y="319593"/>
                      <a:pt x="195262" y="235829"/>
                    </a:cubicBezTo>
                    <a:cubicBezTo>
                      <a:pt x="195262" y="220364"/>
                      <a:pt x="208180" y="207478"/>
                      <a:pt x="224973" y="207478"/>
                    </a:cubicBezTo>
                    <a:cubicBezTo>
                      <a:pt x="224973" y="207478"/>
                      <a:pt x="224973" y="207478"/>
                      <a:pt x="255976" y="207478"/>
                    </a:cubicBezTo>
                    <a:cubicBezTo>
                      <a:pt x="255976" y="207478"/>
                      <a:pt x="255976" y="207478"/>
                      <a:pt x="255976" y="145621"/>
                    </a:cubicBezTo>
                    <a:cubicBezTo>
                      <a:pt x="255976" y="126291"/>
                      <a:pt x="271478" y="109538"/>
                      <a:pt x="292147" y="109538"/>
                    </a:cubicBezTo>
                    <a:close/>
                    <a:moveTo>
                      <a:pt x="38473" y="109538"/>
                    </a:moveTo>
                    <a:cubicBezTo>
                      <a:pt x="59391" y="109538"/>
                      <a:pt x="75079" y="126291"/>
                      <a:pt x="75079" y="145621"/>
                    </a:cubicBezTo>
                    <a:cubicBezTo>
                      <a:pt x="75079" y="145621"/>
                      <a:pt x="75079" y="145621"/>
                      <a:pt x="75079" y="207478"/>
                    </a:cubicBezTo>
                    <a:cubicBezTo>
                      <a:pt x="75079" y="207478"/>
                      <a:pt x="75079" y="207478"/>
                      <a:pt x="106456" y="207478"/>
                    </a:cubicBezTo>
                    <a:cubicBezTo>
                      <a:pt x="123451" y="207478"/>
                      <a:pt x="136525" y="220364"/>
                      <a:pt x="136525" y="235829"/>
                    </a:cubicBezTo>
                    <a:cubicBezTo>
                      <a:pt x="136525" y="235829"/>
                      <a:pt x="136525" y="235829"/>
                      <a:pt x="136525" y="319593"/>
                    </a:cubicBezTo>
                    <a:cubicBezTo>
                      <a:pt x="136525" y="324747"/>
                      <a:pt x="132603" y="328613"/>
                      <a:pt x="126066" y="328613"/>
                    </a:cubicBezTo>
                    <a:cubicBezTo>
                      <a:pt x="126066" y="328613"/>
                      <a:pt x="126066" y="328613"/>
                      <a:pt x="88153" y="328613"/>
                    </a:cubicBezTo>
                    <a:cubicBezTo>
                      <a:pt x="82923" y="328613"/>
                      <a:pt x="79001" y="324747"/>
                      <a:pt x="79001" y="319593"/>
                    </a:cubicBezTo>
                    <a:cubicBezTo>
                      <a:pt x="79001" y="319593"/>
                      <a:pt x="79001" y="319593"/>
                      <a:pt x="79001" y="264179"/>
                    </a:cubicBezTo>
                    <a:cubicBezTo>
                      <a:pt x="79001" y="264179"/>
                      <a:pt x="79001" y="264179"/>
                      <a:pt x="37166" y="264179"/>
                    </a:cubicBezTo>
                    <a:cubicBezTo>
                      <a:pt x="18863" y="264179"/>
                      <a:pt x="3175" y="248715"/>
                      <a:pt x="3175" y="229385"/>
                    </a:cubicBezTo>
                    <a:cubicBezTo>
                      <a:pt x="3175" y="229385"/>
                      <a:pt x="3175" y="229385"/>
                      <a:pt x="3175" y="145621"/>
                    </a:cubicBezTo>
                    <a:cubicBezTo>
                      <a:pt x="3175" y="126291"/>
                      <a:pt x="18863" y="109538"/>
                      <a:pt x="38473" y="109538"/>
                    </a:cubicBezTo>
                    <a:close/>
                    <a:moveTo>
                      <a:pt x="160734" y="88900"/>
                    </a:moveTo>
                    <a:cubicBezTo>
                      <a:pt x="160734" y="88900"/>
                      <a:pt x="160734" y="88900"/>
                      <a:pt x="171053" y="88900"/>
                    </a:cubicBezTo>
                    <a:cubicBezTo>
                      <a:pt x="172343" y="88900"/>
                      <a:pt x="173633" y="90195"/>
                      <a:pt x="173633" y="90195"/>
                    </a:cubicBezTo>
                    <a:cubicBezTo>
                      <a:pt x="174923" y="92785"/>
                      <a:pt x="176213" y="94080"/>
                      <a:pt x="174923" y="95375"/>
                    </a:cubicBezTo>
                    <a:cubicBezTo>
                      <a:pt x="174923" y="95375"/>
                      <a:pt x="174923" y="95375"/>
                      <a:pt x="169763" y="103146"/>
                    </a:cubicBezTo>
                    <a:cubicBezTo>
                      <a:pt x="169763" y="103146"/>
                      <a:pt x="169763" y="103146"/>
                      <a:pt x="172343" y="123867"/>
                    </a:cubicBezTo>
                    <a:cubicBezTo>
                      <a:pt x="172343" y="123867"/>
                      <a:pt x="172343" y="123867"/>
                      <a:pt x="167184" y="136818"/>
                    </a:cubicBezTo>
                    <a:cubicBezTo>
                      <a:pt x="167184" y="138113"/>
                      <a:pt x="164604" y="138113"/>
                      <a:pt x="164604" y="136818"/>
                    </a:cubicBezTo>
                    <a:cubicBezTo>
                      <a:pt x="164604" y="136818"/>
                      <a:pt x="164604" y="136818"/>
                      <a:pt x="159444" y="123867"/>
                    </a:cubicBezTo>
                    <a:cubicBezTo>
                      <a:pt x="159444" y="123867"/>
                      <a:pt x="159444" y="123867"/>
                      <a:pt x="162024" y="103146"/>
                    </a:cubicBezTo>
                    <a:cubicBezTo>
                      <a:pt x="162024" y="103146"/>
                      <a:pt x="162024" y="103146"/>
                      <a:pt x="156865" y="95375"/>
                    </a:cubicBezTo>
                    <a:cubicBezTo>
                      <a:pt x="155575" y="94080"/>
                      <a:pt x="156865" y="92785"/>
                      <a:pt x="158155" y="90195"/>
                    </a:cubicBezTo>
                    <a:cubicBezTo>
                      <a:pt x="158155" y="90195"/>
                      <a:pt x="159444" y="88900"/>
                      <a:pt x="160734" y="88900"/>
                    </a:cubicBezTo>
                    <a:close/>
                    <a:moveTo>
                      <a:pt x="136182" y="88900"/>
                    </a:moveTo>
                    <a:cubicBezTo>
                      <a:pt x="137474" y="88900"/>
                      <a:pt x="138766" y="90201"/>
                      <a:pt x="138766" y="91502"/>
                    </a:cubicBezTo>
                    <a:cubicBezTo>
                      <a:pt x="138766" y="91502"/>
                      <a:pt x="138766" y="91502"/>
                      <a:pt x="165893" y="165652"/>
                    </a:cubicBezTo>
                    <a:cubicBezTo>
                      <a:pt x="165893" y="165652"/>
                      <a:pt x="165893" y="165652"/>
                      <a:pt x="193021" y="91502"/>
                    </a:cubicBezTo>
                    <a:cubicBezTo>
                      <a:pt x="193021" y="90201"/>
                      <a:pt x="195605" y="88900"/>
                      <a:pt x="196897" y="90201"/>
                    </a:cubicBezTo>
                    <a:cubicBezTo>
                      <a:pt x="196897" y="90201"/>
                      <a:pt x="196897" y="90201"/>
                      <a:pt x="208523" y="92802"/>
                    </a:cubicBezTo>
                    <a:cubicBezTo>
                      <a:pt x="222733" y="98006"/>
                      <a:pt x="231775" y="111015"/>
                      <a:pt x="231775" y="125325"/>
                    </a:cubicBezTo>
                    <a:cubicBezTo>
                      <a:pt x="231775" y="125325"/>
                      <a:pt x="231775" y="125325"/>
                      <a:pt x="231775" y="176059"/>
                    </a:cubicBezTo>
                    <a:cubicBezTo>
                      <a:pt x="231775" y="179961"/>
                      <a:pt x="229192" y="182563"/>
                      <a:pt x="226608" y="182563"/>
                    </a:cubicBezTo>
                    <a:cubicBezTo>
                      <a:pt x="226608" y="182563"/>
                      <a:pt x="226608" y="182563"/>
                      <a:pt x="105179" y="182563"/>
                    </a:cubicBezTo>
                    <a:cubicBezTo>
                      <a:pt x="102595" y="182563"/>
                      <a:pt x="100012" y="179961"/>
                      <a:pt x="100012" y="176059"/>
                    </a:cubicBezTo>
                    <a:cubicBezTo>
                      <a:pt x="100012" y="176059"/>
                      <a:pt x="100012" y="176059"/>
                      <a:pt x="100012" y="125325"/>
                    </a:cubicBezTo>
                    <a:cubicBezTo>
                      <a:pt x="100012" y="111015"/>
                      <a:pt x="109054" y="98006"/>
                      <a:pt x="123264" y="92802"/>
                    </a:cubicBezTo>
                    <a:cubicBezTo>
                      <a:pt x="123264" y="92802"/>
                      <a:pt x="123264" y="92802"/>
                      <a:pt x="134890" y="90201"/>
                    </a:cubicBezTo>
                    <a:cubicBezTo>
                      <a:pt x="134890" y="88900"/>
                      <a:pt x="134890" y="88900"/>
                      <a:pt x="136182" y="88900"/>
                    </a:cubicBezTo>
                    <a:close/>
                    <a:moveTo>
                      <a:pt x="292100" y="19050"/>
                    </a:moveTo>
                    <a:cubicBezTo>
                      <a:pt x="314019" y="19050"/>
                      <a:pt x="331788" y="36819"/>
                      <a:pt x="331788" y="58738"/>
                    </a:cubicBezTo>
                    <a:cubicBezTo>
                      <a:pt x="331788" y="80657"/>
                      <a:pt x="314019" y="98426"/>
                      <a:pt x="292100" y="98426"/>
                    </a:cubicBezTo>
                    <a:cubicBezTo>
                      <a:pt x="270181" y="98426"/>
                      <a:pt x="252412" y="80657"/>
                      <a:pt x="252412" y="58738"/>
                    </a:cubicBezTo>
                    <a:cubicBezTo>
                      <a:pt x="252412" y="36819"/>
                      <a:pt x="270181" y="19050"/>
                      <a:pt x="292100" y="19050"/>
                    </a:cubicBezTo>
                    <a:close/>
                    <a:moveTo>
                      <a:pt x="39688" y="19050"/>
                    </a:moveTo>
                    <a:cubicBezTo>
                      <a:pt x="61607" y="19050"/>
                      <a:pt x="79376" y="36819"/>
                      <a:pt x="79376" y="58738"/>
                    </a:cubicBezTo>
                    <a:cubicBezTo>
                      <a:pt x="79376" y="80657"/>
                      <a:pt x="61607" y="98426"/>
                      <a:pt x="39688" y="98426"/>
                    </a:cubicBezTo>
                    <a:cubicBezTo>
                      <a:pt x="17769" y="98426"/>
                      <a:pt x="0" y="80657"/>
                      <a:pt x="0" y="58738"/>
                    </a:cubicBezTo>
                    <a:cubicBezTo>
                      <a:pt x="0" y="36819"/>
                      <a:pt x="17769" y="19050"/>
                      <a:pt x="39688" y="19050"/>
                    </a:cubicBezTo>
                    <a:close/>
                    <a:moveTo>
                      <a:pt x="165894" y="0"/>
                    </a:moveTo>
                    <a:cubicBezTo>
                      <a:pt x="187375" y="0"/>
                      <a:pt x="204788" y="17769"/>
                      <a:pt x="204788" y="39688"/>
                    </a:cubicBezTo>
                    <a:cubicBezTo>
                      <a:pt x="204788" y="61607"/>
                      <a:pt x="187375" y="79376"/>
                      <a:pt x="165894" y="79376"/>
                    </a:cubicBezTo>
                    <a:cubicBezTo>
                      <a:pt x="144413" y="79376"/>
                      <a:pt x="127000" y="61607"/>
                      <a:pt x="127000" y="39688"/>
                    </a:cubicBezTo>
                    <a:cubicBezTo>
                      <a:pt x="127000" y="17769"/>
                      <a:pt x="144413" y="0"/>
                      <a:pt x="165894" y="0"/>
                    </a:cubicBezTo>
                    <a:close/>
                  </a:path>
                </a:pathLst>
              </a:custGeom>
              <a:solidFill>
                <a:srgbClr val="FFFFFF"/>
              </a:solidFill>
              <a:ln>
                <a:noFill/>
              </a:ln>
              <a:extLst>
                <a:ext uri="{91240B29-F687-4f45-9708-019B960494DF}">
                  <a14:hiddenLine xmlns:p15="http://schemas.microsoft.com/office/powerpoint/2012/main" xmlns:a16="http://schemas.microsoft.com/office/drawing/2014/main" xmlns:p14="http://schemas.microsoft.com/office/powerpoint/2010/main" xmlns:a14="http://schemas.microsoft.com/office/drawing/2010/main" xmlns:lc="http://schemas.openxmlformats.org/drawingml/2006/lockedCanvas" xmlns="" w="25400" cap="flat">
                    <a:solidFill>
                      <a:schemeClr val="tx1"/>
                    </a:solidFill>
                    <a:miter lim="800000"/>
                    <a:headEnd type="none" w="med" len="med"/>
                    <a:tailEnd type="none" w="med" len="med"/>
                  </a14:hiddenLine>
                </a:ext>
              </a:extLst>
            </p:spPr>
            <p:txBody>
              <a:bodyPr anchor="ctr"/>
              <a:lstStyle/>
              <a:p>
                <a:pPr algn="ctr"/>
                <a:endParaRPr dirty="0"/>
              </a:p>
            </p:txBody>
          </p:sp>
        </p:grpSp>
      </p:grpSp>
      <p:grpSp>
        <p:nvGrpSpPr>
          <p:cNvPr id="54" name="千图PPT彼岸天：ID 8661124库_组合 1">
            <a:extLst>
              <a:ext uri="{FF2B5EF4-FFF2-40B4-BE49-F238E27FC236}">
                <a16:creationId xmlns:a16="http://schemas.microsoft.com/office/drawing/2014/main" id="{0BC07756-B85A-426C-8F61-BEC3ECFA3B3B}"/>
              </a:ext>
            </a:extLst>
          </p:cNvPr>
          <p:cNvGrpSpPr/>
          <p:nvPr>
            <p:custDataLst>
              <p:tags r:id="rId23"/>
            </p:custDataLst>
          </p:nvPr>
        </p:nvGrpSpPr>
        <p:grpSpPr>
          <a:xfrm>
            <a:off x="858520" y="1630469"/>
            <a:ext cx="3209345" cy="782232"/>
            <a:chOff x="858520" y="1630469"/>
            <a:chExt cx="3209345" cy="782232"/>
          </a:xfrm>
        </p:grpSpPr>
        <p:sp>
          <p:nvSpPr>
            <p:cNvPr id="55" name="矩形 54">
              <a:extLst>
                <a:ext uri="{FF2B5EF4-FFF2-40B4-BE49-F238E27FC236}">
                  <a16:creationId xmlns:a16="http://schemas.microsoft.com/office/drawing/2014/main" id="{B44573D9-E550-42EF-A5F7-72E891BE8AE3}"/>
                </a:ext>
              </a:extLst>
            </p:cNvPr>
            <p:cNvSpPr/>
            <p:nvPr/>
          </p:nvSpPr>
          <p:spPr>
            <a:xfrm>
              <a:off x="858520" y="1630469"/>
              <a:ext cx="2587220" cy="246221"/>
            </a:xfrm>
            <a:prstGeom prst="rect">
              <a:avLst/>
            </a:prstGeom>
          </p:spPr>
          <p:txBody>
            <a:bodyPr wrap="none" lIns="144000" tIns="0" rIns="144000" bIns="0">
              <a:normAutofit/>
            </a:bodyPr>
            <a:lstStyle/>
            <a:p>
              <a:pPr algn="r"/>
              <a:r>
                <a:rPr lang="zh-CN" altLang="en-US" sz="1600" b="1">
                  <a:solidFill>
                    <a:schemeClr val="accent1"/>
                  </a:solidFill>
                </a:rPr>
                <a:t>输入标题文本</a:t>
              </a:r>
            </a:p>
          </p:txBody>
        </p:sp>
        <p:sp>
          <p:nvSpPr>
            <p:cNvPr id="56" name="矩形 55">
              <a:extLst>
                <a:ext uri="{FF2B5EF4-FFF2-40B4-BE49-F238E27FC236}">
                  <a16:creationId xmlns:a16="http://schemas.microsoft.com/office/drawing/2014/main" id="{5E849F0E-E81C-4C6B-ACAB-EE6492FD0C37}"/>
                </a:ext>
              </a:extLst>
            </p:cNvPr>
            <p:cNvSpPr/>
            <p:nvPr/>
          </p:nvSpPr>
          <p:spPr>
            <a:xfrm>
              <a:off x="858520" y="1876690"/>
              <a:ext cx="2587220" cy="536011"/>
            </a:xfrm>
            <a:prstGeom prst="rect">
              <a:avLst/>
            </a:prstGeom>
          </p:spPr>
          <p:txBody>
            <a:bodyPr wrap="square" lIns="144000" tIns="0" rIns="144000" bIns="0">
              <a:normAutofit/>
            </a:bodyPr>
            <a:lstStyle/>
            <a:p>
              <a:pPr algn="r">
                <a:lnSpc>
                  <a:spcPct val="120000"/>
                </a:lnSpc>
              </a:pPr>
              <a:r>
                <a:rPr lang="zh-CN" altLang="en-US" sz="1100">
                  <a:solidFill>
                    <a:schemeClr val="dk1">
                      <a:lumMod val="100000"/>
                    </a:schemeClr>
                  </a:solidFill>
                </a:rPr>
                <a:t>请替换文字内容复制你的内容到此</a:t>
              </a:r>
              <a:br>
                <a:rPr lang="zh-CN" altLang="en-US" sz="1100">
                  <a:solidFill>
                    <a:schemeClr val="dk1">
                      <a:lumMod val="100000"/>
                    </a:schemeClr>
                  </a:solidFill>
                </a:rPr>
              </a:br>
              <a:endParaRPr lang="zh-CN" altLang="en-US" sz="1100">
                <a:solidFill>
                  <a:schemeClr val="dk1">
                    <a:lumMod val="100000"/>
                  </a:schemeClr>
                </a:solidFill>
              </a:endParaRPr>
            </a:p>
          </p:txBody>
        </p:sp>
        <p:grpSp>
          <p:nvGrpSpPr>
            <p:cNvPr id="57" name="组合 56">
              <a:extLst>
                <a:ext uri="{FF2B5EF4-FFF2-40B4-BE49-F238E27FC236}">
                  <a16:creationId xmlns:a16="http://schemas.microsoft.com/office/drawing/2014/main" id="{68BA1881-B19A-451C-AFA9-EA3E610CAB04}"/>
                </a:ext>
              </a:extLst>
            </p:cNvPr>
            <p:cNvGrpSpPr/>
            <p:nvPr/>
          </p:nvGrpSpPr>
          <p:grpSpPr>
            <a:xfrm>
              <a:off x="3578007" y="1653267"/>
              <a:ext cx="489858" cy="489858"/>
              <a:chOff x="1363763" y="1653267"/>
              <a:chExt cx="489858" cy="489858"/>
            </a:xfrm>
          </p:grpSpPr>
          <p:sp>
            <p:nvSpPr>
              <p:cNvPr id="58" name="椭圆 57">
                <a:extLst>
                  <a:ext uri="{FF2B5EF4-FFF2-40B4-BE49-F238E27FC236}">
                    <a16:creationId xmlns:a16="http://schemas.microsoft.com/office/drawing/2014/main" id="{99C85F94-5046-4002-ABC6-9B985E997BAB}"/>
                  </a:ext>
                </a:extLst>
              </p:cNvPr>
              <p:cNvSpPr/>
              <p:nvPr/>
            </p:nvSpPr>
            <p:spPr>
              <a:xfrm>
                <a:off x="1363763" y="1653267"/>
                <a:ext cx="489858" cy="489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p>
            </p:txBody>
          </p:sp>
          <p:sp>
            <p:nvSpPr>
              <p:cNvPr id="59" name="任意多边形: 形状 58">
                <a:extLst>
                  <a:ext uri="{FF2B5EF4-FFF2-40B4-BE49-F238E27FC236}">
                    <a16:creationId xmlns:a16="http://schemas.microsoft.com/office/drawing/2014/main" id="{6E7AF9A3-A2D5-4A59-8A4F-7FDABC38B70E}"/>
                  </a:ext>
                </a:extLst>
              </p:cNvPr>
              <p:cNvSpPr/>
              <p:nvPr/>
            </p:nvSpPr>
            <p:spPr bwMode="auto">
              <a:xfrm>
                <a:off x="1518705" y="1804342"/>
                <a:ext cx="179973" cy="179973"/>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algn="ctr"/>
                <a:endParaRPr dirty="0"/>
              </a:p>
            </p:txBody>
          </p:sp>
        </p:grpSp>
      </p:grpSp>
      <p:grpSp>
        <p:nvGrpSpPr>
          <p:cNvPr id="60" name="千图PPT彼岸天：ID 8661124库_组合 55">
            <a:extLst>
              <a:ext uri="{FF2B5EF4-FFF2-40B4-BE49-F238E27FC236}">
                <a16:creationId xmlns:a16="http://schemas.microsoft.com/office/drawing/2014/main" id="{C144411B-F8A4-454E-AA41-BC8E4519546F}"/>
              </a:ext>
            </a:extLst>
          </p:cNvPr>
          <p:cNvGrpSpPr/>
          <p:nvPr>
            <p:custDataLst>
              <p:tags r:id="rId24"/>
            </p:custDataLst>
          </p:nvPr>
        </p:nvGrpSpPr>
        <p:grpSpPr>
          <a:xfrm>
            <a:off x="858520" y="3392284"/>
            <a:ext cx="3209345" cy="808954"/>
            <a:chOff x="858520" y="3392284"/>
            <a:chExt cx="3209345" cy="808954"/>
          </a:xfrm>
        </p:grpSpPr>
        <p:sp>
          <p:nvSpPr>
            <p:cNvPr id="61" name="矩形 60">
              <a:extLst>
                <a:ext uri="{FF2B5EF4-FFF2-40B4-BE49-F238E27FC236}">
                  <a16:creationId xmlns:a16="http://schemas.microsoft.com/office/drawing/2014/main" id="{D4C547CA-B9CA-435E-A157-F21AFE9557CE}"/>
                </a:ext>
              </a:extLst>
            </p:cNvPr>
            <p:cNvSpPr/>
            <p:nvPr/>
          </p:nvSpPr>
          <p:spPr>
            <a:xfrm>
              <a:off x="858520" y="3419006"/>
              <a:ext cx="2587220" cy="246221"/>
            </a:xfrm>
            <a:prstGeom prst="rect">
              <a:avLst/>
            </a:prstGeom>
          </p:spPr>
          <p:txBody>
            <a:bodyPr wrap="none" lIns="144000" tIns="0" rIns="144000" bIns="0">
              <a:normAutofit/>
            </a:bodyPr>
            <a:lstStyle/>
            <a:p>
              <a:pPr algn="r"/>
              <a:r>
                <a:rPr lang="zh-CN" altLang="en-US" sz="1600" b="1">
                  <a:solidFill>
                    <a:schemeClr val="accent3"/>
                  </a:solidFill>
                </a:rPr>
                <a:t>输入标题文本</a:t>
              </a:r>
            </a:p>
          </p:txBody>
        </p:sp>
        <p:sp>
          <p:nvSpPr>
            <p:cNvPr id="62" name="矩形 61">
              <a:extLst>
                <a:ext uri="{FF2B5EF4-FFF2-40B4-BE49-F238E27FC236}">
                  <a16:creationId xmlns:a16="http://schemas.microsoft.com/office/drawing/2014/main" id="{8A70F94F-CB4C-40D1-8866-909E08D89732}"/>
                </a:ext>
              </a:extLst>
            </p:cNvPr>
            <p:cNvSpPr/>
            <p:nvPr/>
          </p:nvSpPr>
          <p:spPr>
            <a:xfrm>
              <a:off x="858520" y="3665227"/>
              <a:ext cx="2587220" cy="536011"/>
            </a:xfrm>
            <a:prstGeom prst="rect">
              <a:avLst/>
            </a:prstGeom>
          </p:spPr>
          <p:txBody>
            <a:bodyPr wrap="square" lIns="144000" tIns="0" rIns="144000" bIns="0">
              <a:normAutofit/>
            </a:bodyPr>
            <a:lstStyle/>
            <a:p>
              <a:pPr algn="r">
                <a:lnSpc>
                  <a:spcPct val="120000"/>
                </a:lnSpc>
              </a:pPr>
              <a:r>
                <a:rPr lang="zh-CN" altLang="en-US" sz="1100">
                  <a:solidFill>
                    <a:schemeClr val="dk1">
                      <a:lumMod val="100000"/>
                    </a:schemeClr>
                  </a:solidFill>
                </a:rPr>
                <a:t>请替换文字内容复制你的内容到此</a:t>
              </a:r>
              <a:br>
                <a:rPr lang="zh-CN" altLang="en-US" sz="1100">
                  <a:solidFill>
                    <a:schemeClr val="dk1">
                      <a:lumMod val="100000"/>
                    </a:schemeClr>
                  </a:solidFill>
                </a:rPr>
              </a:br>
              <a:endParaRPr lang="zh-CN" altLang="en-US" sz="1100">
                <a:solidFill>
                  <a:schemeClr val="dk1">
                    <a:lumMod val="100000"/>
                  </a:schemeClr>
                </a:solidFill>
              </a:endParaRPr>
            </a:p>
          </p:txBody>
        </p:sp>
        <p:grpSp>
          <p:nvGrpSpPr>
            <p:cNvPr id="63" name="组合 62">
              <a:extLst>
                <a:ext uri="{FF2B5EF4-FFF2-40B4-BE49-F238E27FC236}">
                  <a16:creationId xmlns:a16="http://schemas.microsoft.com/office/drawing/2014/main" id="{0E85A59B-45AF-4E86-B06A-A2CC90854943}"/>
                </a:ext>
              </a:extLst>
            </p:cNvPr>
            <p:cNvGrpSpPr/>
            <p:nvPr/>
          </p:nvGrpSpPr>
          <p:grpSpPr>
            <a:xfrm>
              <a:off x="3578007" y="3392284"/>
              <a:ext cx="489858" cy="489858"/>
              <a:chOff x="1363763" y="3392284"/>
              <a:chExt cx="489858" cy="489858"/>
            </a:xfrm>
          </p:grpSpPr>
          <p:sp>
            <p:nvSpPr>
              <p:cNvPr id="64" name="椭圆 63">
                <a:extLst>
                  <a:ext uri="{FF2B5EF4-FFF2-40B4-BE49-F238E27FC236}">
                    <a16:creationId xmlns:a16="http://schemas.microsoft.com/office/drawing/2014/main" id="{94A575BE-3B85-4DFE-B37D-FB8A51877B58}"/>
                  </a:ext>
                </a:extLst>
              </p:cNvPr>
              <p:cNvSpPr/>
              <p:nvPr/>
            </p:nvSpPr>
            <p:spPr>
              <a:xfrm>
                <a:off x="1363763" y="3392284"/>
                <a:ext cx="489858" cy="489858"/>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p>
            </p:txBody>
          </p:sp>
          <p:sp>
            <p:nvSpPr>
              <p:cNvPr id="65" name="任意多边形: 形状 64">
                <a:extLst>
                  <a:ext uri="{FF2B5EF4-FFF2-40B4-BE49-F238E27FC236}">
                    <a16:creationId xmlns:a16="http://schemas.microsoft.com/office/drawing/2014/main" id="{2B85D9FD-D0EA-43BB-93FC-DA0764ED5637}"/>
                  </a:ext>
                </a:extLst>
              </p:cNvPr>
              <p:cNvSpPr/>
              <p:nvPr/>
            </p:nvSpPr>
            <p:spPr bwMode="auto">
              <a:xfrm>
                <a:off x="1470535" y="3528650"/>
                <a:ext cx="259868" cy="224200"/>
              </a:xfrm>
              <a:custGeom>
                <a:avLst/>
                <a:gdLst>
                  <a:gd name="connsiteX0" fmla="*/ 19050 w 331788"/>
                  <a:gd name="connsiteY0" fmla="*/ 213226 h 286251"/>
                  <a:gd name="connsiteX1" fmla="*/ 151105 w 331788"/>
                  <a:gd name="connsiteY1" fmla="*/ 213226 h 286251"/>
                  <a:gd name="connsiteX2" fmla="*/ 151105 w 331788"/>
                  <a:gd name="connsiteY2" fmla="*/ 278564 h 286251"/>
                  <a:gd name="connsiteX3" fmla="*/ 152400 w 331788"/>
                  <a:gd name="connsiteY3" fmla="*/ 286251 h 286251"/>
                  <a:gd name="connsiteX4" fmla="*/ 25523 w 331788"/>
                  <a:gd name="connsiteY4" fmla="*/ 286251 h 286251"/>
                  <a:gd name="connsiteX5" fmla="*/ 19050 w 331788"/>
                  <a:gd name="connsiteY5" fmla="*/ 278564 h 286251"/>
                  <a:gd name="connsiteX6" fmla="*/ 19050 w 331788"/>
                  <a:gd name="connsiteY6" fmla="*/ 213226 h 286251"/>
                  <a:gd name="connsiteX7" fmla="*/ 185265 w 331788"/>
                  <a:gd name="connsiteY7" fmla="*/ 165601 h 286251"/>
                  <a:gd name="connsiteX8" fmla="*/ 308448 w 331788"/>
                  <a:gd name="connsiteY8" fmla="*/ 165601 h 286251"/>
                  <a:gd name="connsiteX9" fmla="*/ 313635 w 331788"/>
                  <a:gd name="connsiteY9" fmla="*/ 165601 h 286251"/>
                  <a:gd name="connsiteX10" fmla="*/ 331788 w 331788"/>
                  <a:gd name="connsiteY10" fmla="*/ 187421 h 286251"/>
                  <a:gd name="connsiteX11" fmla="*/ 331788 w 331788"/>
                  <a:gd name="connsiteY11" fmla="*/ 278550 h 286251"/>
                  <a:gd name="connsiteX12" fmla="*/ 324008 w 331788"/>
                  <a:gd name="connsiteY12" fmla="*/ 286251 h 286251"/>
                  <a:gd name="connsiteX13" fmla="*/ 169705 w 331788"/>
                  <a:gd name="connsiteY13" fmla="*/ 286251 h 286251"/>
                  <a:gd name="connsiteX14" fmla="*/ 161925 w 331788"/>
                  <a:gd name="connsiteY14" fmla="*/ 278550 h 286251"/>
                  <a:gd name="connsiteX15" fmla="*/ 161925 w 331788"/>
                  <a:gd name="connsiteY15" fmla="*/ 187421 h 286251"/>
                  <a:gd name="connsiteX16" fmla="*/ 168408 w 331788"/>
                  <a:gd name="connsiteY16" fmla="*/ 173302 h 286251"/>
                  <a:gd name="connsiteX17" fmla="*/ 174892 w 331788"/>
                  <a:gd name="connsiteY17" fmla="*/ 166885 h 286251"/>
                  <a:gd name="connsiteX18" fmla="*/ 185265 w 331788"/>
                  <a:gd name="connsiteY18" fmla="*/ 165601 h 286251"/>
                  <a:gd name="connsiteX19" fmla="*/ 59302 w 331788"/>
                  <a:gd name="connsiteY19" fmla="*/ 117976 h 286251"/>
                  <a:gd name="connsiteX20" fmla="*/ 78640 w 331788"/>
                  <a:gd name="connsiteY20" fmla="*/ 117976 h 286251"/>
                  <a:gd name="connsiteX21" fmla="*/ 86375 w 331788"/>
                  <a:gd name="connsiteY21" fmla="*/ 123154 h 286251"/>
                  <a:gd name="connsiteX22" fmla="*/ 94110 w 331788"/>
                  <a:gd name="connsiteY22" fmla="*/ 160692 h 286251"/>
                  <a:gd name="connsiteX23" fmla="*/ 95399 w 331788"/>
                  <a:gd name="connsiteY23" fmla="*/ 165870 h 286251"/>
                  <a:gd name="connsiteX24" fmla="*/ 96688 w 331788"/>
                  <a:gd name="connsiteY24" fmla="*/ 169753 h 286251"/>
                  <a:gd name="connsiteX25" fmla="*/ 96688 w 331788"/>
                  <a:gd name="connsiteY25" fmla="*/ 172342 h 286251"/>
                  <a:gd name="connsiteX26" fmla="*/ 103134 w 331788"/>
                  <a:gd name="connsiteY26" fmla="*/ 172342 h 286251"/>
                  <a:gd name="connsiteX27" fmla="*/ 103134 w 331788"/>
                  <a:gd name="connsiteY27" fmla="*/ 165870 h 286251"/>
                  <a:gd name="connsiteX28" fmla="*/ 103134 w 331788"/>
                  <a:gd name="connsiteY28" fmla="*/ 164576 h 286251"/>
                  <a:gd name="connsiteX29" fmla="*/ 104424 w 331788"/>
                  <a:gd name="connsiteY29" fmla="*/ 160692 h 286251"/>
                  <a:gd name="connsiteX30" fmla="*/ 112159 w 331788"/>
                  <a:gd name="connsiteY30" fmla="*/ 134804 h 286251"/>
                  <a:gd name="connsiteX31" fmla="*/ 107002 w 331788"/>
                  <a:gd name="connsiteY31" fmla="*/ 121859 h 286251"/>
                  <a:gd name="connsiteX32" fmla="*/ 109580 w 331788"/>
                  <a:gd name="connsiteY32" fmla="*/ 117976 h 286251"/>
                  <a:gd name="connsiteX33" fmla="*/ 121183 w 331788"/>
                  <a:gd name="connsiteY33" fmla="*/ 117976 h 286251"/>
                  <a:gd name="connsiteX34" fmla="*/ 125050 w 331788"/>
                  <a:gd name="connsiteY34" fmla="*/ 121859 h 286251"/>
                  <a:gd name="connsiteX35" fmla="*/ 118605 w 331788"/>
                  <a:gd name="connsiteY35" fmla="*/ 134804 h 286251"/>
                  <a:gd name="connsiteX36" fmla="*/ 126340 w 331788"/>
                  <a:gd name="connsiteY36" fmla="*/ 160692 h 286251"/>
                  <a:gd name="connsiteX37" fmla="*/ 126340 w 331788"/>
                  <a:gd name="connsiteY37" fmla="*/ 165870 h 286251"/>
                  <a:gd name="connsiteX38" fmla="*/ 127629 w 331788"/>
                  <a:gd name="connsiteY38" fmla="*/ 165870 h 286251"/>
                  <a:gd name="connsiteX39" fmla="*/ 127629 w 331788"/>
                  <a:gd name="connsiteY39" fmla="*/ 172342 h 286251"/>
                  <a:gd name="connsiteX40" fmla="*/ 134075 w 331788"/>
                  <a:gd name="connsiteY40" fmla="*/ 172342 h 286251"/>
                  <a:gd name="connsiteX41" fmla="*/ 134075 w 331788"/>
                  <a:gd name="connsiteY41" fmla="*/ 169753 h 286251"/>
                  <a:gd name="connsiteX42" fmla="*/ 135364 w 331788"/>
                  <a:gd name="connsiteY42" fmla="*/ 165870 h 286251"/>
                  <a:gd name="connsiteX43" fmla="*/ 136653 w 331788"/>
                  <a:gd name="connsiteY43" fmla="*/ 160692 h 286251"/>
                  <a:gd name="connsiteX44" fmla="*/ 144388 w 331788"/>
                  <a:gd name="connsiteY44" fmla="*/ 123154 h 286251"/>
                  <a:gd name="connsiteX45" fmla="*/ 152123 w 331788"/>
                  <a:gd name="connsiteY45" fmla="*/ 117976 h 286251"/>
                  <a:gd name="connsiteX46" fmla="*/ 171461 w 331788"/>
                  <a:gd name="connsiteY46" fmla="*/ 117976 h 286251"/>
                  <a:gd name="connsiteX47" fmla="*/ 192088 w 331788"/>
                  <a:gd name="connsiteY47" fmla="*/ 138687 h 286251"/>
                  <a:gd name="connsiteX48" fmla="*/ 192088 w 331788"/>
                  <a:gd name="connsiteY48" fmla="*/ 152926 h 286251"/>
                  <a:gd name="connsiteX49" fmla="*/ 184353 w 331788"/>
                  <a:gd name="connsiteY49" fmla="*/ 152926 h 286251"/>
                  <a:gd name="connsiteX50" fmla="*/ 163726 w 331788"/>
                  <a:gd name="connsiteY50" fmla="*/ 160692 h 286251"/>
                  <a:gd name="connsiteX51" fmla="*/ 158569 w 331788"/>
                  <a:gd name="connsiteY51" fmla="*/ 165870 h 286251"/>
                  <a:gd name="connsiteX52" fmla="*/ 154702 w 331788"/>
                  <a:gd name="connsiteY52" fmla="*/ 172342 h 286251"/>
                  <a:gd name="connsiteX53" fmla="*/ 150834 w 331788"/>
                  <a:gd name="connsiteY53" fmla="*/ 186581 h 286251"/>
                  <a:gd name="connsiteX54" fmla="*/ 150834 w 331788"/>
                  <a:gd name="connsiteY54" fmla="*/ 202114 h 286251"/>
                  <a:gd name="connsiteX55" fmla="*/ 10313 w 331788"/>
                  <a:gd name="connsiteY55" fmla="*/ 202114 h 286251"/>
                  <a:gd name="connsiteX56" fmla="*/ 0 w 331788"/>
                  <a:gd name="connsiteY56" fmla="*/ 190464 h 286251"/>
                  <a:gd name="connsiteX57" fmla="*/ 0 w 331788"/>
                  <a:gd name="connsiteY57" fmla="*/ 182698 h 286251"/>
                  <a:gd name="connsiteX58" fmla="*/ 10313 w 331788"/>
                  <a:gd name="connsiteY58" fmla="*/ 172342 h 286251"/>
                  <a:gd name="connsiteX59" fmla="*/ 38675 w 331788"/>
                  <a:gd name="connsiteY59" fmla="*/ 172342 h 286251"/>
                  <a:gd name="connsiteX60" fmla="*/ 38675 w 331788"/>
                  <a:gd name="connsiteY60" fmla="*/ 138687 h 286251"/>
                  <a:gd name="connsiteX61" fmla="*/ 59302 w 331788"/>
                  <a:gd name="connsiteY61" fmla="*/ 117976 h 286251"/>
                  <a:gd name="connsiteX62" fmla="*/ 206838 w 331788"/>
                  <a:gd name="connsiteY62" fmla="*/ 33838 h 286251"/>
                  <a:gd name="connsiteX63" fmla="*/ 208124 w 331788"/>
                  <a:gd name="connsiteY63" fmla="*/ 33838 h 286251"/>
                  <a:gd name="connsiteX64" fmla="*/ 278858 w 331788"/>
                  <a:gd name="connsiteY64" fmla="*/ 48038 h 286251"/>
                  <a:gd name="connsiteX65" fmla="*/ 296863 w 331788"/>
                  <a:gd name="connsiteY65" fmla="*/ 69984 h 286251"/>
                  <a:gd name="connsiteX66" fmla="*/ 296863 w 331788"/>
                  <a:gd name="connsiteY66" fmla="*/ 99676 h 286251"/>
                  <a:gd name="connsiteX67" fmla="*/ 246706 w 331788"/>
                  <a:gd name="connsiteY67" fmla="*/ 151313 h 286251"/>
                  <a:gd name="connsiteX68" fmla="*/ 195263 w 331788"/>
                  <a:gd name="connsiteY68" fmla="*/ 99676 h 286251"/>
                  <a:gd name="connsiteX69" fmla="*/ 195263 w 331788"/>
                  <a:gd name="connsiteY69" fmla="*/ 45456 h 286251"/>
                  <a:gd name="connsiteX70" fmla="*/ 206838 w 331788"/>
                  <a:gd name="connsiteY70" fmla="*/ 33838 h 286251"/>
                  <a:gd name="connsiteX71" fmla="*/ 150465 w 331788"/>
                  <a:gd name="connsiteY71" fmla="*/ 198 h 286251"/>
                  <a:gd name="connsiteX72" fmla="*/ 163513 w 331788"/>
                  <a:gd name="connsiteY72" fmla="*/ 10479 h 286251"/>
                  <a:gd name="connsiteX73" fmla="*/ 163513 w 331788"/>
                  <a:gd name="connsiteY73" fmla="*/ 60599 h 286251"/>
                  <a:gd name="connsiteX74" fmla="*/ 116540 w 331788"/>
                  <a:gd name="connsiteY74" fmla="*/ 106863 h 286251"/>
                  <a:gd name="connsiteX75" fmla="*/ 68263 w 331788"/>
                  <a:gd name="connsiteY75" fmla="*/ 60599 h 286251"/>
                  <a:gd name="connsiteX76" fmla="*/ 68263 w 331788"/>
                  <a:gd name="connsiteY76" fmla="*/ 33611 h 286251"/>
                  <a:gd name="connsiteX77" fmla="*/ 85225 w 331788"/>
                  <a:gd name="connsiteY77" fmla="*/ 13049 h 286251"/>
                  <a:gd name="connsiteX78" fmla="*/ 150465 w 331788"/>
                  <a:gd name="connsiteY78" fmla="*/ 198 h 286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31788" h="286251">
                    <a:moveTo>
                      <a:pt x="19050" y="213226"/>
                    </a:moveTo>
                    <a:lnTo>
                      <a:pt x="151105" y="213226"/>
                    </a:lnTo>
                    <a:cubicBezTo>
                      <a:pt x="151105" y="213226"/>
                      <a:pt x="151105" y="213226"/>
                      <a:pt x="151105" y="278564"/>
                    </a:cubicBezTo>
                    <a:cubicBezTo>
                      <a:pt x="151105" y="281126"/>
                      <a:pt x="152400" y="283689"/>
                      <a:pt x="152400" y="286251"/>
                    </a:cubicBezTo>
                    <a:cubicBezTo>
                      <a:pt x="152400" y="286251"/>
                      <a:pt x="152400" y="286251"/>
                      <a:pt x="25523" y="286251"/>
                    </a:cubicBezTo>
                    <a:cubicBezTo>
                      <a:pt x="21639" y="286251"/>
                      <a:pt x="19050" y="282408"/>
                      <a:pt x="19050" y="278564"/>
                    </a:cubicBezTo>
                    <a:cubicBezTo>
                      <a:pt x="19050" y="278564"/>
                      <a:pt x="19050" y="278564"/>
                      <a:pt x="19050" y="213226"/>
                    </a:cubicBezTo>
                    <a:close/>
                    <a:moveTo>
                      <a:pt x="185265" y="165601"/>
                    </a:moveTo>
                    <a:lnTo>
                      <a:pt x="308448" y="165601"/>
                    </a:lnTo>
                    <a:cubicBezTo>
                      <a:pt x="309745" y="165601"/>
                      <a:pt x="312338" y="165601"/>
                      <a:pt x="313635" y="165601"/>
                    </a:cubicBezTo>
                    <a:cubicBezTo>
                      <a:pt x="324008" y="168168"/>
                      <a:pt x="331788" y="177153"/>
                      <a:pt x="331788" y="187421"/>
                    </a:cubicBezTo>
                    <a:cubicBezTo>
                      <a:pt x="331788" y="187421"/>
                      <a:pt x="331788" y="187421"/>
                      <a:pt x="331788" y="278550"/>
                    </a:cubicBezTo>
                    <a:cubicBezTo>
                      <a:pt x="331788" y="282401"/>
                      <a:pt x="327898" y="286251"/>
                      <a:pt x="324008" y="286251"/>
                    </a:cubicBezTo>
                    <a:cubicBezTo>
                      <a:pt x="324008" y="286251"/>
                      <a:pt x="324008" y="286251"/>
                      <a:pt x="169705" y="286251"/>
                    </a:cubicBezTo>
                    <a:cubicBezTo>
                      <a:pt x="165815" y="286251"/>
                      <a:pt x="161925" y="282401"/>
                      <a:pt x="161925" y="278550"/>
                    </a:cubicBezTo>
                    <a:cubicBezTo>
                      <a:pt x="161925" y="278550"/>
                      <a:pt x="161925" y="278550"/>
                      <a:pt x="161925" y="187421"/>
                    </a:cubicBezTo>
                    <a:cubicBezTo>
                      <a:pt x="161925" y="182287"/>
                      <a:pt x="164518" y="177153"/>
                      <a:pt x="168408" y="173302"/>
                    </a:cubicBezTo>
                    <a:cubicBezTo>
                      <a:pt x="169705" y="170735"/>
                      <a:pt x="172298" y="168168"/>
                      <a:pt x="174892" y="166885"/>
                    </a:cubicBezTo>
                    <a:cubicBezTo>
                      <a:pt x="177485" y="165601"/>
                      <a:pt x="181375" y="165601"/>
                      <a:pt x="185265" y="165601"/>
                    </a:cubicBezTo>
                    <a:close/>
                    <a:moveTo>
                      <a:pt x="59302" y="117976"/>
                    </a:moveTo>
                    <a:cubicBezTo>
                      <a:pt x="59302" y="117976"/>
                      <a:pt x="59302" y="117976"/>
                      <a:pt x="78640" y="117976"/>
                    </a:cubicBezTo>
                    <a:cubicBezTo>
                      <a:pt x="82507" y="117976"/>
                      <a:pt x="85086" y="120565"/>
                      <a:pt x="86375" y="123154"/>
                    </a:cubicBezTo>
                    <a:cubicBezTo>
                      <a:pt x="86375" y="123154"/>
                      <a:pt x="86375" y="123154"/>
                      <a:pt x="94110" y="160692"/>
                    </a:cubicBezTo>
                    <a:cubicBezTo>
                      <a:pt x="94110" y="160692"/>
                      <a:pt x="94110" y="160692"/>
                      <a:pt x="95399" y="165870"/>
                    </a:cubicBezTo>
                    <a:cubicBezTo>
                      <a:pt x="95399" y="165870"/>
                      <a:pt x="95399" y="165870"/>
                      <a:pt x="96688" y="169753"/>
                    </a:cubicBezTo>
                    <a:cubicBezTo>
                      <a:pt x="96688" y="171048"/>
                      <a:pt x="96688" y="171048"/>
                      <a:pt x="96688" y="172342"/>
                    </a:cubicBezTo>
                    <a:cubicBezTo>
                      <a:pt x="96688" y="172342"/>
                      <a:pt x="96688" y="172342"/>
                      <a:pt x="103134" y="172342"/>
                    </a:cubicBezTo>
                    <a:cubicBezTo>
                      <a:pt x="103134" y="169753"/>
                      <a:pt x="103134" y="168459"/>
                      <a:pt x="103134" y="165870"/>
                    </a:cubicBezTo>
                    <a:cubicBezTo>
                      <a:pt x="103134" y="165870"/>
                      <a:pt x="103134" y="165870"/>
                      <a:pt x="103134" y="164576"/>
                    </a:cubicBezTo>
                    <a:cubicBezTo>
                      <a:pt x="103134" y="164576"/>
                      <a:pt x="103134" y="164576"/>
                      <a:pt x="104424" y="160692"/>
                    </a:cubicBezTo>
                    <a:cubicBezTo>
                      <a:pt x="104424" y="160692"/>
                      <a:pt x="104424" y="160692"/>
                      <a:pt x="112159" y="134804"/>
                    </a:cubicBezTo>
                    <a:cubicBezTo>
                      <a:pt x="112159" y="134804"/>
                      <a:pt x="112159" y="134804"/>
                      <a:pt x="107002" y="121859"/>
                    </a:cubicBezTo>
                    <a:cubicBezTo>
                      <a:pt x="105713" y="120565"/>
                      <a:pt x="107002" y="117976"/>
                      <a:pt x="109580" y="117976"/>
                    </a:cubicBezTo>
                    <a:cubicBezTo>
                      <a:pt x="109580" y="117976"/>
                      <a:pt x="109580" y="117976"/>
                      <a:pt x="121183" y="117976"/>
                    </a:cubicBezTo>
                    <a:cubicBezTo>
                      <a:pt x="123761" y="117976"/>
                      <a:pt x="125050" y="120565"/>
                      <a:pt x="125050" y="121859"/>
                    </a:cubicBezTo>
                    <a:cubicBezTo>
                      <a:pt x="125050" y="121859"/>
                      <a:pt x="125050" y="121859"/>
                      <a:pt x="118605" y="134804"/>
                    </a:cubicBezTo>
                    <a:cubicBezTo>
                      <a:pt x="118605" y="134804"/>
                      <a:pt x="118605" y="134804"/>
                      <a:pt x="126340" y="160692"/>
                    </a:cubicBezTo>
                    <a:cubicBezTo>
                      <a:pt x="126340" y="160692"/>
                      <a:pt x="126340" y="160692"/>
                      <a:pt x="126340" y="165870"/>
                    </a:cubicBezTo>
                    <a:cubicBezTo>
                      <a:pt x="127629" y="165870"/>
                      <a:pt x="127629" y="165870"/>
                      <a:pt x="127629" y="165870"/>
                    </a:cubicBezTo>
                    <a:cubicBezTo>
                      <a:pt x="127629" y="168459"/>
                      <a:pt x="127629" y="169753"/>
                      <a:pt x="127629" y="172342"/>
                    </a:cubicBezTo>
                    <a:cubicBezTo>
                      <a:pt x="127629" y="172342"/>
                      <a:pt x="127629" y="172342"/>
                      <a:pt x="134075" y="172342"/>
                    </a:cubicBezTo>
                    <a:cubicBezTo>
                      <a:pt x="134075" y="171048"/>
                      <a:pt x="134075" y="171048"/>
                      <a:pt x="134075" y="169753"/>
                    </a:cubicBezTo>
                    <a:cubicBezTo>
                      <a:pt x="134075" y="169753"/>
                      <a:pt x="134075" y="169753"/>
                      <a:pt x="135364" y="165870"/>
                    </a:cubicBezTo>
                    <a:cubicBezTo>
                      <a:pt x="135364" y="165870"/>
                      <a:pt x="135364" y="165870"/>
                      <a:pt x="136653" y="160692"/>
                    </a:cubicBezTo>
                    <a:cubicBezTo>
                      <a:pt x="136653" y="160692"/>
                      <a:pt x="136653" y="160692"/>
                      <a:pt x="144388" y="123154"/>
                    </a:cubicBezTo>
                    <a:cubicBezTo>
                      <a:pt x="145677" y="120565"/>
                      <a:pt x="148256" y="117976"/>
                      <a:pt x="152123" y="117976"/>
                    </a:cubicBezTo>
                    <a:cubicBezTo>
                      <a:pt x="152123" y="117976"/>
                      <a:pt x="152123" y="117976"/>
                      <a:pt x="171461" y="117976"/>
                    </a:cubicBezTo>
                    <a:cubicBezTo>
                      <a:pt x="183064" y="117976"/>
                      <a:pt x="192088" y="127037"/>
                      <a:pt x="192088" y="138687"/>
                    </a:cubicBezTo>
                    <a:cubicBezTo>
                      <a:pt x="192088" y="138687"/>
                      <a:pt x="192088" y="138687"/>
                      <a:pt x="192088" y="152926"/>
                    </a:cubicBezTo>
                    <a:cubicBezTo>
                      <a:pt x="192088" y="152926"/>
                      <a:pt x="192088" y="152926"/>
                      <a:pt x="184353" y="152926"/>
                    </a:cubicBezTo>
                    <a:cubicBezTo>
                      <a:pt x="176618" y="152926"/>
                      <a:pt x="168883" y="156809"/>
                      <a:pt x="163726" y="160692"/>
                    </a:cubicBezTo>
                    <a:cubicBezTo>
                      <a:pt x="161148" y="161987"/>
                      <a:pt x="159858" y="164576"/>
                      <a:pt x="158569" y="165870"/>
                    </a:cubicBezTo>
                    <a:cubicBezTo>
                      <a:pt x="157280" y="168459"/>
                      <a:pt x="155991" y="169753"/>
                      <a:pt x="154702" y="172342"/>
                    </a:cubicBezTo>
                    <a:cubicBezTo>
                      <a:pt x="152123" y="176225"/>
                      <a:pt x="150834" y="181403"/>
                      <a:pt x="150834" y="186581"/>
                    </a:cubicBezTo>
                    <a:cubicBezTo>
                      <a:pt x="150834" y="186581"/>
                      <a:pt x="150834" y="186581"/>
                      <a:pt x="150834" y="202114"/>
                    </a:cubicBezTo>
                    <a:cubicBezTo>
                      <a:pt x="150834" y="202114"/>
                      <a:pt x="150834" y="202114"/>
                      <a:pt x="10313" y="202114"/>
                    </a:cubicBezTo>
                    <a:cubicBezTo>
                      <a:pt x="5157" y="202114"/>
                      <a:pt x="0" y="196936"/>
                      <a:pt x="0" y="190464"/>
                    </a:cubicBezTo>
                    <a:cubicBezTo>
                      <a:pt x="0" y="190464"/>
                      <a:pt x="0" y="190464"/>
                      <a:pt x="0" y="182698"/>
                    </a:cubicBezTo>
                    <a:cubicBezTo>
                      <a:pt x="0" y="176225"/>
                      <a:pt x="5157" y="172342"/>
                      <a:pt x="10313" y="172342"/>
                    </a:cubicBezTo>
                    <a:cubicBezTo>
                      <a:pt x="10313" y="172342"/>
                      <a:pt x="10313" y="172342"/>
                      <a:pt x="38675" y="172342"/>
                    </a:cubicBezTo>
                    <a:cubicBezTo>
                      <a:pt x="38675" y="172342"/>
                      <a:pt x="38675" y="172342"/>
                      <a:pt x="38675" y="138687"/>
                    </a:cubicBezTo>
                    <a:cubicBezTo>
                      <a:pt x="38675" y="127037"/>
                      <a:pt x="47700" y="117976"/>
                      <a:pt x="59302" y="117976"/>
                    </a:cubicBezTo>
                    <a:close/>
                    <a:moveTo>
                      <a:pt x="206838" y="33838"/>
                    </a:moveTo>
                    <a:cubicBezTo>
                      <a:pt x="206838" y="33838"/>
                      <a:pt x="208124" y="33838"/>
                      <a:pt x="208124" y="33838"/>
                    </a:cubicBezTo>
                    <a:cubicBezTo>
                      <a:pt x="223557" y="36420"/>
                      <a:pt x="258281" y="44166"/>
                      <a:pt x="278858" y="48038"/>
                    </a:cubicBezTo>
                    <a:cubicBezTo>
                      <a:pt x="289147" y="50620"/>
                      <a:pt x="296863" y="59657"/>
                      <a:pt x="296863" y="69984"/>
                    </a:cubicBezTo>
                    <a:cubicBezTo>
                      <a:pt x="296863" y="69984"/>
                      <a:pt x="296863" y="69984"/>
                      <a:pt x="296863" y="99676"/>
                    </a:cubicBezTo>
                    <a:cubicBezTo>
                      <a:pt x="296863" y="128076"/>
                      <a:pt x="275000" y="151313"/>
                      <a:pt x="246706" y="151313"/>
                    </a:cubicBezTo>
                    <a:cubicBezTo>
                      <a:pt x="218412" y="151313"/>
                      <a:pt x="195263" y="128076"/>
                      <a:pt x="195263" y="99676"/>
                    </a:cubicBezTo>
                    <a:cubicBezTo>
                      <a:pt x="195263" y="99676"/>
                      <a:pt x="195263" y="99676"/>
                      <a:pt x="195263" y="45456"/>
                    </a:cubicBezTo>
                    <a:cubicBezTo>
                      <a:pt x="195263" y="39002"/>
                      <a:pt x="200407" y="33838"/>
                      <a:pt x="206838" y="33838"/>
                    </a:cubicBezTo>
                    <a:close/>
                    <a:moveTo>
                      <a:pt x="150465" y="198"/>
                    </a:moveTo>
                    <a:cubicBezTo>
                      <a:pt x="156989" y="-1087"/>
                      <a:pt x="163513" y="4053"/>
                      <a:pt x="163513" y="10479"/>
                    </a:cubicBezTo>
                    <a:cubicBezTo>
                      <a:pt x="163513" y="10479"/>
                      <a:pt x="163513" y="10479"/>
                      <a:pt x="163513" y="60599"/>
                    </a:cubicBezTo>
                    <a:cubicBezTo>
                      <a:pt x="163513" y="86301"/>
                      <a:pt x="142636" y="106863"/>
                      <a:pt x="116540" y="106863"/>
                    </a:cubicBezTo>
                    <a:cubicBezTo>
                      <a:pt x="90444" y="106863"/>
                      <a:pt x="68263" y="86301"/>
                      <a:pt x="68263" y="60599"/>
                    </a:cubicBezTo>
                    <a:cubicBezTo>
                      <a:pt x="68263" y="60599"/>
                      <a:pt x="68263" y="60599"/>
                      <a:pt x="68263" y="33611"/>
                    </a:cubicBezTo>
                    <a:cubicBezTo>
                      <a:pt x="68263" y="23330"/>
                      <a:pt x="76092" y="14334"/>
                      <a:pt x="85225" y="13049"/>
                    </a:cubicBezTo>
                    <a:cubicBezTo>
                      <a:pt x="104797" y="9194"/>
                      <a:pt x="137417" y="2768"/>
                      <a:pt x="150465" y="198"/>
                    </a:cubicBezTo>
                    <a:close/>
                  </a:path>
                </a:pathLst>
              </a:custGeom>
              <a:solidFill>
                <a:srgbClr val="FFFFFF"/>
              </a:solidFill>
              <a:ln>
                <a:noFill/>
              </a:ln>
            </p:spPr>
            <p:txBody>
              <a:bodyPr anchor="ctr"/>
              <a:lstStyle/>
              <a:p>
                <a:pPr algn="ctr"/>
                <a:endParaRPr dirty="0"/>
              </a:p>
            </p:txBody>
          </p:sp>
        </p:grpSp>
      </p:grpSp>
      <p:grpSp>
        <p:nvGrpSpPr>
          <p:cNvPr id="66" name="千图PPT彼岸天：ID 8661124库_组合 56">
            <a:extLst>
              <a:ext uri="{FF2B5EF4-FFF2-40B4-BE49-F238E27FC236}">
                <a16:creationId xmlns:a16="http://schemas.microsoft.com/office/drawing/2014/main" id="{1D9907A9-D27D-4076-BACC-B1A44752A8D9}"/>
              </a:ext>
            </a:extLst>
          </p:cNvPr>
          <p:cNvGrpSpPr/>
          <p:nvPr>
            <p:custDataLst>
              <p:tags r:id="rId25"/>
            </p:custDataLst>
          </p:nvPr>
        </p:nvGrpSpPr>
        <p:grpSpPr>
          <a:xfrm>
            <a:off x="858520" y="5023032"/>
            <a:ext cx="3209345" cy="782232"/>
            <a:chOff x="858520" y="5023032"/>
            <a:chExt cx="3209345" cy="782232"/>
          </a:xfrm>
        </p:grpSpPr>
        <p:sp>
          <p:nvSpPr>
            <p:cNvPr id="67" name="矩形 66">
              <a:extLst>
                <a:ext uri="{FF2B5EF4-FFF2-40B4-BE49-F238E27FC236}">
                  <a16:creationId xmlns:a16="http://schemas.microsoft.com/office/drawing/2014/main" id="{42BD4584-5E33-4FE4-A88B-17A15C05CEC4}"/>
                </a:ext>
              </a:extLst>
            </p:cNvPr>
            <p:cNvSpPr/>
            <p:nvPr/>
          </p:nvSpPr>
          <p:spPr>
            <a:xfrm>
              <a:off x="858520" y="5023032"/>
              <a:ext cx="2587220" cy="246221"/>
            </a:xfrm>
            <a:prstGeom prst="rect">
              <a:avLst/>
            </a:prstGeom>
          </p:spPr>
          <p:txBody>
            <a:bodyPr wrap="none" lIns="144000" tIns="0" rIns="144000" bIns="0">
              <a:normAutofit/>
            </a:bodyPr>
            <a:lstStyle/>
            <a:p>
              <a:pPr algn="r"/>
              <a:r>
                <a:rPr lang="zh-CN" altLang="en-US" sz="1600" b="1">
                  <a:solidFill>
                    <a:schemeClr val="accent5"/>
                  </a:solidFill>
                </a:rPr>
                <a:t>输入标题文本</a:t>
              </a:r>
            </a:p>
          </p:txBody>
        </p:sp>
        <p:sp>
          <p:nvSpPr>
            <p:cNvPr id="68" name="矩形 67">
              <a:extLst>
                <a:ext uri="{FF2B5EF4-FFF2-40B4-BE49-F238E27FC236}">
                  <a16:creationId xmlns:a16="http://schemas.microsoft.com/office/drawing/2014/main" id="{0B567957-FE5A-477D-BC75-9B6F8A861CAE}"/>
                </a:ext>
              </a:extLst>
            </p:cNvPr>
            <p:cNvSpPr/>
            <p:nvPr/>
          </p:nvSpPr>
          <p:spPr>
            <a:xfrm>
              <a:off x="858520" y="5269253"/>
              <a:ext cx="2587220" cy="536011"/>
            </a:xfrm>
            <a:prstGeom prst="rect">
              <a:avLst/>
            </a:prstGeom>
          </p:spPr>
          <p:txBody>
            <a:bodyPr wrap="square" lIns="144000" tIns="0" rIns="144000" bIns="0">
              <a:normAutofit/>
            </a:bodyPr>
            <a:lstStyle/>
            <a:p>
              <a:pPr algn="r">
                <a:lnSpc>
                  <a:spcPct val="120000"/>
                </a:lnSpc>
              </a:pPr>
              <a:r>
                <a:rPr lang="zh-CN" altLang="en-US" sz="1100">
                  <a:solidFill>
                    <a:schemeClr val="dk1">
                      <a:lumMod val="100000"/>
                    </a:schemeClr>
                  </a:solidFill>
                </a:rPr>
                <a:t>请替换文字内容复制你的内容到此</a:t>
              </a:r>
              <a:br>
                <a:rPr lang="zh-CN" altLang="en-US" sz="1100">
                  <a:solidFill>
                    <a:schemeClr val="dk1">
                      <a:lumMod val="100000"/>
                    </a:schemeClr>
                  </a:solidFill>
                </a:rPr>
              </a:br>
              <a:endParaRPr lang="zh-CN" altLang="en-US" sz="1100">
                <a:solidFill>
                  <a:schemeClr val="dk1">
                    <a:lumMod val="100000"/>
                  </a:schemeClr>
                </a:solidFill>
              </a:endParaRPr>
            </a:p>
          </p:txBody>
        </p:sp>
        <p:grpSp>
          <p:nvGrpSpPr>
            <p:cNvPr id="69" name="组合 68">
              <a:extLst>
                <a:ext uri="{FF2B5EF4-FFF2-40B4-BE49-F238E27FC236}">
                  <a16:creationId xmlns:a16="http://schemas.microsoft.com/office/drawing/2014/main" id="{E74CE1F2-C805-43BE-8060-D3E745BC2870}"/>
                </a:ext>
              </a:extLst>
            </p:cNvPr>
            <p:cNvGrpSpPr/>
            <p:nvPr/>
          </p:nvGrpSpPr>
          <p:grpSpPr>
            <a:xfrm>
              <a:off x="3578007" y="5074916"/>
              <a:ext cx="489858" cy="489858"/>
              <a:chOff x="1363763" y="5074916"/>
              <a:chExt cx="489858" cy="489858"/>
            </a:xfrm>
          </p:grpSpPr>
          <p:sp>
            <p:nvSpPr>
              <p:cNvPr id="70" name="椭圆 69">
                <a:extLst>
                  <a:ext uri="{FF2B5EF4-FFF2-40B4-BE49-F238E27FC236}">
                    <a16:creationId xmlns:a16="http://schemas.microsoft.com/office/drawing/2014/main" id="{2E66F1EB-B085-4746-9602-7F995C8EC596}"/>
                  </a:ext>
                </a:extLst>
              </p:cNvPr>
              <p:cNvSpPr/>
              <p:nvPr/>
            </p:nvSpPr>
            <p:spPr>
              <a:xfrm>
                <a:off x="1363763" y="5074916"/>
                <a:ext cx="489858" cy="489858"/>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p>
            </p:txBody>
          </p:sp>
          <p:sp>
            <p:nvSpPr>
              <p:cNvPr id="71" name="任意多边形: 形状 70">
                <a:extLst>
                  <a:ext uri="{FF2B5EF4-FFF2-40B4-BE49-F238E27FC236}">
                    <a16:creationId xmlns:a16="http://schemas.microsoft.com/office/drawing/2014/main" id="{E35043CF-F925-416E-917F-4835116ED6AD}"/>
                  </a:ext>
                </a:extLst>
              </p:cNvPr>
              <p:cNvSpPr/>
              <p:nvPr/>
            </p:nvSpPr>
            <p:spPr bwMode="auto">
              <a:xfrm>
                <a:off x="1518706" y="5225991"/>
                <a:ext cx="179973" cy="179973"/>
              </a:xfrm>
              <a:custGeom>
                <a:avLst/>
                <a:gdLst>
                  <a:gd name="connsiteX0" fmla="*/ 65088 w 331788"/>
                  <a:gd name="connsiteY0" fmla="*/ 223838 h 331788"/>
                  <a:gd name="connsiteX1" fmla="*/ 276226 w 331788"/>
                  <a:gd name="connsiteY1" fmla="*/ 223838 h 331788"/>
                  <a:gd name="connsiteX2" fmla="*/ 276226 w 331788"/>
                  <a:gd name="connsiteY2" fmla="*/ 265113 h 331788"/>
                  <a:gd name="connsiteX3" fmla="*/ 65088 w 331788"/>
                  <a:gd name="connsiteY3" fmla="*/ 265113 h 331788"/>
                  <a:gd name="connsiteX4" fmla="*/ 65088 w 331788"/>
                  <a:gd name="connsiteY4" fmla="*/ 157163 h 331788"/>
                  <a:gd name="connsiteX5" fmla="*/ 163513 w 331788"/>
                  <a:gd name="connsiteY5" fmla="*/ 157163 h 331788"/>
                  <a:gd name="connsiteX6" fmla="*/ 163513 w 331788"/>
                  <a:gd name="connsiteY6" fmla="*/ 198438 h 331788"/>
                  <a:gd name="connsiteX7" fmla="*/ 65088 w 331788"/>
                  <a:gd name="connsiteY7" fmla="*/ 198438 h 331788"/>
                  <a:gd name="connsiteX8" fmla="*/ 65088 w 331788"/>
                  <a:gd name="connsiteY8" fmla="*/ 90488 h 331788"/>
                  <a:gd name="connsiteX9" fmla="*/ 209551 w 331788"/>
                  <a:gd name="connsiteY9" fmla="*/ 90488 h 331788"/>
                  <a:gd name="connsiteX10" fmla="*/ 209551 w 331788"/>
                  <a:gd name="connsiteY10" fmla="*/ 133351 h 331788"/>
                  <a:gd name="connsiteX11" fmla="*/ 65088 w 331788"/>
                  <a:gd name="connsiteY11" fmla="*/ 133351 h 331788"/>
                  <a:gd name="connsiteX12" fmla="*/ 65088 w 331788"/>
                  <a:gd name="connsiteY12" fmla="*/ 25400 h 331788"/>
                  <a:gd name="connsiteX13" fmla="*/ 142876 w 331788"/>
                  <a:gd name="connsiteY13" fmla="*/ 25400 h 331788"/>
                  <a:gd name="connsiteX14" fmla="*/ 142876 w 331788"/>
                  <a:gd name="connsiteY14" fmla="*/ 66675 h 331788"/>
                  <a:gd name="connsiteX15" fmla="*/ 65088 w 331788"/>
                  <a:gd name="connsiteY15" fmla="*/ 66675 h 331788"/>
                  <a:gd name="connsiteX16" fmla="*/ 0 w 331788"/>
                  <a:gd name="connsiteY16" fmla="*/ 0 h 331788"/>
                  <a:gd name="connsiteX17" fmla="*/ 38100 w 331788"/>
                  <a:gd name="connsiteY17" fmla="*/ 0 h 331788"/>
                  <a:gd name="connsiteX18" fmla="*/ 38100 w 331788"/>
                  <a:gd name="connsiteY18" fmla="*/ 293688 h 331788"/>
                  <a:gd name="connsiteX19" fmla="*/ 331788 w 331788"/>
                  <a:gd name="connsiteY19" fmla="*/ 293688 h 331788"/>
                  <a:gd name="connsiteX20" fmla="*/ 331788 w 331788"/>
                  <a:gd name="connsiteY20" fmla="*/ 331788 h 331788"/>
                  <a:gd name="connsiteX21" fmla="*/ 0 w 331788"/>
                  <a:gd name="connsiteY21" fmla="*/ 331788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1788" h="331788">
                    <a:moveTo>
                      <a:pt x="65088" y="223838"/>
                    </a:moveTo>
                    <a:lnTo>
                      <a:pt x="276226" y="223838"/>
                    </a:lnTo>
                    <a:lnTo>
                      <a:pt x="276226" y="265113"/>
                    </a:lnTo>
                    <a:lnTo>
                      <a:pt x="65088" y="265113"/>
                    </a:lnTo>
                    <a:close/>
                    <a:moveTo>
                      <a:pt x="65088" y="157163"/>
                    </a:moveTo>
                    <a:lnTo>
                      <a:pt x="163513" y="157163"/>
                    </a:lnTo>
                    <a:lnTo>
                      <a:pt x="163513" y="198438"/>
                    </a:lnTo>
                    <a:lnTo>
                      <a:pt x="65088" y="198438"/>
                    </a:lnTo>
                    <a:close/>
                    <a:moveTo>
                      <a:pt x="65088" y="90488"/>
                    </a:moveTo>
                    <a:lnTo>
                      <a:pt x="209551" y="90488"/>
                    </a:lnTo>
                    <a:lnTo>
                      <a:pt x="209551" y="133351"/>
                    </a:lnTo>
                    <a:lnTo>
                      <a:pt x="65088" y="133351"/>
                    </a:lnTo>
                    <a:close/>
                    <a:moveTo>
                      <a:pt x="65088" y="25400"/>
                    </a:moveTo>
                    <a:lnTo>
                      <a:pt x="142876" y="25400"/>
                    </a:lnTo>
                    <a:lnTo>
                      <a:pt x="142876" y="66675"/>
                    </a:lnTo>
                    <a:lnTo>
                      <a:pt x="65088" y="66675"/>
                    </a:lnTo>
                    <a:close/>
                    <a:moveTo>
                      <a:pt x="0" y="0"/>
                    </a:moveTo>
                    <a:lnTo>
                      <a:pt x="38100" y="0"/>
                    </a:lnTo>
                    <a:lnTo>
                      <a:pt x="38100" y="293688"/>
                    </a:lnTo>
                    <a:lnTo>
                      <a:pt x="331788" y="293688"/>
                    </a:lnTo>
                    <a:lnTo>
                      <a:pt x="331788" y="331788"/>
                    </a:lnTo>
                    <a:lnTo>
                      <a:pt x="0" y="331788"/>
                    </a:lnTo>
                    <a:close/>
                  </a:path>
                </a:pathLst>
              </a:custGeom>
              <a:solidFill>
                <a:srgbClr val="FFFFFF"/>
              </a:solidFill>
              <a:ln>
                <a:noFill/>
              </a:ln>
            </p:spPr>
            <p:txBody>
              <a:bodyPr anchor="ctr"/>
              <a:lstStyle/>
              <a:p>
                <a:pPr algn="ctr"/>
                <a:endParaRPr dirty="0"/>
              </a:p>
            </p:txBody>
          </p:sp>
        </p:grpSp>
      </p:grpSp>
    </p:spTree>
    <p:extLst>
      <p:ext uri="{BB962C8B-B14F-4D97-AF65-F5344CB8AC3E}">
        <p14:creationId xmlns:p14="http://schemas.microsoft.com/office/powerpoint/2010/main" val="411889080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Tn>
                        </p:par>
                        <p:par>
                          <p:cTn id="5" fill="hold">
                            <p:stCondLst>
                              <p:cond delay="0"/>
                            </p:stCondLst>
                            <p:childTnLst>
                              <p:par>
                                <p:cTn id="6" presetID="23" presetClass="entr" presetSubtype="16" fill="hold" grpId="0" nodeType="afterEffect">
                                  <p:childTnLst>
                                    <p:set>
                                      <p:cBhvr>
                                        <p:cTn id="7" dur="1" fill="hold">
                                          <p:stCondLst>
                                            <p:cond delay="0"/>
                                          </p:stCondLst>
                                        </p:cTn>
                                        <p:tgtEl>
                                          <p:spTgt spid="17"/>
                                        </p:tgtEl>
                                        <p:attrNameLst>
                                          <p:attrName>style.visibility</p:attrName>
                                        </p:attrNameLst>
                                      </p:cBhvr>
                                      <p:to>
                                        <p:strVal val="visible"/>
                                      </p:to>
                                    </p:set>
                                    <p:anim calcmode="lin" valueType="num">
                                      <p:cBhvr>
                                        <p:cTn id="8" dur="500" fill="hold"/>
                                        <p:tgtEl>
                                          <p:spTgt spid="17"/>
                                        </p:tgtEl>
                                        <p:attrNameLst>
                                          <p:attrName>ppt_w</p:attrName>
                                        </p:attrNameLst>
                                      </p:cBhvr>
                                      <p:tavLst>
                                        <p:tav tm="0">
                                          <p:val>
                                            <p:fltVal val="0"/>
                                          </p:val>
                                        </p:tav>
                                        <p:tav tm="100000">
                                          <p:val>
                                            <p:strVal val="#ppt_w"/>
                                          </p:val>
                                        </p:tav>
                                      </p:tavLst>
                                    </p:anim>
                                    <p:anim calcmode="lin" valueType="num">
                                      <p:cBhvr>
                                        <p:cTn id="9" dur="500" fill="hold"/>
                                        <p:tgtEl>
                                          <p:spTgt spid="17"/>
                                        </p:tgtEl>
                                        <p:attrNameLst>
                                          <p:attrName>ppt_h</p:attrName>
                                        </p:attrNameLst>
                                      </p:cBhvr>
                                      <p:tavLst>
                                        <p:tav tm="0">
                                          <p:val>
                                            <p:fltVal val="0"/>
                                          </p:val>
                                        </p:tav>
                                        <p:tav tm="100000">
                                          <p:val>
                                            <p:strVal val="#ppt_h"/>
                                          </p:val>
                                        </p:tav>
                                      </p:tavLst>
                                    </p:anim>
                                  </p:childTnLst>
                                </p:cTn>
                              </p:par>
                            </p:childTnLst>
                          </p:cTn>
                        </p:par>
                        <p:par>
                          <p:cTn id="10" fill="hold">
                            <p:stCondLst>
                              <p:cond delay="500"/>
                            </p:stCondLst>
                            <p:childTnLst>
                              <p:par>
                                <p:cTn id="11" presetID="23" presetClass="entr" presetSubtype="16" fill="hold" grpId="0" nodeType="afterEffect">
                                  <p:childTnLst>
                                    <p:set>
                                      <p:cBhvr>
                                        <p:cTn id="12" dur="1" fill="hold">
                                          <p:stCondLst>
                                            <p:cond delay="0"/>
                                          </p:stCondLst>
                                        </p:cTn>
                                        <p:tgtEl>
                                          <p:spTgt spid="18"/>
                                        </p:tgtEl>
                                        <p:attrNameLst>
                                          <p:attrName>style.visibility</p:attrName>
                                        </p:attrNameLst>
                                      </p:cBhvr>
                                      <p:to>
                                        <p:strVal val="visible"/>
                                      </p:to>
                                    </p:set>
                                    <p:anim calcmode="lin" valueType="num">
                                      <p:cBhvr>
                                        <p:cTn id="13" dur="500" fill="hold"/>
                                        <p:tgtEl>
                                          <p:spTgt spid="18"/>
                                        </p:tgtEl>
                                        <p:attrNameLst>
                                          <p:attrName>ppt_w</p:attrName>
                                        </p:attrNameLst>
                                      </p:cBhvr>
                                      <p:tavLst>
                                        <p:tav tm="0">
                                          <p:val>
                                            <p:fltVal val="0"/>
                                          </p:val>
                                        </p:tav>
                                        <p:tav tm="100000">
                                          <p:val>
                                            <p:strVal val="#ppt_w"/>
                                          </p:val>
                                        </p:tav>
                                      </p:tavLst>
                                    </p:anim>
                                    <p:anim calcmode="lin" valueType="num">
                                      <p:cBhvr>
                                        <p:cTn id="14" dur="500" fill="hold"/>
                                        <p:tgtEl>
                                          <p:spTgt spid="18"/>
                                        </p:tgtEl>
                                        <p:attrNameLst>
                                          <p:attrName>ppt_h</p:attrName>
                                        </p:attrNameLst>
                                      </p:cBhvr>
                                      <p:tavLst>
                                        <p:tav tm="0">
                                          <p:val>
                                            <p:fltVal val="0"/>
                                          </p:val>
                                        </p:tav>
                                        <p:tav tm="100000">
                                          <p:val>
                                            <p:strVal val="#ppt_h"/>
                                          </p:val>
                                        </p:tav>
                                      </p:tavLst>
                                    </p:anim>
                                  </p:childTnLst>
                                </p:cTn>
                              </p:par>
                              <p:par>
                                <p:cTn id="15" presetID="23" presetClass="entr" presetSubtype="16" fill="hold" grpId="0" nodeType="withEffect">
                                  <p:childTnLst>
                                    <p:set>
                                      <p:cBhvr>
                                        <p:cTn id="16" dur="1" fill="hold">
                                          <p:stCondLst>
                                            <p:cond delay="0"/>
                                          </p:stCondLst>
                                        </p:cTn>
                                        <p:tgtEl>
                                          <p:spTgt spid="19"/>
                                        </p:tgtEl>
                                        <p:attrNameLst>
                                          <p:attrName>style.visibility</p:attrName>
                                        </p:attrNameLst>
                                      </p:cBhvr>
                                      <p:to>
                                        <p:strVal val="visible"/>
                                      </p:to>
                                    </p:set>
                                    <p:anim calcmode="lin" valueType="num">
                                      <p:cBhvr>
                                        <p:cTn id="17" dur="500" fill="hold"/>
                                        <p:tgtEl>
                                          <p:spTgt spid="19"/>
                                        </p:tgtEl>
                                        <p:attrNameLst>
                                          <p:attrName>ppt_w</p:attrName>
                                        </p:attrNameLst>
                                      </p:cBhvr>
                                      <p:tavLst>
                                        <p:tav tm="0">
                                          <p:val>
                                            <p:fltVal val="0"/>
                                          </p:val>
                                        </p:tav>
                                        <p:tav tm="100000">
                                          <p:val>
                                            <p:strVal val="#ppt_w"/>
                                          </p:val>
                                        </p:tav>
                                      </p:tavLst>
                                    </p:anim>
                                    <p:anim calcmode="lin" valueType="num">
                                      <p:cBhvr>
                                        <p:cTn id="18" dur="500" fill="hold"/>
                                        <p:tgtEl>
                                          <p:spTgt spid="19"/>
                                        </p:tgtEl>
                                        <p:attrNameLst>
                                          <p:attrName>ppt_h</p:attrName>
                                        </p:attrNameLst>
                                      </p:cBhvr>
                                      <p:tavLst>
                                        <p:tav tm="0">
                                          <p:val>
                                            <p:fltVal val="0"/>
                                          </p:val>
                                        </p:tav>
                                        <p:tav tm="100000">
                                          <p:val>
                                            <p:strVal val="#ppt_h"/>
                                          </p:val>
                                        </p:tav>
                                      </p:tavLst>
                                    </p:anim>
                                  </p:childTnLst>
                                </p:cTn>
                              </p:par>
                              <p:par>
                                <p:cTn id="19" presetID="23" presetClass="entr" presetSubtype="16" fill="hold" grpId="0" nodeType="withEffect">
                                  <p:childTnLst>
                                    <p:set>
                                      <p:cBhvr>
                                        <p:cTn id="20" dur="1" fill="hold">
                                          <p:stCondLst>
                                            <p:cond delay="0"/>
                                          </p:stCondLst>
                                        </p:cTn>
                                        <p:tgtEl>
                                          <p:spTgt spid="20"/>
                                        </p:tgtEl>
                                        <p:attrNameLst>
                                          <p:attrName>style.visibility</p:attrName>
                                        </p:attrNameLst>
                                      </p:cBhvr>
                                      <p:to>
                                        <p:strVal val="visible"/>
                                      </p:to>
                                    </p:set>
                                    <p:anim calcmode="lin" valueType="num">
                                      <p:cBhvr>
                                        <p:cTn id="21" dur="500" fill="hold"/>
                                        <p:tgtEl>
                                          <p:spTgt spid="20"/>
                                        </p:tgtEl>
                                        <p:attrNameLst>
                                          <p:attrName>ppt_w</p:attrName>
                                        </p:attrNameLst>
                                      </p:cBhvr>
                                      <p:tavLst>
                                        <p:tav tm="0">
                                          <p:val>
                                            <p:fltVal val="0"/>
                                          </p:val>
                                        </p:tav>
                                        <p:tav tm="100000">
                                          <p:val>
                                            <p:strVal val="#ppt_w"/>
                                          </p:val>
                                        </p:tav>
                                      </p:tavLst>
                                    </p:anim>
                                    <p:anim calcmode="lin" valueType="num">
                                      <p:cBhvr>
                                        <p:cTn id="22" dur="500" fill="hold"/>
                                        <p:tgtEl>
                                          <p:spTgt spid="20"/>
                                        </p:tgtEl>
                                        <p:attrNameLst>
                                          <p:attrName>ppt_h</p:attrName>
                                        </p:attrNameLst>
                                      </p:cBhvr>
                                      <p:tavLst>
                                        <p:tav tm="0">
                                          <p:val>
                                            <p:fltVal val="0"/>
                                          </p:val>
                                        </p:tav>
                                        <p:tav tm="100000">
                                          <p:val>
                                            <p:strVal val="#ppt_h"/>
                                          </p:val>
                                        </p:tav>
                                      </p:tavLst>
                                    </p:anim>
                                  </p:childTnLst>
                                </p:cTn>
                              </p:par>
                              <p:par>
                                <p:cTn id="23" presetID="23" presetClass="entr" presetSubtype="16" fill="hold" grpId="0" nodeType="withEffect">
                                  <p:childTnLst>
                                    <p:set>
                                      <p:cBhvr>
                                        <p:cTn id="24" dur="1" fill="hold">
                                          <p:stCondLst>
                                            <p:cond delay="0"/>
                                          </p:stCondLst>
                                        </p:cTn>
                                        <p:tgtEl>
                                          <p:spTgt spid="21"/>
                                        </p:tgtEl>
                                        <p:attrNameLst>
                                          <p:attrName>style.visibility</p:attrName>
                                        </p:attrNameLst>
                                      </p:cBhvr>
                                      <p:to>
                                        <p:strVal val="visible"/>
                                      </p:to>
                                    </p:set>
                                    <p:anim calcmode="lin" valueType="num">
                                      <p:cBhvr>
                                        <p:cTn id="25" dur="500" fill="hold"/>
                                        <p:tgtEl>
                                          <p:spTgt spid="21"/>
                                        </p:tgtEl>
                                        <p:attrNameLst>
                                          <p:attrName>ppt_w</p:attrName>
                                        </p:attrNameLst>
                                      </p:cBhvr>
                                      <p:tavLst>
                                        <p:tav tm="0">
                                          <p:val>
                                            <p:fltVal val="0"/>
                                          </p:val>
                                        </p:tav>
                                        <p:tav tm="100000">
                                          <p:val>
                                            <p:strVal val="#ppt_w"/>
                                          </p:val>
                                        </p:tav>
                                      </p:tavLst>
                                    </p:anim>
                                    <p:anim calcmode="lin" valueType="num">
                                      <p:cBhvr>
                                        <p:cTn id="26" dur="500" fill="hold"/>
                                        <p:tgtEl>
                                          <p:spTgt spid="21"/>
                                        </p:tgtEl>
                                        <p:attrNameLst>
                                          <p:attrName>ppt_h</p:attrName>
                                        </p:attrNameLst>
                                      </p:cBhvr>
                                      <p:tavLst>
                                        <p:tav tm="0">
                                          <p:val>
                                            <p:fltVal val="0"/>
                                          </p:val>
                                        </p:tav>
                                        <p:tav tm="100000">
                                          <p:val>
                                            <p:strVal val="#ppt_h"/>
                                          </p:val>
                                        </p:tav>
                                      </p:tavLst>
                                    </p:anim>
                                  </p:childTnLst>
                                </p:cTn>
                              </p:par>
                              <p:par>
                                <p:cTn id="27" presetID="23" presetClass="entr" presetSubtype="16" fill="hold" grpId="0" nodeType="withEffect">
                                  <p:childTnLst>
                                    <p:set>
                                      <p:cBhvr>
                                        <p:cTn id="28" dur="1" fill="hold">
                                          <p:stCondLst>
                                            <p:cond delay="0"/>
                                          </p:stCondLst>
                                        </p:cTn>
                                        <p:tgtEl>
                                          <p:spTgt spid="22"/>
                                        </p:tgtEl>
                                        <p:attrNameLst>
                                          <p:attrName>style.visibility</p:attrName>
                                        </p:attrNameLst>
                                      </p:cBhvr>
                                      <p:to>
                                        <p:strVal val="visible"/>
                                      </p:to>
                                    </p:set>
                                    <p:anim calcmode="lin" valueType="num">
                                      <p:cBhvr>
                                        <p:cTn id="29" dur="500" fill="hold"/>
                                        <p:tgtEl>
                                          <p:spTgt spid="22"/>
                                        </p:tgtEl>
                                        <p:attrNameLst>
                                          <p:attrName>ppt_w</p:attrName>
                                        </p:attrNameLst>
                                      </p:cBhvr>
                                      <p:tavLst>
                                        <p:tav tm="0">
                                          <p:val>
                                            <p:fltVal val="0"/>
                                          </p:val>
                                        </p:tav>
                                        <p:tav tm="100000">
                                          <p:val>
                                            <p:strVal val="#ppt_w"/>
                                          </p:val>
                                        </p:tav>
                                      </p:tavLst>
                                    </p:anim>
                                    <p:anim calcmode="lin" valueType="num">
                                      <p:cBhvr>
                                        <p:cTn id="30" dur="500" fill="hold"/>
                                        <p:tgtEl>
                                          <p:spTgt spid="22"/>
                                        </p:tgtEl>
                                        <p:attrNameLst>
                                          <p:attrName>ppt_h</p:attrName>
                                        </p:attrNameLst>
                                      </p:cBhvr>
                                      <p:tavLst>
                                        <p:tav tm="0">
                                          <p:val>
                                            <p:fltVal val="0"/>
                                          </p:val>
                                        </p:tav>
                                        <p:tav tm="100000">
                                          <p:val>
                                            <p:strVal val="#ppt_h"/>
                                          </p:val>
                                        </p:tav>
                                      </p:tavLst>
                                    </p:anim>
                                  </p:childTnLst>
                                </p:cTn>
                              </p:par>
                              <p:par>
                                <p:cTn id="31" presetID="23" presetClass="entr" presetSubtype="16" fill="hold" grpId="0" nodeType="withEffect">
                                  <p:childTnLst>
                                    <p:set>
                                      <p:cBhvr>
                                        <p:cTn id="32" dur="1" fill="hold">
                                          <p:stCondLst>
                                            <p:cond delay="0"/>
                                          </p:stCondLst>
                                        </p:cTn>
                                        <p:tgtEl>
                                          <p:spTgt spid="23"/>
                                        </p:tgtEl>
                                        <p:attrNameLst>
                                          <p:attrName>style.visibility</p:attrName>
                                        </p:attrNameLst>
                                      </p:cBhvr>
                                      <p:to>
                                        <p:strVal val="visible"/>
                                      </p:to>
                                    </p:set>
                                    <p:anim calcmode="lin" valueType="num">
                                      <p:cBhvr>
                                        <p:cTn id="33" dur="500" fill="hold"/>
                                        <p:tgtEl>
                                          <p:spTgt spid="23"/>
                                        </p:tgtEl>
                                        <p:attrNameLst>
                                          <p:attrName>ppt_w</p:attrName>
                                        </p:attrNameLst>
                                      </p:cBhvr>
                                      <p:tavLst>
                                        <p:tav tm="0">
                                          <p:val>
                                            <p:fltVal val="0"/>
                                          </p:val>
                                        </p:tav>
                                        <p:tav tm="100000">
                                          <p:val>
                                            <p:strVal val="#ppt_w"/>
                                          </p:val>
                                        </p:tav>
                                      </p:tavLst>
                                    </p:anim>
                                    <p:anim calcmode="lin" valueType="num">
                                      <p:cBhvr>
                                        <p:cTn id="34" dur="500" fill="hold"/>
                                        <p:tgtEl>
                                          <p:spTgt spid="23"/>
                                        </p:tgtEl>
                                        <p:attrNameLst>
                                          <p:attrName>ppt_h</p:attrName>
                                        </p:attrNameLst>
                                      </p:cBhvr>
                                      <p:tavLst>
                                        <p:tav tm="0">
                                          <p:val>
                                            <p:fltVal val="0"/>
                                          </p:val>
                                        </p:tav>
                                        <p:tav tm="100000">
                                          <p:val>
                                            <p:strVal val="#ppt_h"/>
                                          </p:val>
                                        </p:tav>
                                      </p:tavLst>
                                    </p:anim>
                                  </p:childTnLst>
                                </p:cTn>
                              </p:par>
                              <p:par>
                                <p:cTn id="35" presetID="23" presetClass="entr" presetSubtype="16" fill="hold" grpId="0" nodeType="withEffect">
                                  <p:childTnLst>
                                    <p:set>
                                      <p:cBhvr>
                                        <p:cTn id="36" dur="1" fill="hold">
                                          <p:stCondLst>
                                            <p:cond delay="0"/>
                                          </p:stCondLst>
                                        </p:cTn>
                                        <p:tgtEl>
                                          <p:spTgt spid="24"/>
                                        </p:tgtEl>
                                        <p:attrNameLst>
                                          <p:attrName>style.visibility</p:attrName>
                                        </p:attrNameLst>
                                      </p:cBhvr>
                                      <p:to>
                                        <p:strVal val="visible"/>
                                      </p:to>
                                    </p:set>
                                    <p:anim calcmode="lin" valueType="num">
                                      <p:cBhvr>
                                        <p:cTn id="37" dur="500" fill="hold"/>
                                        <p:tgtEl>
                                          <p:spTgt spid="24"/>
                                        </p:tgtEl>
                                        <p:attrNameLst>
                                          <p:attrName>ppt_w</p:attrName>
                                        </p:attrNameLst>
                                      </p:cBhvr>
                                      <p:tavLst>
                                        <p:tav tm="0">
                                          <p:val>
                                            <p:fltVal val="0"/>
                                          </p:val>
                                        </p:tav>
                                        <p:tav tm="100000">
                                          <p:val>
                                            <p:strVal val="#ppt_w"/>
                                          </p:val>
                                        </p:tav>
                                      </p:tavLst>
                                    </p:anim>
                                    <p:anim calcmode="lin" valueType="num">
                                      <p:cBhvr>
                                        <p:cTn id="38" dur="500" fill="hold"/>
                                        <p:tgtEl>
                                          <p:spTgt spid="24"/>
                                        </p:tgtEl>
                                        <p:attrNameLst>
                                          <p:attrName>ppt_h</p:attrName>
                                        </p:attrNameLst>
                                      </p:cBhvr>
                                      <p:tavLst>
                                        <p:tav tm="0">
                                          <p:val>
                                            <p:fltVal val="0"/>
                                          </p:val>
                                        </p:tav>
                                        <p:tav tm="100000">
                                          <p:val>
                                            <p:strVal val="#ppt_h"/>
                                          </p:val>
                                        </p:tav>
                                      </p:tavLst>
                                    </p:anim>
                                  </p:childTnLst>
                                </p:cTn>
                              </p:par>
                              <p:par>
                                <p:cTn id="39" presetID="23" presetClass="entr" presetSubtype="16" fill="hold" grpId="0" nodeType="withEffect">
                                  <p:childTnLst>
                                    <p:set>
                                      <p:cBhvr>
                                        <p:cTn id="40" dur="1" fill="hold">
                                          <p:stCondLst>
                                            <p:cond delay="0"/>
                                          </p:stCondLst>
                                        </p:cTn>
                                        <p:tgtEl>
                                          <p:spTgt spid="25"/>
                                        </p:tgtEl>
                                        <p:attrNameLst>
                                          <p:attrName>style.visibility</p:attrName>
                                        </p:attrNameLst>
                                      </p:cBhvr>
                                      <p:to>
                                        <p:strVal val="visible"/>
                                      </p:to>
                                    </p:set>
                                    <p:anim calcmode="lin" valueType="num">
                                      <p:cBhvr>
                                        <p:cTn id="41" dur="500" fill="hold"/>
                                        <p:tgtEl>
                                          <p:spTgt spid="25"/>
                                        </p:tgtEl>
                                        <p:attrNameLst>
                                          <p:attrName>ppt_w</p:attrName>
                                        </p:attrNameLst>
                                      </p:cBhvr>
                                      <p:tavLst>
                                        <p:tav tm="0">
                                          <p:val>
                                            <p:fltVal val="0"/>
                                          </p:val>
                                        </p:tav>
                                        <p:tav tm="100000">
                                          <p:val>
                                            <p:strVal val="#ppt_w"/>
                                          </p:val>
                                        </p:tav>
                                      </p:tavLst>
                                    </p:anim>
                                    <p:anim calcmode="lin" valueType="num">
                                      <p:cBhvr>
                                        <p:cTn id="42" dur="500" fill="hold"/>
                                        <p:tgtEl>
                                          <p:spTgt spid="25"/>
                                        </p:tgtEl>
                                        <p:attrNameLst>
                                          <p:attrName>ppt_h</p:attrName>
                                        </p:attrNameLst>
                                      </p:cBhvr>
                                      <p:tavLst>
                                        <p:tav tm="0">
                                          <p:val>
                                            <p:fltVal val="0"/>
                                          </p:val>
                                        </p:tav>
                                        <p:tav tm="100000">
                                          <p:val>
                                            <p:strVal val="#ppt_h"/>
                                          </p:val>
                                        </p:tav>
                                      </p:tavLst>
                                    </p:anim>
                                  </p:childTnLst>
                                </p:cTn>
                              </p:par>
                              <p:par>
                                <p:cTn id="43" presetID="23" presetClass="entr" presetSubtype="16" fill="hold" grpId="0" nodeType="withEffect">
                                  <p:childTnLst>
                                    <p:set>
                                      <p:cBhvr>
                                        <p:cTn id="44" dur="1" fill="hold">
                                          <p:stCondLst>
                                            <p:cond delay="0"/>
                                          </p:stCondLst>
                                        </p:cTn>
                                        <p:tgtEl>
                                          <p:spTgt spid="26"/>
                                        </p:tgtEl>
                                        <p:attrNameLst>
                                          <p:attrName>style.visibility</p:attrName>
                                        </p:attrNameLst>
                                      </p:cBhvr>
                                      <p:to>
                                        <p:strVal val="visible"/>
                                      </p:to>
                                    </p:set>
                                    <p:anim calcmode="lin" valueType="num">
                                      <p:cBhvr>
                                        <p:cTn id="45" dur="500" fill="hold"/>
                                        <p:tgtEl>
                                          <p:spTgt spid="26"/>
                                        </p:tgtEl>
                                        <p:attrNameLst>
                                          <p:attrName>ppt_w</p:attrName>
                                        </p:attrNameLst>
                                      </p:cBhvr>
                                      <p:tavLst>
                                        <p:tav tm="0">
                                          <p:val>
                                            <p:fltVal val="0"/>
                                          </p:val>
                                        </p:tav>
                                        <p:tav tm="100000">
                                          <p:val>
                                            <p:strVal val="#ppt_w"/>
                                          </p:val>
                                        </p:tav>
                                      </p:tavLst>
                                    </p:anim>
                                    <p:anim calcmode="lin" valueType="num">
                                      <p:cBhvr>
                                        <p:cTn id="46" dur="500" fill="hold"/>
                                        <p:tgtEl>
                                          <p:spTgt spid="26"/>
                                        </p:tgtEl>
                                        <p:attrNameLst>
                                          <p:attrName>ppt_h</p:attrName>
                                        </p:attrNameLst>
                                      </p:cBhvr>
                                      <p:tavLst>
                                        <p:tav tm="0">
                                          <p:val>
                                            <p:fltVal val="0"/>
                                          </p:val>
                                        </p:tav>
                                        <p:tav tm="100000">
                                          <p:val>
                                            <p:strVal val="#ppt_h"/>
                                          </p:val>
                                        </p:tav>
                                      </p:tavLst>
                                    </p:anim>
                                  </p:childTnLst>
                                </p:cTn>
                              </p:par>
                              <p:par>
                                <p:cTn id="47" presetID="23" presetClass="entr" presetSubtype="16" fill="hold" grpId="0" nodeType="withEffect">
                                  <p:childTnLst>
                                    <p:set>
                                      <p:cBhvr>
                                        <p:cTn id="48" dur="1" fill="hold">
                                          <p:stCondLst>
                                            <p:cond delay="0"/>
                                          </p:stCondLst>
                                        </p:cTn>
                                        <p:tgtEl>
                                          <p:spTgt spid="27"/>
                                        </p:tgtEl>
                                        <p:attrNameLst>
                                          <p:attrName>style.visibility</p:attrName>
                                        </p:attrNameLst>
                                      </p:cBhvr>
                                      <p:to>
                                        <p:strVal val="visible"/>
                                      </p:to>
                                    </p:set>
                                    <p:anim calcmode="lin" valueType="num">
                                      <p:cBhvr>
                                        <p:cTn id="49" dur="500" fill="hold"/>
                                        <p:tgtEl>
                                          <p:spTgt spid="27"/>
                                        </p:tgtEl>
                                        <p:attrNameLst>
                                          <p:attrName>ppt_w</p:attrName>
                                        </p:attrNameLst>
                                      </p:cBhvr>
                                      <p:tavLst>
                                        <p:tav tm="0">
                                          <p:val>
                                            <p:fltVal val="0"/>
                                          </p:val>
                                        </p:tav>
                                        <p:tav tm="100000">
                                          <p:val>
                                            <p:strVal val="#ppt_w"/>
                                          </p:val>
                                        </p:tav>
                                      </p:tavLst>
                                    </p:anim>
                                    <p:anim calcmode="lin" valueType="num">
                                      <p:cBhvr>
                                        <p:cTn id="50" dur="500" fill="hold"/>
                                        <p:tgtEl>
                                          <p:spTgt spid="27"/>
                                        </p:tgtEl>
                                        <p:attrNameLst>
                                          <p:attrName>ppt_h</p:attrName>
                                        </p:attrNameLst>
                                      </p:cBhvr>
                                      <p:tavLst>
                                        <p:tav tm="0">
                                          <p:val>
                                            <p:fltVal val="0"/>
                                          </p:val>
                                        </p:tav>
                                        <p:tav tm="100000">
                                          <p:val>
                                            <p:strVal val="#ppt_h"/>
                                          </p:val>
                                        </p:tav>
                                      </p:tavLst>
                                    </p:anim>
                                  </p:childTnLst>
                                </p:cTn>
                              </p:par>
                              <p:par>
                                <p:cTn id="51" presetID="23" presetClass="entr" presetSubtype="16" fill="hold" grpId="0" nodeType="withEffect">
                                  <p:childTnLst>
                                    <p:set>
                                      <p:cBhvr>
                                        <p:cTn id="52" dur="1" fill="hold">
                                          <p:stCondLst>
                                            <p:cond delay="0"/>
                                          </p:stCondLst>
                                        </p:cTn>
                                        <p:tgtEl>
                                          <p:spTgt spid="28"/>
                                        </p:tgtEl>
                                        <p:attrNameLst>
                                          <p:attrName>style.visibility</p:attrName>
                                        </p:attrNameLst>
                                      </p:cBhvr>
                                      <p:to>
                                        <p:strVal val="visible"/>
                                      </p:to>
                                    </p:set>
                                    <p:anim calcmode="lin" valueType="num">
                                      <p:cBhvr>
                                        <p:cTn id="53" dur="500" fill="hold"/>
                                        <p:tgtEl>
                                          <p:spTgt spid="28"/>
                                        </p:tgtEl>
                                        <p:attrNameLst>
                                          <p:attrName>ppt_w</p:attrName>
                                        </p:attrNameLst>
                                      </p:cBhvr>
                                      <p:tavLst>
                                        <p:tav tm="0">
                                          <p:val>
                                            <p:fltVal val="0"/>
                                          </p:val>
                                        </p:tav>
                                        <p:tav tm="100000">
                                          <p:val>
                                            <p:strVal val="#ppt_w"/>
                                          </p:val>
                                        </p:tav>
                                      </p:tavLst>
                                    </p:anim>
                                    <p:anim calcmode="lin" valueType="num">
                                      <p:cBhvr>
                                        <p:cTn id="54" dur="500" fill="hold"/>
                                        <p:tgtEl>
                                          <p:spTgt spid="28"/>
                                        </p:tgtEl>
                                        <p:attrNameLst>
                                          <p:attrName>ppt_h</p:attrName>
                                        </p:attrNameLst>
                                      </p:cBhvr>
                                      <p:tavLst>
                                        <p:tav tm="0">
                                          <p:val>
                                            <p:fltVal val="0"/>
                                          </p:val>
                                        </p:tav>
                                        <p:tav tm="100000">
                                          <p:val>
                                            <p:strVal val="#ppt_h"/>
                                          </p:val>
                                        </p:tav>
                                      </p:tavLst>
                                    </p:anim>
                                  </p:childTnLst>
                                </p:cTn>
                              </p:par>
                              <p:par>
                                <p:cTn id="55" presetID="23" presetClass="entr" presetSubtype="16" fill="hold" grpId="0" nodeType="withEffect">
                                  <p:childTnLst>
                                    <p:set>
                                      <p:cBhvr>
                                        <p:cTn id="56" dur="1" fill="hold">
                                          <p:stCondLst>
                                            <p:cond delay="0"/>
                                          </p:stCondLst>
                                        </p:cTn>
                                        <p:tgtEl>
                                          <p:spTgt spid="29"/>
                                        </p:tgtEl>
                                        <p:attrNameLst>
                                          <p:attrName>style.visibility</p:attrName>
                                        </p:attrNameLst>
                                      </p:cBhvr>
                                      <p:to>
                                        <p:strVal val="visible"/>
                                      </p:to>
                                    </p:set>
                                    <p:anim calcmode="lin" valueType="num">
                                      <p:cBhvr>
                                        <p:cTn id="57" dur="500" fill="hold"/>
                                        <p:tgtEl>
                                          <p:spTgt spid="29"/>
                                        </p:tgtEl>
                                        <p:attrNameLst>
                                          <p:attrName>ppt_w</p:attrName>
                                        </p:attrNameLst>
                                      </p:cBhvr>
                                      <p:tavLst>
                                        <p:tav tm="0">
                                          <p:val>
                                            <p:fltVal val="0"/>
                                          </p:val>
                                        </p:tav>
                                        <p:tav tm="100000">
                                          <p:val>
                                            <p:strVal val="#ppt_w"/>
                                          </p:val>
                                        </p:tav>
                                      </p:tavLst>
                                    </p:anim>
                                    <p:anim calcmode="lin" valueType="num">
                                      <p:cBhvr>
                                        <p:cTn id="58" dur="500" fill="hold"/>
                                        <p:tgtEl>
                                          <p:spTgt spid="29"/>
                                        </p:tgtEl>
                                        <p:attrNameLst>
                                          <p:attrName>ppt_h</p:attrName>
                                        </p:attrNameLst>
                                      </p:cBhvr>
                                      <p:tavLst>
                                        <p:tav tm="0">
                                          <p:val>
                                            <p:fltVal val="0"/>
                                          </p:val>
                                        </p:tav>
                                        <p:tav tm="100000">
                                          <p:val>
                                            <p:strVal val="#ppt_h"/>
                                          </p:val>
                                        </p:tav>
                                      </p:tavLst>
                                    </p:anim>
                                  </p:childTnLst>
                                </p:cTn>
                              </p:par>
                              <p:par>
                                <p:cTn id="59" presetID="23" presetClass="entr" presetSubtype="16" fill="hold" grpId="0" nodeType="withEffect">
                                  <p:childTnLst>
                                    <p:set>
                                      <p:cBhvr>
                                        <p:cTn id="60" dur="1" fill="hold">
                                          <p:stCondLst>
                                            <p:cond delay="0"/>
                                          </p:stCondLst>
                                        </p:cTn>
                                        <p:tgtEl>
                                          <p:spTgt spid="30"/>
                                        </p:tgtEl>
                                        <p:attrNameLst>
                                          <p:attrName>style.visibility</p:attrName>
                                        </p:attrNameLst>
                                      </p:cBhvr>
                                      <p:to>
                                        <p:strVal val="visible"/>
                                      </p:to>
                                    </p:set>
                                    <p:anim calcmode="lin" valueType="num">
                                      <p:cBhvr>
                                        <p:cTn id="61" dur="500" fill="hold"/>
                                        <p:tgtEl>
                                          <p:spTgt spid="30"/>
                                        </p:tgtEl>
                                        <p:attrNameLst>
                                          <p:attrName>ppt_w</p:attrName>
                                        </p:attrNameLst>
                                      </p:cBhvr>
                                      <p:tavLst>
                                        <p:tav tm="0">
                                          <p:val>
                                            <p:fltVal val="0"/>
                                          </p:val>
                                        </p:tav>
                                        <p:tav tm="100000">
                                          <p:val>
                                            <p:strVal val="#ppt_w"/>
                                          </p:val>
                                        </p:tav>
                                      </p:tavLst>
                                    </p:anim>
                                    <p:anim calcmode="lin" valueType="num">
                                      <p:cBhvr>
                                        <p:cTn id="62" dur="500" fill="hold"/>
                                        <p:tgtEl>
                                          <p:spTgt spid="30"/>
                                        </p:tgtEl>
                                        <p:attrNameLst>
                                          <p:attrName>ppt_h</p:attrName>
                                        </p:attrNameLst>
                                      </p:cBhvr>
                                      <p:tavLst>
                                        <p:tav tm="0">
                                          <p:val>
                                            <p:fltVal val="0"/>
                                          </p:val>
                                        </p:tav>
                                        <p:tav tm="100000">
                                          <p:val>
                                            <p:strVal val="#ppt_h"/>
                                          </p:val>
                                        </p:tav>
                                      </p:tavLst>
                                    </p:anim>
                                  </p:childTnLst>
                                </p:cTn>
                              </p:par>
                              <p:par>
                                <p:cTn id="63" presetID="23" presetClass="entr" presetSubtype="16" fill="hold" grpId="0" nodeType="withEffect">
                                  <p:childTnLst>
                                    <p:set>
                                      <p:cBhvr>
                                        <p:cTn id="64" dur="1" fill="hold">
                                          <p:stCondLst>
                                            <p:cond delay="0"/>
                                          </p:stCondLst>
                                        </p:cTn>
                                        <p:tgtEl>
                                          <p:spTgt spid="31"/>
                                        </p:tgtEl>
                                        <p:attrNameLst>
                                          <p:attrName>style.visibility</p:attrName>
                                        </p:attrNameLst>
                                      </p:cBhvr>
                                      <p:to>
                                        <p:strVal val="visible"/>
                                      </p:to>
                                    </p:set>
                                    <p:anim calcmode="lin" valueType="num">
                                      <p:cBhvr>
                                        <p:cTn id="65" dur="500" fill="hold"/>
                                        <p:tgtEl>
                                          <p:spTgt spid="31"/>
                                        </p:tgtEl>
                                        <p:attrNameLst>
                                          <p:attrName>ppt_w</p:attrName>
                                        </p:attrNameLst>
                                      </p:cBhvr>
                                      <p:tavLst>
                                        <p:tav tm="0">
                                          <p:val>
                                            <p:fltVal val="0"/>
                                          </p:val>
                                        </p:tav>
                                        <p:tav tm="100000">
                                          <p:val>
                                            <p:strVal val="#ppt_w"/>
                                          </p:val>
                                        </p:tav>
                                      </p:tavLst>
                                    </p:anim>
                                    <p:anim calcmode="lin" valueType="num">
                                      <p:cBhvr>
                                        <p:cTn id="66" dur="500" fill="hold"/>
                                        <p:tgtEl>
                                          <p:spTgt spid="31"/>
                                        </p:tgtEl>
                                        <p:attrNameLst>
                                          <p:attrName>ppt_h</p:attrName>
                                        </p:attrNameLst>
                                      </p:cBhvr>
                                      <p:tavLst>
                                        <p:tav tm="0">
                                          <p:val>
                                            <p:fltVal val="0"/>
                                          </p:val>
                                        </p:tav>
                                        <p:tav tm="100000">
                                          <p:val>
                                            <p:strVal val="#ppt_h"/>
                                          </p:val>
                                        </p:tav>
                                      </p:tavLst>
                                    </p:anim>
                                  </p:childTnLst>
                                </p:cTn>
                              </p:par>
                              <p:par>
                                <p:cTn id="67" presetID="23" presetClass="entr" presetSubtype="16" fill="hold" grpId="0" nodeType="withEffect">
                                  <p:childTnLst>
                                    <p:set>
                                      <p:cBhvr>
                                        <p:cTn id="68" dur="1" fill="hold">
                                          <p:stCondLst>
                                            <p:cond delay="0"/>
                                          </p:stCondLst>
                                        </p:cTn>
                                        <p:tgtEl>
                                          <p:spTgt spid="32"/>
                                        </p:tgtEl>
                                        <p:attrNameLst>
                                          <p:attrName>style.visibility</p:attrName>
                                        </p:attrNameLst>
                                      </p:cBhvr>
                                      <p:to>
                                        <p:strVal val="visible"/>
                                      </p:to>
                                    </p:set>
                                    <p:anim calcmode="lin" valueType="num">
                                      <p:cBhvr>
                                        <p:cTn id="69" dur="500" fill="hold"/>
                                        <p:tgtEl>
                                          <p:spTgt spid="32"/>
                                        </p:tgtEl>
                                        <p:attrNameLst>
                                          <p:attrName>ppt_w</p:attrName>
                                        </p:attrNameLst>
                                      </p:cBhvr>
                                      <p:tavLst>
                                        <p:tav tm="0">
                                          <p:val>
                                            <p:fltVal val="0"/>
                                          </p:val>
                                        </p:tav>
                                        <p:tav tm="100000">
                                          <p:val>
                                            <p:strVal val="#ppt_w"/>
                                          </p:val>
                                        </p:tav>
                                      </p:tavLst>
                                    </p:anim>
                                    <p:anim calcmode="lin" valueType="num">
                                      <p:cBhvr>
                                        <p:cTn id="70" dur="500" fill="hold"/>
                                        <p:tgtEl>
                                          <p:spTgt spid="32"/>
                                        </p:tgtEl>
                                        <p:attrNameLst>
                                          <p:attrName>ppt_h</p:attrName>
                                        </p:attrNameLst>
                                      </p:cBhvr>
                                      <p:tavLst>
                                        <p:tav tm="0">
                                          <p:val>
                                            <p:fltVal val="0"/>
                                          </p:val>
                                        </p:tav>
                                        <p:tav tm="100000">
                                          <p:val>
                                            <p:strVal val="#ppt_h"/>
                                          </p:val>
                                        </p:tav>
                                      </p:tavLst>
                                    </p:anim>
                                  </p:childTnLst>
                                </p:cTn>
                              </p:par>
                              <p:par>
                                <p:cTn id="71" presetID="23" presetClass="entr" presetSubtype="16" fill="hold" grpId="0" nodeType="withEffect">
                                  <p:childTnLst>
                                    <p:set>
                                      <p:cBhvr>
                                        <p:cTn id="72" dur="1" fill="hold">
                                          <p:stCondLst>
                                            <p:cond delay="0"/>
                                          </p:stCondLst>
                                        </p:cTn>
                                        <p:tgtEl>
                                          <p:spTgt spid="33"/>
                                        </p:tgtEl>
                                        <p:attrNameLst>
                                          <p:attrName>style.visibility</p:attrName>
                                        </p:attrNameLst>
                                      </p:cBhvr>
                                      <p:to>
                                        <p:strVal val="visible"/>
                                      </p:to>
                                    </p:set>
                                    <p:anim calcmode="lin" valueType="num">
                                      <p:cBhvr>
                                        <p:cTn id="73" dur="500" fill="hold"/>
                                        <p:tgtEl>
                                          <p:spTgt spid="33"/>
                                        </p:tgtEl>
                                        <p:attrNameLst>
                                          <p:attrName>ppt_w</p:attrName>
                                        </p:attrNameLst>
                                      </p:cBhvr>
                                      <p:tavLst>
                                        <p:tav tm="0">
                                          <p:val>
                                            <p:fltVal val="0"/>
                                          </p:val>
                                        </p:tav>
                                        <p:tav tm="100000">
                                          <p:val>
                                            <p:strVal val="#ppt_w"/>
                                          </p:val>
                                        </p:tav>
                                      </p:tavLst>
                                    </p:anim>
                                    <p:anim calcmode="lin" valueType="num">
                                      <p:cBhvr>
                                        <p:cTn id="74" dur="500" fill="hold"/>
                                        <p:tgtEl>
                                          <p:spTgt spid="33"/>
                                        </p:tgtEl>
                                        <p:attrNameLst>
                                          <p:attrName>ppt_h</p:attrName>
                                        </p:attrNameLst>
                                      </p:cBhvr>
                                      <p:tavLst>
                                        <p:tav tm="0">
                                          <p:val>
                                            <p:fltVal val="0"/>
                                          </p:val>
                                        </p:tav>
                                        <p:tav tm="100000">
                                          <p:val>
                                            <p:strVal val="#ppt_h"/>
                                          </p:val>
                                        </p:tav>
                                      </p:tavLst>
                                    </p:anim>
                                  </p:childTnLst>
                                </p:cTn>
                              </p:par>
                              <p:par>
                                <p:cTn id="75" presetID="23" presetClass="entr" presetSubtype="16" fill="hold" grpId="0" nodeType="withEffect">
                                  <p:childTnLst>
                                    <p:set>
                                      <p:cBhvr>
                                        <p:cTn id="76" dur="1" fill="hold">
                                          <p:stCondLst>
                                            <p:cond delay="0"/>
                                          </p:stCondLst>
                                        </p:cTn>
                                        <p:tgtEl>
                                          <p:spTgt spid="34"/>
                                        </p:tgtEl>
                                        <p:attrNameLst>
                                          <p:attrName>style.visibility</p:attrName>
                                        </p:attrNameLst>
                                      </p:cBhvr>
                                      <p:to>
                                        <p:strVal val="visible"/>
                                      </p:to>
                                    </p:set>
                                    <p:anim calcmode="lin" valueType="num">
                                      <p:cBhvr>
                                        <p:cTn id="77" dur="500" fill="hold"/>
                                        <p:tgtEl>
                                          <p:spTgt spid="34"/>
                                        </p:tgtEl>
                                        <p:attrNameLst>
                                          <p:attrName>ppt_w</p:attrName>
                                        </p:attrNameLst>
                                      </p:cBhvr>
                                      <p:tavLst>
                                        <p:tav tm="0">
                                          <p:val>
                                            <p:fltVal val="0"/>
                                          </p:val>
                                        </p:tav>
                                        <p:tav tm="100000">
                                          <p:val>
                                            <p:strVal val="#ppt_w"/>
                                          </p:val>
                                        </p:tav>
                                      </p:tavLst>
                                    </p:anim>
                                    <p:anim calcmode="lin" valueType="num">
                                      <p:cBhvr>
                                        <p:cTn id="78" dur="500" fill="hold"/>
                                        <p:tgtEl>
                                          <p:spTgt spid="34"/>
                                        </p:tgtEl>
                                        <p:attrNameLst>
                                          <p:attrName>ppt_h</p:attrName>
                                        </p:attrNameLst>
                                      </p:cBhvr>
                                      <p:tavLst>
                                        <p:tav tm="0">
                                          <p:val>
                                            <p:fltVal val="0"/>
                                          </p:val>
                                        </p:tav>
                                        <p:tav tm="100000">
                                          <p:val>
                                            <p:strVal val="#ppt_h"/>
                                          </p:val>
                                        </p:tav>
                                      </p:tavLst>
                                    </p:anim>
                                  </p:childTnLst>
                                </p:cTn>
                              </p:par>
                              <p:par>
                                <p:cTn id="79" presetID="23" presetClass="entr" presetSubtype="16" fill="hold" grpId="0" nodeType="withEffect">
                                  <p:childTnLst>
                                    <p:set>
                                      <p:cBhvr>
                                        <p:cTn id="80" dur="1" fill="hold">
                                          <p:stCondLst>
                                            <p:cond delay="0"/>
                                          </p:stCondLst>
                                        </p:cTn>
                                        <p:tgtEl>
                                          <p:spTgt spid="35"/>
                                        </p:tgtEl>
                                        <p:attrNameLst>
                                          <p:attrName>style.visibility</p:attrName>
                                        </p:attrNameLst>
                                      </p:cBhvr>
                                      <p:to>
                                        <p:strVal val="visible"/>
                                      </p:to>
                                    </p:set>
                                    <p:anim calcmode="lin" valueType="num">
                                      <p:cBhvr>
                                        <p:cTn id="81" dur="500" fill="hold"/>
                                        <p:tgtEl>
                                          <p:spTgt spid="35"/>
                                        </p:tgtEl>
                                        <p:attrNameLst>
                                          <p:attrName>ppt_w</p:attrName>
                                        </p:attrNameLst>
                                      </p:cBhvr>
                                      <p:tavLst>
                                        <p:tav tm="0">
                                          <p:val>
                                            <p:fltVal val="0"/>
                                          </p:val>
                                        </p:tav>
                                        <p:tav tm="100000">
                                          <p:val>
                                            <p:strVal val="#ppt_w"/>
                                          </p:val>
                                        </p:tav>
                                      </p:tavLst>
                                    </p:anim>
                                    <p:anim calcmode="lin" valueType="num">
                                      <p:cBhvr>
                                        <p:cTn id="82" dur="500" fill="hold"/>
                                        <p:tgtEl>
                                          <p:spTgt spid="35"/>
                                        </p:tgtEl>
                                        <p:attrNameLst>
                                          <p:attrName>ppt_h</p:attrName>
                                        </p:attrNameLst>
                                      </p:cBhvr>
                                      <p:tavLst>
                                        <p:tav tm="0">
                                          <p:val>
                                            <p:fltVal val="0"/>
                                          </p:val>
                                        </p:tav>
                                        <p:tav tm="100000">
                                          <p:val>
                                            <p:strVal val="#ppt_h"/>
                                          </p:val>
                                        </p:tav>
                                      </p:tavLst>
                                    </p:anim>
                                  </p:childTnLst>
                                </p:cTn>
                              </p:par>
                            </p:childTnLst>
                          </p:cTn>
                        </p:par>
                        <p:par>
                          <p:cTn id="83" fill="hold">
                            <p:stCondLst>
                              <p:cond delay="1000"/>
                            </p:stCondLst>
                            <p:childTnLst>
                              <p:par>
                                <p:cTn id="84" presetID="53" presetClass="entr" presetSubtype="0" fill="hold" nodeType="afterEffect">
                                  <p:childTnLst>
                                    <p:set>
                                      <p:cBhvr>
                                        <p:cTn id="85" dur="1" fill="hold">
                                          <p:stCondLst>
                                            <p:cond delay="0"/>
                                          </p:stCondLst>
                                        </p:cTn>
                                        <p:tgtEl>
                                          <p:spTgt spid="54"/>
                                        </p:tgtEl>
                                        <p:attrNameLst>
                                          <p:attrName>style.visibility</p:attrName>
                                        </p:attrNameLst>
                                      </p:cBhvr>
                                      <p:to>
                                        <p:strVal val="visible"/>
                                      </p:to>
                                    </p:set>
                                    <p:anim calcmode="lin" valueType="num">
                                      <p:cBhvr>
                                        <p:cTn id="86" dur="500" fill="hold"/>
                                        <p:tgtEl>
                                          <p:spTgt spid="54"/>
                                        </p:tgtEl>
                                        <p:attrNameLst>
                                          <p:attrName>ppt_w</p:attrName>
                                        </p:attrNameLst>
                                      </p:cBhvr>
                                      <p:tavLst>
                                        <p:tav tm="0">
                                          <p:val>
                                            <p:fltVal val="0"/>
                                          </p:val>
                                        </p:tav>
                                        <p:tav tm="100000">
                                          <p:val>
                                            <p:strVal val="#ppt_w"/>
                                          </p:val>
                                        </p:tav>
                                      </p:tavLst>
                                    </p:anim>
                                    <p:anim calcmode="lin" valueType="num">
                                      <p:cBhvr>
                                        <p:cTn id="87" dur="500" fill="hold"/>
                                        <p:tgtEl>
                                          <p:spTgt spid="54"/>
                                        </p:tgtEl>
                                        <p:attrNameLst>
                                          <p:attrName>ppt_h</p:attrName>
                                        </p:attrNameLst>
                                      </p:cBhvr>
                                      <p:tavLst>
                                        <p:tav tm="0">
                                          <p:val>
                                            <p:fltVal val="0"/>
                                          </p:val>
                                        </p:tav>
                                        <p:tav tm="100000">
                                          <p:val>
                                            <p:strVal val="#ppt_h"/>
                                          </p:val>
                                        </p:tav>
                                      </p:tavLst>
                                    </p:anim>
                                    <p:animEffect transition="in" filter="fade">
                                      <p:cBhvr>
                                        <p:cTn id="88" dur="500"/>
                                        <p:tgtEl>
                                          <p:spTgt spid="54"/>
                                        </p:tgtEl>
                                      </p:cBhvr>
                                    </p:animEffect>
                                    <p:anim calcmode="lin" valueType="num">
                                      <p:cBhvr>
                                        <p:cTn id="89" dur="500" fill="hold"/>
                                        <p:tgtEl>
                                          <p:spTgt spid="54"/>
                                        </p:tgtEl>
                                        <p:attrNameLst>
                                          <p:attrName>ppt_x</p:attrName>
                                        </p:attrNameLst>
                                      </p:cBhvr>
                                      <p:tavLst>
                                        <p:tav tm="0">
                                          <p:val>
                                            <p:fltVal val="0.5"/>
                                          </p:val>
                                        </p:tav>
                                        <p:tav tm="100000">
                                          <p:val>
                                            <p:strVal val="#ppt_x"/>
                                          </p:val>
                                        </p:tav>
                                      </p:tavLst>
                                    </p:anim>
                                    <p:anim calcmode="lin" valueType="num">
                                      <p:cBhvr>
                                        <p:cTn id="90" dur="500" fill="hold"/>
                                        <p:tgtEl>
                                          <p:spTgt spid="54"/>
                                        </p:tgtEl>
                                        <p:attrNameLst>
                                          <p:attrName>ppt_y</p:attrName>
                                        </p:attrNameLst>
                                      </p:cBhvr>
                                      <p:tavLst>
                                        <p:tav tm="0">
                                          <p:val>
                                            <p:fltVal val="0.5"/>
                                          </p:val>
                                        </p:tav>
                                        <p:tav tm="100000">
                                          <p:val>
                                            <p:strVal val="#ppt_y"/>
                                          </p:val>
                                        </p:tav>
                                      </p:tavLst>
                                    </p:anim>
                                  </p:childTnLst>
                                </p:cTn>
                              </p:par>
                            </p:childTnLst>
                          </p:cTn>
                        </p:par>
                        <p:par>
                          <p:cTn id="91" fill="hold">
                            <p:stCondLst>
                              <p:cond delay="1500"/>
                            </p:stCondLst>
                            <p:childTnLst>
                              <p:par>
                                <p:cTn id="92" presetID="53" presetClass="entr" presetSubtype="0" fill="hold" nodeType="afterEffect">
                                  <p:childTnLst>
                                    <p:set>
                                      <p:cBhvr>
                                        <p:cTn id="93" dur="1" fill="hold">
                                          <p:stCondLst>
                                            <p:cond delay="0"/>
                                          </p:stCondLst>
                                        </p:cTn>
                                        <p:tgtEl>
                                          <p:spTgt spid="48"/>
                                        </p:tgtEl>
                                        <p:attrNameLst>
                                          <p:attrName>style.visibility</p:attrName>
                                        </p:attrNameLst>
                                      </p:cBhvr>
                                      <p:to>
                                        <p:strVal val="visible"/>
                                      </p:to>
                                    </p:set>
                                    <p:anim calcmode="lin" valueType="num">
                                      <p:cBhvr>
                                        <p:cTn id="94" dur="500" fill="hold"/>
                                        <p:tgtEl>
                                          <p:spTgt spid="48"/>
                                        </p:tgtEl>
                                        <p:attrNameLst>
                                          <p:attrName>ppt_w</p:attrName>
                                        </p:attrNameLst>
                                      </p:cBhvr>
                                      <p:tavLst>
                                        <p:tav tm="0">
                                          <p:val>
                                            <p:fltVal val="0"/>
                                          </p:val>
                                        </p:tav>
                                        <p:tav tm="100000">
                                          <p:val>
                                            <p:strVal val="#ppt_w"/>
                                          </p:val>
                                        </p:tav>
                                      </p:tavLst>
                                    </p:anim>
                                    <p:anim calcmode="lin" valueType="num">
                                      <p:cBhvr>
                                        <p:cTn id="95" dur="500" fill="hold"/>
                                        <p:tgtEl>
                                          <p:spTgt spid="48"/>
                                        </p:tgtEl>
                                        <p:attrNameLst>
                                          <p:attrName>ppt_h</p:attrName>
                                        </p:attrNameLst>
                                      </p:cBhvr>
                                      <p:tavLst>
                                        <p:tav tm="0">
                                          <p:val>
                                            <p:fltVal val="0"/>
                                          </p:val>
                                        </p:tav>
                                        <p:tav tm="100000">
                                          <p:val>
                                            <p:strVal val="#ppt_h"/>
                                          </p:val>
                                        </p:tav>
                                      </p:tavLst>
                                    </p:anim>
                                    <p:animEffect transition="in" filter="fade">
                                      <p:cBhvr>
                                        <p:cTn id="96" dur="500"/>
                                        <p:tgtEl>
                                          <p:spTgt spid="48"/>
                                        </p:tgtEl>
                                      </p:cBhvr>
                                    </p:animEffect>
                                    <p:anim calcmode="lin" valueType="num">
                                      <p:cBhvr>
                                        <p:cTn id="97" dur="500" fill="hold"/>
                                        <p:tgtEl>
                                          <p:spTgt spid="48"/>
                                        </p:tgtEl>
                                        <p:attrNameLst>
                                          <p:attrName>ppt_x</p:attrName>
                                        </p:attrNameLst>
                                      </p:cBhvr>
                                      <p:tavLst>
                                        <p:tav tm="0">
                                          <p:val>
                                            <p:fltVal val="0.5"/>
                                          </p:val>
                                        </p:tav>
                                        <p:tav tm="100000">
                                          <p:val>
                                            <p:strVal val="#ppt_x"/>
                                          </p:val>
                                        </p:tav>
                                      </p:tavLst>
                                    </p:anim>
                                    <p:anim calcmode="lin" valueType="num">
                                      <p:cBhvr>
                                        <p:cTn id="98" dur="500" fill="hold"/>
                                        <p:tgtEl>
                                          <p:spTgt spid="48"/>
                                        </p:tgtEl>
                                        <p:attrNameLst>
                                          <p:attrName>ppt_y</p:attrName>
                                        </p:attrNameLst>
                                      </p:cBhvr>
                                      <p:tavLst>
                                        <p:tav tm="0">
                                          <p:val>
                                            <p:fltVal val="0.5"/>
                                          </p:val>
                                        </p:tav>
                                        <p:tav tm="100000">
                                          <p:val>
                                            <p:strVal val="#ppt_y"/>
                                          </p:val>
                                        </p:tav>
                                      </p:tavLst>
                                    </p:anim>
                                  </p:childTnLst>
                                </p:cTn>
                              </p:par>
                            </p:childTnLst>
                          </p:cTn>
                        </p:par>
                        <p:par>
                          <p:cTn id="99" fill="hold">
                            <p:stCondLst>
                              <p:cond delay="2000"/>
                            </p:stCondLst>
                            <p:childTnLst>
                              <p:par>
                                <p:cTn id="100" presetID="53" presetClass="entr" presetSubtype="0" fill="hold" nodeType="afterEffect">
                                  <p:childTnLst>
                                    <p:set>
                                      <p:cBhvr>
                                        <p:cTn id="101" dur="1" fill="hold">
                                          <p:stCondLst>
                                            <p:cond delay="0"/>
                                          </p:stCondLst>
                                        </p:cTn>
                                        <p:tgtEl>
                                          <p:spTgt spid="60"/>
                                        </p:tgtEl>
                                        <p:attrNameLst>
                                          <p:attrName>style.visibility</p:attrName>
                                        </p:attrNameLst>
                                      </p:cBhvr>
                                      <p:to>
                                        <p:strVal val="visible"/>
                                      </p:to>
                                    </p:set>
                                    <p:anim calcmode="lin" valueType="num">
                                      <p:cBhvr>
                                        <p:cTn id="102" dur="500" fill="hold"/>
                                        <p:tgtEl>
                                          <p:spTgt spid="60"/>
                                        </p:tgtEl>
                                        <p:attrNameLst>
                                          <p:attrName>ppt_w</p:attrName>
                                        </p:attrNameLst>
                                      </p:cBhvr>
                                      <p:tavLst>
                                        <p:tav tm="0">
                                          <p:val>
                                            <p:fltVal val="0"/>
                                          </p:val>
                                        </p:tav>
                                        <p:tav tm="100000">
                                          <p:val>
                                            <p:strVal val="#ppt_w"/>
                                          </p:val>
                                        </p:tav>
                                      </p:tavLst>
                                    </p:anim>
                                    <p:anim calcmode="lin" valueType="num">
                                      <p:cBhvr>
                                        <p:cTn id="103" dur="500" fill="hold"/>
                                        <p:tgtEl>
                                          <p:spTgt spid="60"/>
                                        </p:tgtEl>
                                        <p:attrNameLst>
                                          <p:attrName>ppt_h</p:attrName>
                                        </p:attrNameLst>
                                      </p:cBhvr>
                                      <p:tavLst>
                                        <p:tav tm="0">
                                          <p:val>
                                            <p:fltVal val="0"/>
                                          </p:val>
                                        </p:tav>
                                        <p:tav tm="100000">
                                          <p:val>
                                            <p:strVal val="#ppt_h"/>
                                          </p:val>
                                        </p:tav>
                                      </p:tavLst>
                                    </p:anim>
                                    <p:animEffect transition="in" filter="fade">
                                      <p:cBhvr>
                                        <p:cTn id="104" dur="500"/>
                                        <p:tgtEl>
                                          <p:spTgt spid="60"/>
                                        </p:tgtEl>
                                      </p:cBhvr>
                                    </p:animEffect>
                                    <p:anim calcmode="lin" valueType="num">
                                      <p:cBhvr>
                                        <p:cTn id="105" dur="500" fill="hold"/>
                                        <p:tgtEl>
                                          <p:spTgt spid="60"/>
                                        </p:tgtEl>
                                        <p:attrNameLst>
                                          <p:attrName>ppt_x</p:attrName>
                                        </p:attrNameLst>
                                      </p:cBhvr>
                                      <p:tavLst>
                                        <p:tav tm="0">
                                          <p:val>
                                            <p:fltVal val="0.5"/>
                                          </p:val>
                                        </p:tav>
                                        <p:tav tm="100000">
                                          <p:val>
                                            <p:strVal val="#ppt_x"/>
                                          </p:val>
                                        </p:tav>
                                      </p:tavLst>
                                    </p:anim>
                                    <p:anim calcmode="lin" valueType="num">
                                      <p:cBhvr>
                                        <p:cTn id="106" dur="500" fill="hold"/>
                                        <p:tgtEl>
                                          <p:spTgt spid="60"/>
                                        </p:tgtEl>
                                        <p:attrNameLst>
                                          <p:attrName>ppt_y</p:attrName>
                                        </p:attrNameLst>
                                      </p:cBhvr>
                                      <p:tavLst>
                                        <p:tav tm="0">
                                          <p:val>
                                            <p:fltVal val="0.5"/>
                                          </p:val>
                                        </p:tav>
                                        <p:tav tm="100000">
                                          <p:val>
                                            <p:strVal val="#ppt_y"/>
                                          </p:val>
                                        </p:tav>
                                      </p:tavLst>
                                    </p:anim>
                                  </p:childTnLst>
                                </p:cTn>
                              </p:par>
                            </p:childTnLst>
                          </p:cTn>
                        </p:par>
                        <p:par>
                          <p:cTn id="107" fill="hold">
                            <p:stCondLst>
                              <p:cond delay="2500"/>
                            </p:stCondLst>
                            <p:childTnLst>
                              <p:par>
                                <p:cTn id="108" presetID="53" presetClass="entr" presetSubtype="0" fill="hold" nodeType="afterEffect">
                                  <p:childTnLst>
                                    <p:set>
                                      <p:cBhvr>
                                        <p:cTn id="109" dur="1" fill="hold">
                                          <p:stCondLst>
                                            <p:cond delay="0"/>
                                          </p:stCondLst>
                                        </p:cTn>
                                        <p:tgtEl>
                                          <p:spTgt spid="36"/>
                                        </p:tgtEl>
                                        <p:attrNameLst>
                                          <p:attrName>style.visibility</p:attrName>
                                        </p:attrNameLst>
                                      </p:cBhvr>
                                      <p:to>
                                        <p:strVal val="visible"/>
                                      </p:to>
                                    </p:set>
                                    <p:anim calcmode="lin" valueType="num">
                                      <p:cBhvr>
                                        <p:cTn id="110" dur="500" fill="hold"/>
                                        <p:tgtEl>
                                          <p:spTgt spid="36"/>
                                        </p:tgtEl>
                                        <p:attrNameLst>
                                          <p:attrName>ppt_w</p:attrName>
                                        </p:attrNameLst>
                                      </p:cBhvr>
                                      <p:tavLst>
                                        <p:tav tm="0">
                                          <p:val>
                                            <p:fltVal val="0"/>
                                          </p:val>
                                        </p:tav>
                                        <p:tav tm="100000">
                                          <p:val>
                                            <p:strVal val="#ppt_w"/>
                                          </p:val>
                                        </p:tav>
                                      </p:tavLst>
                                    </p:anim>
                                    <p:anim calcmode="lin" valueType="num">
                                      <p:cBhvr>
                                        <p:cTn id="111" dur="500" fill="hold"/>
                                        <p:tgtEl>
                                          <p:spTgt spid="36"/>
                                        </p:tgtEl>
                                        <p:attrNameLst>
                                          <p:attrName>ppt_h</p:attrName>
                                        </p:attrNameLst>
                                      </p:cBhvr>
                                      <p:tavLst>
                                        <p:tav tm="0">
                                          <p:val>
                                            <p:fltVal val="0"/>
                                          </p:val>
                                        </p:tav>
                                        <p:tav tm="100000">
                                          <p:val>
                                            <p:strVal val="#ppt_h"/>
                                          </p:val>
                                        </p:tav>
                                      </p:tavLst>
                                    </p:anim>
                                    <p:animEffect transition="in" filter="fade">
                                      <p:cBhvr>
                                        <p:cTn id="112" dur="500"/>
                                        <p:tgtEl>
                                          <p:spTgt spid="36"/>
                                        </p:tgtEl>
                                      </p:cBhvr>
                                    </p:animEffect>
                                    <p:anim calcmode="lin" valueType="num">
                                      <p:cBhvr>
                                        <p:cTn id="113" dur="500" fill="hold"/>
                                        <p:tgtEl>
                                          <p:spTgt spid="36"/>
                                        </p:tgtEl>
                                        <p:attrNameLst>
                                          <p:attrName>ppt_x</p:attrName>
                                        </p:attrNameLst>
                                      </p:cBhvr>
                                      <p:tavLst>
                                        <p:tav tm="0">
                                          <p:val>
                                            <p:fltVal val="0.5"/>
                                          </p:val>
                                        </p:tav>
                                        <p:tav tm="100000">
                                          <p:val>
                                            <p:strVal val="#ppt_x"/>
                                          </p:val>
                                        </p:tav>
                                      </p:tavLst>
                                    </p:anim>
                                    <p:anim calcmode="lin" valueType="num">
                                      <p:cBhvr>
                                        <p:cTn id="114" dur="500" fill="hold"/>
                                        <p:tgtEl>
                                          <p:spTgt spid="36"/>
                                        </p:tgtEl>
                                        <p:attrNameLst>
                                          <p:attrName>ppt_y</p:attrName>
                                        </p:attrNameLst>
                                      </p:cBhvr>
                                      <p:tavLst>
                                        <p:tav tm="0">
                                          <p:val>
                                            <p:fltVal val="0.5"/>
                                          </p:val>
                                        </p:tav>
                                        <p:tav tm="100000">
                                          <p:val>
                                            <p:strVal val="#ppt_y"/>
                                          </p:val>
                                        </p:tav>
                                      </p:tavLst>
                                    </p:anim>
                                  </p:childTnLst>
                                </p:cTn>
                              </p:par>
                            </p:childTnLst>
                          </p:cTn>
                        </p:par>
                        <p:par>
                          <p:cTn id="115" fill="hold">
                            <p:stCondLst>
                              <p:cond delay="3000"/>
                            </p:stCondLst>
                            <p:childTnLst>
                              <p:par>
                                <p:cTn id="116" presetID="53" presetClass="entr" presetSubtype="0" fill="hold" nodeType="afterEffect">
                                  <p:childTnLst>
                                    <p:set>
                                      <p:cBhvr>
                                        <p:cTn id="117" dur="1" fill="hold">
                                          <p:stCondLst>
                                            <p:cond delay="0"/>
                                          </p:stCondLst>
                                        </p:cTn>
                                        <p:tgtEl>
                                          <p:spTgt spid="66"/>
                                        </p:tgtEl>
                                        <p:attrNameLst>
                                          <p:attrName>style.visibility</p:attrName>
                                        </p:attrNameLst>
                                      </p:cBhvr>
                                      <p:to>
                                        <p:strVal val="visible"/>
                                      </p:to>
                                    </p:set>
                                    <p:anim calcmode="lin" valueType="num">
                                      <p:cBhvr>
                                        <p:cTn id="118" dur="500" fill="hold"/>
                                        <p:tgtEl>
                                          <p:spTgt spid="66"/>
                                        </p:tgtEl>
                                        <p:attrNameLst>
                                          <p:attrName>ppt_w</p:attrName>
                                        </p:attrNameLst>
                                      </p:cBhvr>
                                      <p:tavLst>
                                        <p:tav tm="0">
                                          <p:val>
                                            <p:fltVal val="0"/>
                                          </p:val>
                                        </p:tav>
                                        <p:tav tm="100000">
                                          <p:val>
                                            <p:strVal val="#ppt_w"/>
                                          </p:val>
                                        </p:tav>
                                      </p:tavLst>
                                    </p:anim>
                                    <p:anim calcmode="lin" valueType="num">
                                      <p:cBhvr>
                                        <p:cTn id="119" dur="500" fill="hold"/>
                                        <p:tgtEl>
                                          <p:spTgt spid="66"/>
                                        </p:tgtEl>
                                        <p:attrNameLst>
                                          <p:attrName>ppt_h</p:attrName>
                                        </p:attrNameLst>
                                      </p:cBhvr>
                                      <p:tavLst>
                                        <p:tav tm="0">
                                          <p:val>
                                            <p:fltVal val="0"/>
                                          </p:val>
                                        </p:tav>
                                        <p:tav tm="100000">
                                          <p:val>
                                            <p:strVal val="#ppt_h"/>
                                          </p:val>
                                        </p:tav>
                                      </p:tavLst>
                                    </p:anim>
                                    <p:animEffect transition="in" filter="fade">
                                      <p:cBhvr>
                                        <p:cTn id="120" dur="500"/>
                                        <p:tgtEl>
                                          <p:spTgt spid="66"/>
                                        </p:tgtEl>
                                      </p:cBhvr>
                                    </p:animEffect>
                                    <p:anim calcmode="lin" valueType="num">
                                      <p:cBhvr>
                                        <p:cTn id="121" dur="500" fill="hold"/>
                                        <p:tgtEl>
                                          <p:spTgt spid="66"/>
                                        </p:tgtEl>
                                        <p:attrNameLst>
                                          <p:attrName>ppt_x</p:attrName>
                                        </p:attrNameLst>
                                      </p:cBhvr>
                                      <p:tavLst>
                                        <p:tav tm="0">
                                          <p:val>
                                            <p:fltVal val="0.5"/>
                                          </p:val>
                                        </p:tav>
                                        <p:tav tm="100000">
                                          <p:val>
                                            <p:strVal val="#ppt_x"/>
                                          </p:val>
                                        </p:tav>
                                      </p:tavLst>
                                    </p:anim>
                                    <p:anim calcmode="lin" valueType="num">
                                      <p:cBhvr>
                                        <p:cTn id="122" dur="500" fill="hold"/>
                                        <p:tgtEl>
                                          <p:spTgt spid="66"/>
                                        </p:tgtEl>
                                        <p:attrNameLst>
                                          <p:attrName>ppt_y</p:attrName>
                                        </p:attrNameLst>
                                      </p:cBhvr>
                                      <p:tavLst>
                                        <p:tav tm="0">
                                          <p:val>
                                            <p:fltVal val="0.5"/>
                                          </p:val>
                                        </p:tav>
                                        <p:tav tm="100000">
                                          <p:val>
                                            <p:strVal val="#ppt_y"/>
                                          </p:val>
                                        </p:tav>
                                      </p:tavLst>
                                    </p:anim>
                                  </p:childTnLst>
                                </p:cTn>
                              </p:par>
                            </p:childTnLst>
                          </p:cTn>
                        </p:par>
                        <p:par>
                          <p:cTn id="123" fill="hold">
                            <p:stCondLst>
                              <p:cond delay="3500"/>
                            </p:stCondLst>
                            <p:childTnLst>
                              <p:par>
                                <p:cTn id="124" presetID="53" presetClass="entr" presetSubtype="0" fill="hold" nodeType="afterEffect">
                                  <p:childTnLst>
                                    <p:set>
                                      <p:cBhvr>
                                        <p:cTn id="125" dur="1" fill="hold">
                                          <p:stCondLst>
                                            <p:cond delay="0"/>
                                          </p:stCondLst>
                                        </p:cTn>
                                        <p:tgtEl>
                                          <p:spTgt spid="42"/>
                                        </p:tgtEl>
                                        <p:attrNameLst>
                                          <p:attrName>style.visibility</p:attrName>
                                        </p:attrNameLst>
                                      </p:cBhvr>
                                      <p:to>
                                        <p:strVal val="visible"/>
                                      </p:to>
                                    </p:set>
                                    <p:anim calcmode="lin" valueType="num">
                                      <p:cBhvr>
                                        <p:cTn id="126" dur="500" fill="hold"/>
                                        <p:tgtEl>
                                          <p:spTgt spid="42"/>
                                        </p:tgtEl>
                                        <p:attrNameLst>
                                          <p:attrName>ppt_w</p:attrName>
                                        </p:attrNameLst>
                                      </p:cBhvr>
                                      <p:tavLst>
                                        <p:tav tm="0">
                                          <p:val>
                                            <p:fltVal val="0"/>
                                          </p:val>
                                        </p:tav>
                                        <p:tav tm="100000">
                                          <p:val>
                                            <p:strVal val="#ppt_w"/>
                                          </p:val>
                                        </p:tav>
                                      </p:tavLst>
                                    </p:anim>
                                    <p:anim calcmode="lin" valueType="num">
                                      <p:cBhvr>
                                        <p:cTn id="127" dur="500" fill="hold"/>
                                        <p:tgtEl>
                                          <p:spTgt spid="42"/>
                                        </p:tgtEl>
                                        <p:attrNameLst>
                                          <p:attrName>ppt_h</p:attrName>
                                        </p:attrNameLst>
                                      </p:cBhvr>
                                      <p:tavLst>
                                        <p:tav tm="0">
                                          <p:val>
                                            <p:fltVal val="0"/>
                                          </p:val>
                                        </p:tav>
                                        <p:tav tm="100000">
                                          <p:val>
                                            <p:strVal val="#ppt_h"/>
                                          </p:val>
                                        </p:tav>
                                      </p:tavLst>
                                    </p:anim>
                                    <p:animEffect transition="in" filter="fade">
                                      <p:cBhvr>
                                        <p:cTn id="128" dur="500"/>
                                        <p:tgtEl>
                                          <p:spTgt spid="42"/>
                                        </p:tgtEl>
                                      </p:cBhvr>
                                    </p:animEffect>
                                    <p:anim calcmode="lin" valueType="num">
                                      <p:cBhvr>
                                        <p:cTn id="129" dur="500" fill="hold"/>
                                        <p:tgtEl>
                                          <p:spTgt spid="42"/>
                                        </p:tgtEl>
                                        <p:attrNameLst>
                                          <p:attrName>ppt_x</p:attrName>
                                        </p:attrNameLst>
                                      </p:cBhvr>
                                      <p:tavLst>
                                        <p:tav tm="0">
                                          <p:val>
                                            <p:fltVal val="0.5"/>
                                          </p:val>
                                        </p:tav>
                                        <p:tav tm="100000">
                                          <p:val>
                                            <p:strVal val="#ppt_x"/>
                                          </p:val>
                                        </p:tav>
                                      </p:tavLst>
                                    </p:anim>
                                    <p:anim calcmode="lin" valueType="num">
                                      <p:cBhvr>
                                        <p:cTn id="130" dur="500" fill="hold"/>
                                        <p:tgtEl>
                                          <p:spTgt spid="42"/>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产品介绍</a:t>
            </a:r>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096000" y="2024837"/>
            <a:ext cx="1705429" cy="1705429"/>
          </a:xfrm>
          <a:prstGeom prst="rect">
            <a:avLst/>
          </a:prstGeom>
        </p:spPr>
      </p:pic>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2281251" y="3887429"/>
            <a:ext cx="1705429" cy="1705428"/>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509277" y="3887429"/>
            <a:ext cx="1705429" cy="1705428"/>
          </a:xfrm>
          <a:prstGeom prst="rect">
            <a:avLst/>
          </a:prstGeom>
        </p:spPr>
      </p:pic>
      <p:pic>
        <p:nvPicPr>
          <p:cNvPr id="6" name="图片 5"/>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9662951" y="2024837"/>
            <a:ext cx="1705429" cy="1705429"/>
          </a:xfrm>
          <a:prstGeom prst="rect">
            <a:avLst/>
          </a:prstGeom>
        </p:spPr>
      </p:pic>
      <p:sp>
        <p:nvSpPr>
          <p:cNvPr id="7" name="矩形 6"/>
          <p:cNvSpPr/>
          <p:nvPr/>
        </p:nvSpPr>
        <p:spPr>
          <a:xfrm>
            <a:off x="4324026" y="2024840"/>
            <a:ext cx="1682426" cy="17054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cs typeface="+mn-ea"/>
                <a:sym typeface="+mn-lt"/>
              </a:rPr>
              <a:t>输入标题或关键字</a:t>
            </a:r>
          </a:p>
        </p:txBody>
      </p:sp>
      <p:sp>
        <p:nvSpPr>
          <p:cNvPr id="8" name="矩形 7"/>
          <p:cNvSpPr/>
          <p:nvPr/>
        </p:nvSpPr>
        <p:spPr>
          <a:xfrm>
            <a:off x="7890977" y="2024838"/>
            <a:ext cx="1682426" cy="17054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cs typeface="+mn-ea"/>
                <a:sym typeface="+mn-lt"/>
              </a:rPr>
              <a:t>输入标题或关键字</a:t>
            </a:r>
          </a:p>
        </p:txBody>
      </p:sp>
      <p:sp>
        <p:nvSpPr>
          <p:cNvPr id="9" name="矩形 8"/>
          <p:cNvSpPr/>
          <p:nvPr/>
        </p:nvSpPr>
        <p:spPr>
          <a:xfrm>
            <a:off x="514950" y="2782669"/>
            <a:ext cx="3764302" cy="646331"/>
          </a:xfrm>
          <a:prstGeom prst="rect">
            <a:avLst/>
          </a:prstGeom>
        </p:spPr>
        <p:txBody>
          <a:bodyPr wrap="square">
            <a:spAutoFit/>
          </a:bodyPr>
          <a:lstStyle/>
          <a:p>
            <a:r>
              <a:rPr lang="zh-CN" altLang="en-US">
                <a:cs typeface="+mn-ea"/>
                <a:sym typeface="+mn-lt"/>
              </a:rPr>
              <a:t>点击此处输入与此小标题或图形相关的文字描述内容或数据分析。</a:t>
            </a:r>
          </a:p>
        </p:txBody>
      </p:sp>
      <p:sp>
        <p:nvSpPr>
          <p:cNvPr id="10" name="文本框 9"/>
          <p:cNvSpPr txBox="1"/>
          <p:nvPr/>
        </p:nvSpPr>
        <p:spPr>
          <a:xfrm>
            <a:off x="514949" y="2253121"/>
            <a:ext cx="3764303" cy="461665"/>
          </a:xfrm>
          <a:prstGeom prst="rect">
            <a:avLst/>
          </a:prstGeom>
          <a:noFill/>
        </p:spPr>
        <p:txBody>
          <a:bodyPr wrap="square" rtlCol="0">
            <a:spAutoFit/>
          </a:bodyPr>
          <a:lstStyle/>
          <a:p>
            <a:r>
              <a:rPr lang="zh-CN" altLang="en-US" sz="2400">
                <a:solidFill>
                  <a:schemeClr val="accent1"/>
                </a:solidFill>
                <a:cs typeface="+mn-ea"/>
                <a:sym typeface="+mn-lt"/>
              </a:rPr>
              <a:t>在此输入标题或关键词</a:t>
            </a:r>
          </a:p>
        </p:txBody>
      </p:sp>
      <p:sp>
        <p:nvSpPr>
          <p:cNvPr id="11" name="椭圆 10"/>
          <p:cNvSpPr>
            <a:spLocks noChangeAspect="1"/>
          </p:cNvSpPr>
          <p:nvPr/>
        </p:nvSpPr>
        <p:spPr>
          <a:xfrm>
            <a:off x="4532037" y="3976896"/>
            <a:ext cx="330250" cy="34088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cs typeface="+mn-ea"/>
                <a:sym typeface="+mn-lt"/>
              </a:rPr>
              <a:t>1</a:t>
            </a:r>
            <a:endParaRPr lang="zh-CN" altLang="en-US">
              <a:cs typeface="+mn-ea"/>
              <a:sym typeface="+mn-lt"/>
            </a:endParaRPr>
          </a:p>
        </p:txBody>
      </p:sp>
      <p:sp>
        <p:nvSpPr>
          <p:cNvPr id="12" name="矩形 11"/>
          <p:cNvSpPr/>
          <p:nvPr/>
        </p:nvSpPr>
        <p:spPr>
          <a:xfrm>
            <a:off x="4862287" y="3976896"/>
            <a:ext cx="6869101" cy="369332"/>
          </a:xfrm>
          <a:prstGeom prst="rect">
            <a:avLst/>
          </a:prstGeom>
        </p:spPr>
        <p:txBody>
          <a:bodyPr wrap="square">
            <a:spAutoFit/>
          </a:bodyPr>
          <a:lstStyle/>
          <a:p>
            <a:r>
              <a:rPr lang="zh-CN" altLang="en-US">
                <a:cs typeface="+mn-ea"/>
                <a:sym typeface="+mn-lt"/>
              </a:rPr>
              <a:t>点击此处输入与此小标题或图形相关的文字描述内容或数据分析。</a:t>
            </a:r>
          </a:p>
        </p:txBody>
      </p:sp>
      <p:sp>
        <p:nvSpPr>
          <p:cNvPr id="13" name="椭圆 12"/>
          <p:cNvSpPr>
            <a:spLocks noChangeAspect="1"/>
          </p:cNvSpPr>
          <p:nvPr/>
        </p:nvSpPr>
        <p:spPr>
          <a:xfrm>
            <a:off x="4532037" y="4654810"/>
            <a:ext cx="330250" cy="34088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cs typeface="+mn-ea"/>
                <a:sym typeface="+mn-lt"/>
              </a:rPr>
              <a:t>2</a:t>
            </a:r>
            <a:endParaRPr lang="zh-CN" altLang="en-US">
              <a:cs typeface="+mn-ea"/>
              <a:sym typeface="+mn-lt"/>
            </a:endParaRPr>
          </a:p>
        </p:txBody>
      </p:sp>
      <p:sp>
        <p:nvSpPr>
          <p:cNvPr id="14" name="矩形 13"/>
          <p:cNvSpPr/>
          <p:nvPr/>
        </p:nvSpPr>
        <p:spPr>
          <a:xfrm>
            <a:off x="4862287" y="4654810"/>
            <a:ext cx="6869101" cy="369332"/>
          </a:xfrm>
          <a:prstGeom prst="rect">
            <a:avLst/>
          </a:prstGeom>
        </p:spPr>
        <p:txBody>
          <a:bodyPr wrap="square">
            <a:spAutoFit/>
          </a:bodyPr>
          <a:lstStyle/>
          <a:p>
            <a:r>
              <a:rPr lang="zh-CN" altLang="en-US">
                <a:cs typeface="+mn-ea"/>
                <a:sym typeface="+mn-lt"/>
              </a:rPr>
              <a:t>点击此处输入与此小标题或图形相关的文字描述内容或数据分析。</a:t>
            </a:r>
          </a:p>
        </p:txBody>
      </p:sp>
      <p:sp>
        <p:nvSpPr>
          <p:cNvPr id="15" name="椭圆 14"/>
          <p:cNvSpPr>
            <a:spLocks noChangeAspect="1"/>
          </p:cNvSpPr>
          <p:nvPr/>
        </p:nvSpPr>
        <p:spPr>
          <a:xfrm>
            <a:off x="4532037" y="5299790"/>
            <a:ext cx="330250" cy="34088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cs typeface="+mn-ea"/>
                <a:sym typeface="+mn-lt"/>
              </a:rPr>
              <a:t>2</a:t>
            </a:r>
            <a:endParaRPr lang="zh-CN" altLang="en-US">
              <a:cs typeface="+mn-ea"/>
              <a:sym typeface="+mn-lt"/>
            </a:endParaRPr>
          </a:p>
        </p:txBody>
      </p:sp>
      <p:sp>
        <p:nvSpPr>
          <p:cNvPr id="16" name="矩形 15"/>
          <p:cNvSpPr/>
          <p:nvPr/>
        </p:nvSpPr>
        <p:spPr>
          <a:xfrm>
            <a:off x="4862287" y="5299790"/>
            <a:ext cx="6869101" cy="369332"/>
          </a:xfrm>
          <a:prstGeom prst="rect">
            <a:avLst/>
          </a:prstGeom>
        </p:spPr>
        <p:txBody>
          <a:bodyPr wrap="square">
            <a:spAutoFit/>
          </a:bodyPr>
          <a:lstStyle/>
          <a:p>
            <a:r>
              <a:rPr lang="zh-CN" altLang="en-US">
                <a:cs typeface="+mn-ea"/>
                <a:sym typeface="+mn-lt"/>
              </a:rPr>
              <a:t>点击此处输入与此小标题或图形相关的文字描述内容或数据分析。</a:t>
            </a:r>
          </a:p>
        </p:txBody>
      </p:sp>
    </p:spTree>
    <p:extLst>
      <p:ext uri="{BB962C8B-B14F-4D97-AF65-F5344CB8AC3E}">
        <p14:creationId xmlns:p14="http://schemas.microsoft.com/office/powerpoint/2010/main" val="218900033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Tn>
                        </p:par>
                        <p:par>
                          <p:cTn id="5" fill="hold" nodeType="afterGroup">
                            <p:stCondLst>
                              <p:cond delay="0"/>
                            </p:stCondLst>
                            <p:childTnLst>
                              <p:par>
                                <p:cTn id="6" presetID="53" presetClass="entr" presetSubtype="0" fill="hold" grpId="0" nodeType="afterEffect">
                                  <p:childTnLst>
                                    <p:set>
                                      <p:cBhvr>
                                        <p:cTn id="7" dur="1" fill="hold">
                                          <p:stCondLst>
                                            <p:cond delay="0"/>
                                          </p:stCondLst>
                                        </p:cTn>
                                        <p:tgtEl>
                                          <p:spTgt spid="7"/>
                                        </p:tgtEl>
                                        <p:attrNameLst>
                                          <p:attrName>style.visibility</p:attrName>
                                        </p:attrNameLst>
                                      </p:cBhvr>
                                      <p:to>
                                        <p:strVal val="visible"/>
                                      </p:to>
                                    </p:set>
                                    <p:anim calcmode="lin" valueType="num">
                                      <p:cBhvr>
                                        <p:cTn id="8" dur="750" fill="hold"/>
                                        <p:tgtEl>
                                          <p:spTgt spid="7"/>
                                        </p:tgtEl>
                                        <p:attrNameLst>
                                          <p:attrName>ppt_w</p:attrName>
                                        </p:attrNameLst>
                                      </p:cBhvr>
                                      <p:tavLst>
                                        <p:tav tm="0">
                                          <p:val>
                                            <p:fltVal val="0"/>
                                          </p:val>
                                        </p:tav>
                                        <p:tav tm="100000">
                                          <p:val>
                                            <p:strVal val="#ppt_w"/>
                                          </p:val>
                                        </p:tav>
                                      </p:tavLst>
                                    </p:anim>
                                    <p:anim calcmode="lin" valueType="num">
                                      <p:cBhvr>
                                        <p:cTn id="9" dur="750" fill="hold"/>
                                        <p:tgtEl>
                                          <p:spTgt spid="7"/>
                                        </p:tgtEl>
                                        <p:attrNameLst>
                                          <p:attrName>ppt_h</p:attrName>
                                        </p:attrNameLst>
                                      </p:cBhvr>
                                      <p:tavLst>
                                        <p:tav tm="0">
                                          <p:val>
                                            <p:fltVal val="0"/>
                                          </p:val>
                                        </p:tav>
                                        <p:tav tm="100000">
                                          <p:val>
                                            <p:strVal val="#ppt_h"/>
                                          </p:val>
                                        </p:tav>
                                      </p:tavLst>
                                    </p:anim>
                                    <p:animEffect transition="in" filter="fade">
                                      <p:cBhvr>
                                        <p:cTn id="10" dur="750"/>
                                        <p:tgtEl>
                                          <p:spTgt spid="7"/>
                                        </p:tgtEl>
                                      </p:cBhvr>
                                    </p:animEffect>
                                  </p:childTnLst>
                                </p:cTn>
                              </p:par>
                              <p:par>
                                <p:cTn id="11" presetID="53" presetClass="entr" presetSubtype="0" fill="hold" nodeType="withEffect">
                                  <p:childTnLst>
                                    <p:set>
                                      <p:cBhvr>
                                        <p:cTn id="12" dur="1" fill="hold">
                                          <p:stCondLst>
                                            <p:cond delay="0"/>
                                          </p:stCondLst>
                                        </p:cTn>
                                        <p:tgtEl>
                                          <p:spTgt spid="3"/>
                                        </p:tgtEl>
                                        <p:attrNameLst>
                                          <p:attrName>style.visibility</p:attrName>
                                        </p:attrNameLst>
                                      </p:cBhvr>
                                      <p:to>
                                        <p:strVal val="visible"/>
                                      </p:to>
                                    </p:set>
                                    <p:anim calcmode="lin" valueType="num">
                                      <p:cBhvr>
                                        <p:cTn id="13" dur="750" fill="hold"/>
                                        <p:tgtEl>
                                          <p:spTgt spid="3"/>
                                        </p:tgtEl>
                                        <p:attrNameLst>
                                          <p:attrName>ppt_w</p:attrName>
                                        </p:attrNameLst>
                                      </p:cBhvr>
                                      <p:tavLst>
                                        <p:tav tm="0">
                                          <p:val>
                                            <p:fltVal val="0"/>
                                          </p:val>
                                        </p:tav>
                                        <p:tav tm="100000">
                                          <p:val>
                                            <p:strVal val="#ppt_w"/>
                                          </p:val>
                                        </p:tav>
                                      </p:tavLst>
                                    </p:anim>
                                    <p:anim calcmode="lin" valueType="num">
                                      <p:cBhvr>
                                        <p:cTn id="14" dur="750" fill="hold"/>
                                        <p:tgtEl>
                                          <p:spTgt spid="3"/>
                                        </p:tgtEl>
                                        <p:attrNameLst>
                                          <p:attrName>ppt_h</p:attrName>
                                        </p:attrNameLst>
                                      </p:cBhvr>
                                      <p:tavLst>
                                        <p:tav tm="0">
                                          <p:val>
                                            <p:fltVal val="0"/>
                                          </p:val>
                                        </p:tav>
                                        <p:tav tm="100000">
                                          <p:val>
                                            <p:strVal val="#ppt_h"/>
                                          </p:val>
                                        </p:tav>
                                      </p:tavLst>
                                    </p:anim>
                                    <p:animEffect transition="in" filter="fade">
                                      <p:cBhvr>
                                        <p:cTn id="15" dur="750"/>
                                        <p:tgtEl>
                                          <p:spTgt spid="3"/>
                                        </p:tgtEl>
                                      </p:cBhvr>
                                    </p:animEffect>
                                  </p:childTnLst>
                                </p:cTn>
                              </p:par>
                              <p:par>
                                <p:cTn id="16" presetID="53" presetClass="entr" presetSubtype="0" fill="hold" nodeType="withEffect">
                                  <p:childTnLst>
                                    <p:set>
                                      <p:cBhvr>
                                        <p:cTn id="17" dur="1" fill="hold">
                                          <p:stCondLst>
                                            <p:cond delay="0"/>
                                          </p:stCondLst>
                                        </p:cTn>
                                        <p:tgtEl>
                                          <p:spTgt spid="4"/>
                                        </p:tgtEl>
                                        <p:attrNameLst>
                                          <p:attrName>style.visibility</p:attrName>
                                        </p:attrNameLst>
                                      </p:cBhvr>
                                      <p:to>
                                        <p:strVal val="visible"/>
                                      </p:to>
                                    </p:set>
                                    <p:anim calcmode="lin" valueType="num">
                                      <p:cBhvr>
                                        <p:cTn id="18" dur="750" fill="hold"/>
                                        <p:tgtEl>
                                          <p:spTgt spid="4"/>
                                        </p:tgtEl>
                                        <p:attrNameLst>
                                          <p:attrName>ppt_w</p:attrName>
                                        </p:attrNameLst>
                                      </p:cBhvr>
                                      <p:tavLst>
                                        <p:tav tm="0">
                                          <p:val>
                                            <p:fltVal val="0"/>
                                          </p:val>
                                        </p:tav>
                                        <p:tav tm="100000">
                                          <p:val>
                                            <p:strVal val="#ppt_w"/>
                                          </p:val>
                                        </p:tav>
                                      </p:tavLst>
                                    </p:anim>
                                    <p:anim calcmode="lin" valueType="num">
                                      <p:cBhvr>
                                        <p:cTn id="19" dur="750" fill="hold"/>
                                        <p:tgtEl>
                                          <p:spTgt spid="4"/>
                                        </p:tgtEl>
                                        <p:attrNameLst>
                                          <p:attrName>ppt_h</p:attrName>
                                        </p:attrNameLst>
                                      </p:cBhvr>
                                      <p:tavLst>
                                        <p:tav tm="0">
                                          <p:val>
                                            <p:fltVal val="0"/>
                                          </p:val>
                                        </p:tav>
                                        <p:tav tm="100000">
                                          <p:val>
                                            <p:strVal val="#ppt_h"/>
                                          </p:val>
                                        </p:tav>
                                      </p:tavLst>
                                    </p:anim>
                                    <p:animEffect transition="in" filter="fade">
                                      <p:cBhvr>
                                        <p:cTn id="20" dur="750"/>
                                        <p:tgtEl>
                                          <p:spTgt spid="4"/>
                                        </p:tgtEl>
                                      </p:cBhvr>
                                    </p:animEffect>
                                  </p:childTnLst>
                                </p:cTn>
                              </p:par>
                              <p:par>
                                <p:cTn id="21" presetID="53" presetClass="entr" presetSubtype="0" fill="hold" nodeType="withEffect">
                                  <p:childTnLst>
                                    <p:set>
                                      <p:cBhvr>
                                        <p:cTn id="22" dur="1" fill="hold">
                                          <p:stCondLst>
                                            <p:cond delay="0"/>
                                          </p:stCondLst>
                                        </p:cTn>
                                        <p:tgtEl>
                                          <p:spTgt spid="5"/>
                                        </p:tgtEl>
                                        <p:attrNameLst>
                                          <p:attrName>style.visibility</p:attrName>
                                        </p:attrNameLst>
                                      </p:cBhvr>
                                      <p:to>
                                        <p:strVal val="visible"/>
                                      </p:to>
                                    </p:set>
                                    <p:anim calcmode="lin" valueType="num">
                                      <p:cBhvr>
                                        <p:cTn id="23" dur="750" fill="hold"/>
                                        <p:tgtEl>
                                          <p:spTgt spid="5"/>
                                        </p:tgtEl>
                                        <p:attrNameLst>
                                          <p:attrName>ppt_w</p:attrName>
                                        </p:attrNameLst>
                                      </p:cBhvr>
                                      <p:tavLst>
                                        <p:tav tm="0">
                                          <p:val>
                                            <p:fltVal val="0"/>
                                          </p:val>
                                        </p:tav>
                                        <p:tav tm="100000">
                                          <p:val>
                                            <p:strVal val="#ppt_w"/>
                                          </p:val>
                                        </p:tav>
                                      </p:tavLst>
                                    </p:anim>
                                    <p:anim calcmode="lin" valueType="num">
                                      <p:cBhvr>
                                        <p:cTn id="24" dur="750" fill="hold"/>
                                        <p:tgtEl>
                                          <p:spTgt spid="5"/>
                                        </p:tgtEl>
                                        <p:attrNameLst>
                                          <p:attrName>ppt_h</p:attrName>
                                        </p:attrNameLst>
                                      </p:cBhvr>
                                      <p:tavLst>
                                        <p:tav tm="0">
                                          <p:val>
                                            <p:fltVal val="0"/>
                                          </p:val>
                                        </p:tav>
                                        <p:tav tm="100000">
                                          <p:val>
                                            <p:strVal val="#ppt_h"/>
                                          </p:val>
                                        </p:tav>
                                      </p:tavLst>
                                    </p:anim>
                                    <p:animEffect transition="in" filter="fade">
                                      <p:cBhvr>
                                        <p:cTn id="25" dur="750"/>
                                        <p:tgtEl>
                                          <p:spTgt spid="5"/>
                                        </p:tgtEl>
                                      </p:cBhvr>
                                    </p:animEffect>
                                  </p:childTnLst>
                                </p:cTn>
                              </p:par>
                              <p:par>
                                <p:cTn id="26" presetID="53" presetClass="entr" presetSubtype="0" fill="hold" nodeType="withEffect">
                                  <p:childTnLst>
                                    <p:set>
                                      <p:cBhvr>
                                        <p:cTn id="27" dur="1" fill="hold">
                                          <p:stCondLst>
                                            <p:cond delay="0"/>
                                          </p:stCondLst>
                                        </p:cTn>
                                        <p:tgtEl>
                                          <p:spTgt spid="6"/>
                                        </p:tgtEl>
                                        <p:attrNameLst>
                                          <p:attrName>style.visibility</p:attrName>
                                        </p:attrNameLst>
                                      </p:cBhvr>
                                      <p:to>
                                        <p:strVal val="visible"/>
                                      </p:to>
                                    </p:set>
                                    <p:anim calcmode="lin" valueType="num">
                                      <p:cBhvr>
                                        <p:cTn id="28" dur="750" fill="hold"/>
                                        <p:tgtEl>
                                          <p:spTgt spid="6"/>
                                        </p:tgtEl>
                                        <p:attrNameLst>
                                          <p:attrName>ppt_w</p:attrName>
                                        </p:attrNameLst>
                                      </p:cBhvr>
                                      <p:tavLst>
                                        <p:tav tm="0">
                                          <p:val>
                                            <p:fltVal val="0"/>
                                          </p:val>
                                        </p:tav>
                                        <p:tav tm="100000">
                                          <p:val>
                                            <p:strVal val="#ppt_w"/>
                                          </p:val>
                                        </p:tav>
                                      </p:tavLst>
                                    </p:anim>
                                    <p:anim calcmode="lin" valueType="num">
                                      <p:cBhvr>
                                        <p:cTn id="29" dur="750" fill="hold"/>
                                        <p:tgtEl>
                                          <p:spTgt spid="6"/>
                                        </p:tgtEl>
                                        <p:attrNameLst>
                                          <p:attrName>ppt_h</p:attrName>
                                        </p:attrNameLst>
                                      </p:cBhvr>
                                      <p:tavLst>
                                        <p:tav tm="0">
                                          <p:val>
                                            <p:fltVal val="0"/>
                                          </p:val>
                                        </p:tav>
                                        <p:tav tm="100000">
                                          <p:val>
                                            <p:strVal val="#ppt_h"/>
                                          </p:val>
                                        </p:tav>
                                      </p:tavLst>
                                    </p:anim>
                                    <p:animEffect transition="in" filter="fade">
                                      <p:cBhvr>
                                        <p:cTn id="30" dur="750"/>
                                        <p:tgtEl>
                                          <p:spTgt spid="6"/>
                                        </p:tgtEl>
                                      </p:cBhvr>
                                    </p:animEffect>
                                  </p:childTnLst>
                                </p:cTn>
                              </p:par>
                              <p:par>
                                <p:cTn id="31" presetID="53" presetClass="entr" presetSubtype="0" fill="hold" grpId="1" nodeType="withEffect">
                                  <p:childTnLst>
                                    <p:set>
                                      <p:cBhvr>
                                        <p:cTn id="32" dur="1" fill="hold">
                                          <p:stCondLst>
                                            <p:cond delay="0"/>
                                          </p:stCondLst>
                                        </p:cTn>
                                        <p:tgtEl>
                                          <p:spTgt spid="8"/>
                                        </p:tgtEl>
                                        <p:attrNameLst>
                                          <p:attrName>style.visibility</p:attrName>
                                        </p:attrNameLst>
                                      </p:cBhvr>
                                      <p:to>
                                        <p:strVal val="visible"/>
                                      </p:to>
                                    </p:set>
                                    <p:anim calcmode="lin" valueType="num">
                                      <p:cBhvr>
                                        <p:cTn id="33" dur="750" fill="hold"/>
                                        <p:tgtEl>
                                          <p:spTgt spid="8"/>
                                        </p:tgtEl>
                                        <p:attrNameLst>
                                          <p:attrName>ppt_w</p:attrName>
                                        </p:attrNameLst>
                                      </p:cBhvr>
                                      <p:tavLst>
                                        <p:tav tm="0">
                                          <p:val>
                                            <p:fltVal val="0"/>
                                          </p:val>
                                        </p:tav>
                                        <p:tav tm="100000">
                                          <p:val>
                                            <p:strVal val="#ppt_w"/>
                                          </p:val>
                                        </p:tav>
                                      </p:tavLst>
                                    </p:anim>
                                    <p:anim calcmode="lin" valueType="num">
                                      <p:cBhvr>
                                        <p:cTn id="34" dur="750" fill="hold"/>
                                        <p:tgtEl>
                                          <p:spTgt spid="8"/>
                                        </p:tgtEl>
                                        <p:attrNameLst>
                                          <p:attrName>ppt_h</p:attrName>
                                        </p:attrNameLst>
                                      </p:cBhvr>
                                      <p:tavLst>
                                        <p:tav tm="0">
                                          <p:val>
                                            <p:fltVal val="0"/>
                                          </p:val>
                                        </p:tav>
                                        <p:tav tm="100000">
                                          <p:val>
                                            <p:strVal val="#ppt_h"/>
                                          </p:val>
                                        </p:tav>
                                      </p:tavLst>
                                    </p:anim>
                                    <p:animEffect transition="in" filter="fade">
                                      <p:cBhvr>
                                        <p:cTn id="35" dur="750"/>
                                        <p:tgtEl>
                                          <p:spTgt spid="8"/>
                                        </p:tgtEl>
                                      </p:cBhvr>
                                    </p:animEffect>
                                  </p:childTnLst>
                                </p:cTn>
                              </p:par>
                            </p:childTnLst>
                          </p:cTn>
                        </p:par>
                        <p:par>
                          <p:cTn id="36" fill="hold" nodeType="withGroup">
                            <p:stCondLst>
                              <p:cond delay="1750"/>
                            </p:stCondLst>
                            <p:childTnLst>
                              <p:par>
                                <p:cTn id="37" presetID="42" presetClass="entr" presetSubtype="0" fill="hold" grpId="3" nodeType="afterEffect">
                                  <p:childTnLst>
                                    <p:set>
                                      <p:cBhvr>
                                        <p:cTn id="38" dur="1" fill="hold">
                                          <p:stCondLst>
                                            <p:cond delay="0"/>
                                          </p:stCondLst>
                                        </p:cTn>
                                        <p:tgtEl>
                                          <p:spTgt spid="10"/>
                                        </p:tgtEl>
                                        <p:attrNameLst>
                                          <p:attrName>style.visibility</p:attrName>
                                        </p:attrNameLst>
                                      </p:cBhvr>
                                      <p:to>
                                        <p:strVal val="visible"/>
                                      </p:to>
                                    </p:set>
                                    <p:animEffect transition="in" filter="fade">
                                      <p:cBhvr>
                                        <p:cTn id="39" dur="750"/>
                                        <p:tgtEl>
                                          <p:spTgt spid="10"/>
                                        </p:tgtEl>
                                      </p:cBhvr>
                                    </p:animEffect>
                                    <p:anim calcmode="lin" valueType="num">
                                      <p:cBhvr>
                                        <p:cTn id="40" dur="750" fill="hold"/>
                                        <p:tgtEl>
                                          <p:spTgt spid="10"/>
                                        </p:tgtEl>
                                        <p:attrNameLst>
                                          <p:attrName>ppt_x</p:attrName>
                                        </p:attrNameLst>
                                      </p:cBhvr>
                                      <p:tavLst>
                                        <p:tav tm="0">
                                          <p:val>
                                            <p:strVal val="#ppt_x"/>
                                          </p:val>
                                        </p:tav>
                                        <p:tav tm="100000">
                                          <p:val>
                                            <p:strVal val="#ppt_x"/>
                                          </p:val>
                                        </p:tav>
                                      </p:tavLst>
                                    </p:anim>
                                    <p:anim calcmode="lin" valueType="num">
                                      <p:cBhvr>
                                        <p:cTn id="41" dur="750" fill="hold"/>
                                        <p:tgtEl>
                                          <p:spTgt spid="10"/>
                                        </p:tgtEl>
                                        <p:attrNameLst>
                                          <p:attrName>ppt_y</p:attrName>
                                        </p:attrNameLst>
                                      </p:cBhvr>
                                      <p:tavLst>
                                        <p:tav tm="0">
                                          <p:val>
                                            <p:strVal val="#ppt_y+.1"/>
                                          </p:val>
                                        </p:tav>
                                        <p:tav tm="100000">
                                          <p:val>
                                            <p:strVal val="#ppt_y"/>
                                          </p:val>
                                        </p:tav>
                                      </p:tavLst>
                                    </p:anim>
                                  </p:childTnLst>
                                </p:cTn>
                              </p:par>
                            </p:childTnLst>
                          </p:cTn>
                        </p:par>
                        <p:par>
                          <p:cTn id="42" fill="hold" nodeType="withGroup">
                            <p:stCondLst>
                              <p:cond delay="2500"/>
                            </p:stCondLst>
                            <p:childTnLst>
                              <p:par>
                                <p:cTn id="43" presetID="10" presetClass="entr" presetSubtype="0" fill="hold" grpId="2" nodeType="afterEffect">
                                  <p:iterate type="lt">
                                    <p:tmPct val="5000"/>
                                  </p:iterate>
                                  <p:childTnLst>
                                    <p:set>
                                      <p:cBhvr>
                                        <p:cTn id="44" dur="1" fill="hold">
                                          <p:stCondLst>
                                            <p:cond delay="0"/>
                                          </p:stCondLst>
                                        </p:cTn>
                                        <p:tgtEl>
                                          <p:spTgt spid="9"/>
                                        </p:tgtEl>
                                        <p:attrNameLst>
                                          <p:attrName>style.visibility</p:attrName>
                                        </p:attrNameLst>
                                      </p:cBhvr>
                                      <p:to>
                                        <p:strVal val="visible"/>
                                      </p:to>
                                    </p:set>
                                    <p:animEffect transition="in" filter="fade">
                                      <p:cBhvr>
                                        <p:cTn id="45" dur="500"/>
                                        <p:tgtEl>
                                          <p:spTgt spid="9"/>
                                        </p:tgtEl>
                                      </p:cBhvr>
                                    </p:animEffect>
                                  </p:childTnLst>
                                </p:cTn>
                              </p:par>
                            </p:childTnLst>
                          </p:cTn>
                        </p:par>
                        <p:par>
                          <p:cTn id="46" fill="hold" nodeType="withGroup">
                            <p:stCondLst>
                              <p:cond delay="3700"/>
                            </p:stCondLst>
                            <p:childTnLst>
                              <p:par>
                                <p:cTn id="47" presetID="10" presetClass="entr" presetSubtype="0" fill="hold" grpId="4" nodeType="afterEffect">
                                  <p:childTnLst>
                                    <p:set>
                                      <p:cBhvr>
                                        <p:cTn id="48" dur="1" fill="hold">
                                          <p:stCondLst>
                                            <p:cond delay="0"/>
                                          </p:stCondLst>
                                        </p:cTn>
                                        <p:tgtEl>
                                          <p:spTgt spid="11"/>
                                        </p:tgtEl>
                                        <p:attrNameLst>
                                          <p:attrName>style.visibility</p:attrName>
                                        </p:attrNameLst>
                                      </p:cBhvr>
                                      <p:to>
                                        <p:strVal val="visible"/>
                                      </p:to>
                                    </p:set>
                                    <p:animEffect transition="in" filter="fade">
                                      <p:cBhvr>
                                        <p:cTn id="49" dur="500"/>
                                        <p:tgtEl>
                                          <p:spTgt spid="11"/>
                                        </p:tgtEl>
                                      </p:cBhvr>
                                    </p:animEffect>
                                  </p:childTnLst>
                                </p:cTn>
                              </p:par>
                            </p:childTnLst>
                          </p:cTn>
                        </p:par>
                        <p:par>
                          <p:cTn id="50" fill="hold" nodeType="withGroup">
                            <p:stCondLst>
                              <p:cond delay="4200"/>
                            </p:stCondLst>
                            <p:childTnLst>
                              <p:par>
                                <p:cTn id="51" presetID="10" presetClass="entr" presetSubtype="0" fill="hold" grpId="5" nodeType="afterEffect">
                                  <p:iterate type="lt">
                                    <p:tmPct val="5000"/>
                                  </p:iterate>
                                  <p:childTnLst>
                                    <p:set>
                                      <p:cBhvr>
                                        <p:cTn id="52" dur="1" fill="hold">
                                          <p:stCondLst>
                                            <p:cond delay="0"/>
                                          </p:stCondLst>
                                        </p:cTn>
                                        <p:tgtEl>
                                          <p:spTgt spid="12"/>
                                        </p:tgtEl>
                                        <p:attrNameLst>
                                          <p:attrName>style.visibility</p:attrName>
                                        </p:attrNameLst>
                                      </p:cBhvr>
                                      <p:to>
                                        <p:strVal val="visible"/>
                                      </p:to>
                                    </p:set>
                                    <p:animEffect transition="in" filter="fade">
                                      <p:cBhvr>
                                        <p:cTn id="53" dur="500"/>
                                        <p:tgtEl>
                                          <p:spTgt spid="12"/>
                                        </p:tgtEl>
                                      </p:cBhvr>
                                    </p:animEffect>
                                  </p:childTnLst>
                                </p:cTn>
                              </p:par>
                            </p:childTnLst>
                          </p:cTn>
                        </p:par>
                        <p:par>
                          <p:cTn id="54" fill="hold" nodeType="withGroup">
                            <p:stCondLst>
                              <p:cond delay="5400"/>
                            </p:stCondLst>
                            <p:childTnLst>
                              <p:par>
                                <p:cTn id="55" presetID="10" presetClass="entr" presetSubtype="0" fill="hold" grpId="6" nodeType="afterEffect">
                                  <p:childTnLst>
                                    <p:set>
                                      <p:cBhvr>
                                        <p:cTn id="56" dur="1" fill="hold">
                                          <p:stCondLst>
                                            <p:cond delay="0"/>
                                          </p:stCondLst>
                                        </p:cTn>
                                        <p:tgtEl>
                                          <p:spTgt spid="13"/>
                                        </p:tgtEl>
                                        <p:attrNameLst>
                                          <p:attrName>style.visibility</p:attrName>
                                        </p:attrNameLst>
                                      </p:cBhvr>
                                      <p:to>
                                        <p:strVal val="visible"/>
                                      </p:to>
                                    </p:set>
                                    <p:animEffect transition="in" filter="fade">
                                      <p:cBhvr>
                                        <p:cTn id="57" dur="500"/>
                                        <p:tgtEl>
                                          <p:spTgt spid="13"/>
                                        </p:tgtEl>
                                      </p:cBhvr>
                                    </p:animEffect>
                                  </p:childTnLst>
                                </p:cTn>
                              </p:par>
                            </p:childTnLst>
                          </p:cTn>
                        </p:par>
                        <p:par>
                          <p:cTn id="58" fill="hold" nodeType="withGroup">
                            <p:stCondLst>
                              <p:cond delay="5900"/>
                            </p:stCondLst>
                            <p:childTnLst>
                              <p:par>
                                <p:cTn id="59" presetID="10" presetClass="entr" presetSubtype="0" fill="hold" grpId="7" nodeType="afterEffect">
                                  <p:iterate type="lt">
                                    <p:tmPct val="5000"/>
                                  </p:iterate>
                                  <p:childTnLst>
                                    <p:set>
                                      <p:cBhvr>
                                        <p:cTn id="60" dur="1" fill="hold">
                                          <p:stCondLst>
                                            <p:cond delay="0"/>
                                          </p:stCondLst>
                                        </p:cTn>
                                        <p:tgtEl>
                                          <p:spTgt spid="14"/>
                                        </p:tgtEl>
                                        <p:attrNameLst>
                                          <p:attrName>style.visibility</p:attrName>
                                        </p:attrNameLst>
                                      </p:cBhvr>
                                      <p:to>
                                        <p:strVal val="visible"/>
                                      </p:to>
                                    </p:set>
                                    <p:animEffect transition="in" filter="fade">
                                      <p:cBhvr>
                                        <p:cTn id="61" dur="500"/>
                                        <p:tgtEl>
                                          <p:spTgt spid="14"/>
                                        </p:tgtEl>
                                      </p:cBhvr>
                                    </p:animEffect>
                                  </p:childTnLst>
                                </p:cTn>
                              </p:par>
                            </p:childTnLst>
                          </p:cTn>
                        </p:par>
                        <p:par>
                          <p:cTn id="62" fill="hold" nodeType="withGroup">
                            <p:stCondLst>
                              <p:cond delay="7100"/>
                            </p:stCondLst>
                            <p:childTnLst>
                              <p:par>
                                <p:cTn id="63" presetID="10" presetClass="entr" presetSubtype="0" fill="hold" grpId="8" nodeType="afterEffect">
                                  <p:childTnLst>
                                    <p:set>
                                      <p:cBhvr>
                                        <p:cTn id="64" dur="1" fill="hold">
                                          <p:stCondLst>
                                            <p:cond delay="0"/>
                                          </p:stCondLst>
                                        </p:cTn>
                                        <p:tgtEl>
                                          <p:spTgt spid="15"/>
                                        </p:tgtEl>
                                        <p:attrNameLst>
                                          <p:attrName>style.visibility</p:attrName>
                                        </p:attrNameLst>
                                      </p:cBhvr>
                                      <p:to>
                                        <p:strVal val="visible"/>
                                      </p:to>
                                    </p:set>
                                    <p:animEffect transition="in" filter="fade">
                                      <p:cBhvr>
                                        <p:cTn id="65" dur="500"/>
                                        <p:tgtEl>
                                          <p:spTgt spid="15"/>
                                        </p:tgtEl>
                                      </p:cBhvr>
                                    </p:animEffect>
                                  </p:childTnLst>
                                </p:cTn>
                              </p:par>
                            </p:childTnLst>
                          </p:cTn>
                        </p:par>
                        <p:par>
                          <p:cTn id="66" fill="hold" nodeType="withGroup">
                            <p:stCondLst>
                              <p:cond delay="7600"/>
                            </p:stCondLst>
                            <p:childTnLst>
                              <p:par>
                                <p:cTn id="67" presetID="10" presetClass="entr" presetSubtype="0" fill="hold" grpId="9" nodeType="afterEffect">
                                  <p:iterate type="lt">
                                    <p:tmPct val="5000"/>
                                  </p:iterate>
                                  <p:childTnLst>
                                    <p:set>
                                      <p:cBhvr>
                                        <p:cTn id="68" dur="1" fill="hold">
                                          <p:stCondLst>
                                            <p:cond delay="0"/>
                                          </p:stCondLst>
                                        </p:cTn>
                                        <p:tgtEl>
                                          <p:spTgt spid="16"/>
                                        </p:tgtEl>
                                        <p:attrNameLst>
                                          <p:attrName>style.visibility</p:attrName>
                                        </p:attrNameLst>
                                      </p:cBhvr>
                                      <p:to>
                                        <p:strVal val="visible"/>
                                      </p:to>
                                    </p:set>
                                    <p:animEffect transition="in" filter="fade">
                                      <p:cBhvr>
                                        <p:cTn id="6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1" animBg="1"/>
      <p:bldP spid="9" grpId="2"/>
      <p:bldP spid="10" grpId="3"/>
      <p:bldP spid="11" grpId="4" animBg="1"/>
      <p:bldP spid="12" grpId="5"/>
      <p:bldP spid="13" grpId="6" animBg="1"/>
      <p:bldP spid="14" grpId="7"/>
      <p:bldP spid="15" grpId="8" animBg="1"/>
      <p:bldP spid="16" grpId="9"/>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服务介绍</a:t>
            </a:r>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7380848" y="1873306"/>
            <a:ext cx="4658039" cy="3105359"/>
          </a:xfrm>
          <a:prstGeom prst="rect">
            <a:avLst/>
          </a:prstGeom>
        </p:spPr>
      </p:pic>
      <p:sp>
        <p:nvSpPr>
          <p:cNvPr id="4" name="矩形 3"/>
          <p:cNvSpPr/>
          <p:nvPr/>
        </p:nvSpPr>
        <p:spPr>
          <a:xfrm>
            <a:off x="452850" y="1879334"/>
            <a:ext cx="6649468" cy="3099331"/>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4"/>
          <p:cNvSpPr/>
          <p:nvPr/>
        </p:nvSpPr>
        <p:spPr>
          <a:xfrm>
            <a:off x="598858" y="2182504"/>
            <a:ext cx="5835802" cy="1246495"/>
          </a:xfrm>
          <a:prstGeom prst="rect">
            <a:avLst/>
          </a:prstGeom>
          <a:effectLst/>
        </p:spPr>
        <p:txBody>
          <a:bodyPr wrap="square">
            <a:spAutoFit/>
          </a:bodyPr>
          <a:lstStyle/>
          <a:p>
            <a:pPr marL="285750" indent="-285750">
              <a:lnSpc>
                <a:spcPct val="125000"/>
              </a:lnSpc>
              <a:spcBef>
                <a:spcPts val="600"/>
              </a:spcBef>
              <a:buFont typeface="Wingdings" panose="05000000000000000000" pitchFamily="2" charset="2"/>
              <a:buChar char="n"/>
            </a:pPr>
            <a:r>
              <a:rPr lang="zh-CN" altLang="en-US" sz="2000" b="1">
                <a:solidFill>
                  <a:schemeClr val="accent1"/>
                </a:solidFill>
                <a:cs typeface="+mn-ea"/>
                <a:sym typeface="+mn-lt"/>
              </a:rPr>
              <a:t>在此输入研究方法小标题</a:t>
            </a:r>
            <a:endParaRPr lang="en-US" altLang="zh-CN" sz="2000" b="1" dirty="0">
              <a:solidFill>
                <a:schemeClr val="accent1"/>
              </a:solidFill>
              <a:cs typeface="+mn-ea"/>
              <a:sym typeface="+mn-lt"/>
            </a:endParaRPr>
          </a:p>
          <a:p>
            <a:pPr>
              <a:lnSpc>
                <a:spcPct val="125000"/>
              </a:lnSpc>
              <a:spcBef>
                <a:spcPts val="600"/>
              </a:spcBef>
            </a:pPr>
            <a:r>
              <a:rPr lang="zh-CN" altLang="en-US">
                <a:cs typeface="+mn-ea"/>
                <a:sym typeface="+mn-lt"/>
              </a:rPr>
              <a:t>点击此处输入研究发方法的具体内容（或该研究方法的第一步内容）</a:t>
            </a:r>
            <a:endParaRPr lang="en-US" altLang="zh-CN" dirty="0">
              <a:cs typeface="+mn-ea"/>
              <a:sym typeface="+mn-lt"/>
            </a:endParaRPr>
          </a:p>
        </p:txBody>
      </p:sp>
      <p:sp>
        <p:nvSpPr>
          <p:cNvPr id="6" name="矩形 5"/>
          <p:cNvSpPr/>
          <p:nvPr/>
        </p:nvSpPr>
        <p:spPr>
          <a:xfrm>
            <a:off x="598858" y="3528595"/>
            <a:ext cx="5835802" cy="1246495"/>
          </a:xfrm>
          <a:prstGeom prst="rect">
            <a:avLst/>
          </a:prstGeom>
          <a:effectLst/>
        </p:spPr>
        <p:txBody>
          <a:bodyPr wrap="square">
            <a:spAutoFit/>
          </a:bodyPr>
          <a:lstStyle/>
          <a:p>
            <a:pPr marL="285750" indent="-285750">
              <a:lnSpc>
                <a:spcPct val="125000"/>
              </a:lnSpc>
              <a:spcBef>
                <a:spcPts val="600"/>
              </a:spcBef>
              <a:buFont typeface="Wingdings" panose="05000000000000000000" pitchFamily="2" charset="2"/>
              <a:buChar char="n"/>
            </a:pPr>
            <a:r>
              <a:rPr lang="zh-CN" altLang="en-US" sz="2000" b="1">
                <a:solidFill>
                  <a:schemeClr val="accent1"/>
                </a:solidFill>
                <a:cs typeface="+mn-ea"/>
                <a:sym typeface="+mn-lt"/>
              </a:rPr>
              <a:t>在此输入研究方法小标题</a:t>
            </a:r>
            <a:endParaRPr lang="en-US" altLang="zh-CN" sz="2000" b="1" dirty="0">
              <a:solidFill>
                <a:schemeClr val="accent1"/>
              </a:solidFill>
              <a:cs typeface="+mn-ea"/>
              <a:sym typeface="+mn-lt"/>
            </a:endParaRPr>
          </a:p>
          <a:p>
            <a:pPr>
              <a:lnSpc>
                <a:spcPct val="125000"/>
              </a:lnSpc>
              <a:spcBef>
                <a:spcPts val="600"/>
              </a:spcBef>
            </a:pPr>
            <a:r>
              <a:rPr lang="zh-CN" altLang="en-US">
                <a:cs typeface="+mn-ea"/>
                <a:sym typeface="+mn-lt"/>
              </a:rPr>
              <a:t>点击此处输入研究发方法的具体内容（或该研究方法的第一步内容）</a:t>
            </a:r>
            <a:endParaRPr lang="en-US" altLang="zh-CN" dirty="0">
              <a:cs typeface="+mn-ea"/>
              <a:sym typeface="+mn-lt"/>
            </a:endParaRPr>
          </a:p>
        </p:txBody>
      </p:sp>
      <p:sp>
        <p:nvSpPr>
          <p:cNvPr id="7" name="矩形 6"/>
          <p:cNvSpPr/>
          <p:nvPr/>
        </p:nvSpPr>
        <p:spPr>
          <a:xfrm>
            <a:off x="452850" y="5188038"/>
            <a:ext cx="350903" cy="1084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矩形 7"/>
          <p:cNvSpPr/>
          <p:nvPr/>
        </p:nvSpPr>
        <p:spPr>
          <a:xfrm>
            <a:off x="911686" y="5188038"/>
            <a:ext cx="350903" cy="1084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矩形 8"/>
          <p:cNvSpPr/>
          <p:nvPr/>
        </p:nvSpPr>
        <p:spPr>
          <a:xfrm>
            <a:off x="1370522" y="5188038"/>
            <a:ext cx="350903" cy="10848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
          <p:cNvSpPr/>
          <p:nvPr/>
        </p:nvSpPr>
        <p:spPr>
          <a:xfrm>
            <a:off x="1829358" y="5188038"/>
            <a:ext cx="350903" cy="10848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10"/>
          <p:cNvSpPr/>
          <p:nvPr/>
        </p:nvSpPr>
        <p:spPr>
          <a:xfrm>
            <a:off x="2288194" y="5188038"/>
            <a:ext cx="350903" cy="1084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70639416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Tn>
                        </p:par>
                        <p:par>
                          <p:cTn id="5" fill="hold" nodeType="afterGroup">
                            <p:stCondLst>
                              <p:cond delay="0"/>
                            </p:stCondLst>
                            <p:childTnLst>
                              <p:par>
                                <p:cTn id="6" presetID="22" presetClass="entr" presetSubtype="1" fill="hold" nodeType="afterEffect">
                                  <p:childTnLst>
                                    <p:set>
                                      <p:cBhvr>
                                        <p:cTn id="7" dur="1" fill="hold">
                                          <p:stCondLst>
                                            <p:cond delay="0"/>
                                          </p:stCondLst>
                                        </p:cTn>
                                        <p:tgtEl>
                                          <p:spTgt spid="3"/>
                                        </p:tgtEl>
                                        <p:attrNameLst>
                                          <p:attrName>style.visibility</p:attrName>
                                        </p:attrNameLst>
                                      </p:cBhvr>
                                      <p:to>
                                        <p:strVal val="visible"/>
                                      </p:to>
                                    </p:set>
                                    <p:animEffect transition="in" filter="wipe(up)">
                                      <p:cBhvr>
                                        <p:cTn id="8" dur="500"/>
                                        <p:tgtEl>
                                          <p:spTgt spid="3"/>
                                        </p:tgtEl>
                                      </p:cBhvr>
                                    </p:animEffect>
                                  </p:childTnLst>
                                </p:cTn>
                              </p:par>
                              <p:par>
                                <p:cTn id="9" presetID="12" presetClass="entr" presetSubtype="8" fill="hold" grpId="0" nodeType="withEffec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p:tgtEl>
                                          <p:spTgt spid="4"/>
                                        </p:tgtEl>
                                        <p:attrNameLst>
                                          <p:attrName>ppt_x</p:attrName>
                                        </p:attrNameLst>
                                      </p:cBhvr>
                                      <p:tavLst>
                                        <p:tav tm="0">
                                          <p:val>
                                            <p:strVal val="#ppt_x-#ppt_w*1.125000"/>
                                          </p:val>
                                        </p:tav>
                                        <p:tav tm="100000">
                                          <p:val>
                                            <p:strVal val="#ppt_x"/>
                                          </p:val>
                                        </p:tav>
                                      </p:tavLst>
                                    </p:anim>
                                    <p:animEffect transition="in" filter="wipe(right)">
                                      <p:cBhvr>
                                        <p:cTn id="12" dur="500"/>
                                        <p:tgtEl>
                                          <p:spTgt spid="4"/>
                                        </p:tgtEl>
                                      </p:cBhvr>
                                    </p:animEffect>
                                  </p:childTnLst>
                                </p:cTn>
                              </p:par>
                            </p:childTnLst>
                          </p:cTn>
                        </p:par>
                        <p:par>
                          <p:cTn id="13" fill="hold" nodeType="withGroup">
                            <p:stCondLst>
                              <p:cond delay="500"/>
                            </p:stCondLst>
                            <p:childTnLst>
                              <p:par>
                                <p:cTn id="14" presetID="10" presetClass="entr" presetSubtype="0" fill="hold" grpId="1" nodeType="afterEffect">
                                  <p:iterate type="lt">
                                    <p:tmPct val="3000"/>
                                  </p:iterate>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par>
                          <p:cTn id="17" fill="hold" nodeType="withGroup">
                            <p:stCondLst>
                              <p:cond delay="1600"/>
                            </p:stCondLst>
                            <p:childTnLst>
                              <p:par>
                                <p:cTn id="18" presetID="10" presetClass="entr" presetSubtype="0" fill="hold" grpId="2" nodeType="afterEffect">
                                  <p:iterate type="lt">
                                    <p:tmPct val="3000"/>
                                  </p:iterate>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par>
                          <p:cTn id="21" fill="hold" nodeType="withGroup">
                            <p:stCondLst>
                              <p:cond delay="2700"/>
                            </p:stCondLst>
                            <p:childTnLst>
                              <p:par>
                                <p:cTn id="22" presetID="2" presetClass="entr" presetSubtype="2" fill="hold" grpId="3" nodeType="afterEffec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1+#ppt_w/2"/>
                                          </p:val>
                                        </p:tav>
                                        <p:tav tm="100000">
                                          <p:val>
                                            <p:strVal val="#ppt_x"/>
                                          </p:val>
                                        </p:tav>
                                      </p:tavLst>
                                    </p:anim>
                                    <p:anim calcmode="lin" valueType="num">
                                      <p:cBhvr additive="base">
                                        <p:cTn id="25" dur="500" fill="hold"/>
                                        <p:tgtEl>
                                          <p:spTgt spid="7"/>
                                        </p:tgtEl>
                                        <p:attrNameLst>
                                          <p:attrName>ppt_y</p:attrName>
                                        </p:attrNameLst>
                                      </p:cBhvr>
                                      <p:tavLst>
                                        <p:tav tm="0">
                                          <p:val>
                                            <p:strVal val="#ppt_y"/>
                                          </p:val>
                                        </p:tav>
                                        <p:tav tm="100000">
                                          <p:val>
                                            <p:strVal val="#ppt_y"/>
                                          </p:val>
                                        </p:tav>
                                      </p:tavLst>
                                    </p:anim>
                                  </p:childTnLst>
                                </p:cTn>
                              </p:par>
                              <p:par>
                                <p:cTn id="26" presetID="2" presetClass="entr" presetSubtype="2" fill="hold" grpId="4" nodeType="withEffect">
                                  <p:childTnLst>
                                    <p:set>
                                      <p:cBhvr>
                                        <p:cTn id="27" dur="1" fill="hold">
                                          <p:stCondLst>
                                            <p:cond delay="0"/>
                                          </p:stCondLst>
                                        </p:cTn>
                                        <p:tgtEl>
                                          <p:spTgt spid="8"/>
                                        </p:tgtEl>
                                        <p:attrNameLst>
                                          <p:attrName>style.visibility</p:attrName>
                                        </p:attrNameLst>
                                      </p:cBhvr>
                                      <p:to>
                                        <p:strVal val="visible"/>
                                      </p:to>
                                    </p:set>
                                    <p:anim calcmode="lin" valueType="num">
                                      <p:cBhvr additive="base">
                                        <p:cTn id="28" dur="500" fill="hold"/>
                                        <p:tgtEl>
                                          <p:spTgt spid="8"/>
                                        </p:tgtEl>
                                        <p:attrNameLst>
                                          <p:attrName>ppt_x</p:attrName>
                                        </p:attrNameLst>
                                      </p:cBhvr>
                                      <p:tavLst>
                                        <p:tav tm="0">
                                          <p:val>
                                            <p:strVal val="1+#ppt_w/2"/>
                                          </p:val>
                                        </p:tav>
                                        <p:tav tm="100000">
                                          <p:val>
                                            <p:strVal val="#ppt_x"/>
                                          </p:val>
                                        </p:tav>
                                      </p:tavLst>
                                    </p:anim>
                                    <p:anim calcmode="lin" valueType="num">
                                      <p:cBhvr additive="base">
                                        <p:cTn id="29" dur="500" fill="hold"/>
                                        <p:tgtEl>
                                          <p:spTgt spid="8"/>
                                        </p:tgtEl>
                                        <p:attrNameLst>
                                          <p:attrName>ppt_y</p:attrName>
                                        </p:attrNameLst>
                                      </p:cBhvr>
                                      <p:tavLst>
                                        <p:tav tm="0">
                                          <p:val>
                                            <p:strVal val="#ppt_y"/>
                                          </p:val>
                                        </p:tav>
                                        <p:tav tm="100000">
                                          <p:val>
                                            <p:strVal val="#ppt_y"/>
                                          </p:val>
                                        </p:tav>
                                      </p:tavLst>
                                    </p:anim>
                                  </p:childTnLst>
                                </p:cTn>
                              </p:par>
                              <p:par>
                                <p:cTn id="30" presetID="2" presetClass="entr" presetSubtype="2" fill="hold" grpId="5" nodeType="withEffec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1+#ppt_w/2"/>
                                          </p:val>
                                        </p:tav>
                                        <p:tav tm="100000">
                                          <p:val>
                                            <p:strVal val="#ppt_x"/>
                                          </p:val>
                                        </p:tav>
                                      </p:tavLst>
                                    </p:anim>
                                    <p:anim calcmode="lin" valueType="num">
                                      <p:cBhvr additive="base">
                                        <p:cTn id="33" dur="500" fill="hold"/>
                                        <p:tgtEl>
                                          <p:spTgt spid="9"/>
                                        </p:tgtEl>
                                        <p:attrNameLst>
                                          <p:attrName>ppt_y</p:attrName>
                                        </p:attrNameLst>
                                      </p:cBhvr>
                                      <p:tavLst>
                                        <p:tav tm="0">
                                          <p:val>
                                            <p:strVal val="#ppt_y"/>
                                          </p:val>
                                        </p:tav>
                                        <p:tav tm="100000">
                                          <p:val>
                                            <p:strVal val="#ppt_y"/>
                                          </p:val>
                                        </p:tav>
                                      </p:tavLst>
                                    </p:anim>
                                  </p:childTnLst>
                                </p:cTn>
                              </p:par>
                              <p:par>
                                <p:cTn id="34" presetID="2" presetClass="entr" presetSubtype="2" fill="hold" grpId="6" nodeType="withEffec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ppt_x</p:attrName>
                                        </p:attrNameLst>
                                      </p:cBhvr>
                                      <p:tavLst>
                                        <p:tav tm="0">
                                          <p:val>
                                            <p:strVal val="1+#ppt_w/2"/>
                                          </p:val>
                                        </p:tav>
                                        <p:tav tm="100000">
                                          <p:val>
                                            <p:strVal val="#ppt_x"/>
                                          </p:val>
                                        </p:tav>
                                      </p:tavLst>
                                    </p:anim>
                                    <p:anim calcmode="lin" valueType="num">
                                      <p:cBhvr additive="base">
                                        <p:cTn id="37" dur="500" fill="hold"/>
                                        <p:tgtEl>
                                          <p:spTgt spid="10"/>
                                        </p:tgtEl>
                                        <p:attrNameLst>
                                          <p:attrName>ppt_y</p:attrName>
                                        </p:attrNameLst>
                                      </p:cBhvr>
                                      <p:tavLst>
                                        <p:tav tm="0">
                                          <p:val>
                                            <p:strVal val="#ppt_y"/>
                                          </p:val>
                                        </p:tav>
                                        <p:tav tm="100000">
                                          <p:val>
                                            <p:strVal val="#ppt_y"/>
                                          </p:val>
                                        </p:tav>
                                      </p:tavLst>
                                    </p:anim>
                                  </p:childTnLst>
                                </p:cTn>
                              </p:par>
                              <p:par>
                                <p:cTn id="38" presetID="2" presetClass="entr" presetSubtype="2" fill="hold" grpId="7" nodeType="withEffect">
                                  <p:childTnLst>
                                    <p:set>
                                      <p:cBhvr>
                                        <p:cTn id="39" dur="1" fill="hold">
                                          <p:stCondLst>
                                            <p:cond delay="0"/>
                                          </p:stCondLst>
                                        </p:cTn>
                                        <p:tgtEl>
                                          <p:spTgt spid="11"/>
                                        </p:tgtEl>
                                        <p:attrNameLst>
                                          <p:attrName>style.visibility</p:attrName>
                                        </p:attrNameLst>
                                      </p:cBhvr>
                                      <p:to>
                                        <p:strVal val="visible"/>
                                      </p:to>
                                    </p:set>
                                    <p:anim calcmode="lin" valueType="num">
                                      <p:cBhvr additive="base">
                                        <p:cTn id="40" dur="500" fill="hold"/>
                                        <p:tgtEl>
                                          <p:spTgt spid="11"/>
                                        </p:tgtEl>
                                        <p:attrNameLst>
                                          <p:attrName>ppt_x</p:attrName>
                                        </p:attrNameLst>
                                      </p:cBhvr>
                                      <p:tavLst>
                                        <p:tav tm="0">
                                          <p:val>
                                            <p:strVal val="1+#ppt_w/2"/>
                                          </p:val>
                                        </p:tav>
                                        <p:tav tm="100000">
                                          <p:val>
                                            <p:strVal val="#ppt_x"/>
                                          </p:val>
                                        </p:tav>
                                      </p:tavLst>
                                    </p:anim>
                                    <p:anim calcmode="lin" valueType="num">
                                      <p:cBhvr additive="base">
                                        <p:cTn id="41"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1"/>
      <p:bldP spid="6" grpId="2"/>
      <p:bldP spid="7" grpId="3" animBg="1"/>
      <p:bldP spid="8" grpId="4" animBg="1"/>
      <p:bldP spid="9" grpId="5" animBg="1"/>
      <p:bldP spid="10" grpId="6" animBg="1"/>
      <p:bldP spid="11" grpId="7"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配套设施</a:t>
            </a:r>
          </a:p>
        </p:txBody>
      </p:sp>
      <p:grpSp>
        <p:nvGrpSpPr>
          <p:cNvPr id="20" name="千图PPT彼岸天：ID 8661124库_组合 3">
            <a:extLst>
              <a:ext uri="{FF2B5EF4-FFF2-40B4-BE49-F238E27FC236}">
                <a16:creationId xmlns:a16="http://schemas.microsoft.com/office/drawing/2014/main" id="{983B2EA1-CFC4-4F32-893F-9C174BDAE708}"/>
              </a:ext>
            </a:extLst>
          </p:cNvPr>
          <p:cNvGrpSpPr/>
          <p:nvPr>
            <p:custDataLst>
              <p:tags r:id="rId1"/>
            </p:custDataLst>
          </p:nvPr>
        </p:nvGrpSpPr>
        <p:grpSpPr>
          <a:xfrm>
            <a:off x="3166014" y="2119273"/>
            <a:ext cx="2601366" cy="2619455"/>
            <a:chOff x="1740215" y="2198819"/>
            <a:chExt cx="2601366" cy="2619455"/>
          </a:xfrm>
        </p:grpSpPr>
        <p:grpSp>
          <p:nvGrpSpPr>
            <p:cNvPr id="21" name="组合 20">
              <a:extLst>
                <a:ext uri="{FF2B5EF4-FFF2-40B4-BE49-F238E27FC236}">
                  <a16:creationId xmlns:a16="http://schemas.microsoft.com/office/drawing/2014/main" id="{DB83AFE0-564D-4C83-B789-92C934E58119}"/>
                </a:ext>
              </a:extLst>
            </p:cNvPr>
            <p:cNvGrpSpPr/>
            <p:nvPr/>
          </p:nvGrpSpPr>
          <p:grpSpPr>
            <a:xfrm>
              <a:off x="1740215" y="2198819"/>
              <a:ext cx="2601366" cy="2619455"/>
              <a:chOff x="2582905" y="2616198"/>
              <a:chExt cx="1076900" cy="1084389"/>
            </a:xfrm>
          </p:grpSpPr>
          <p:grpSp>
            <p:nvGrpSpPr>
              <p:cNvPr id="23" name="组合 22">
                <a:extLst>
                  <a:ext uri="{FF2B5EF4-FFF2-40B4-BE49-F238E27FC236}">
                    <a16:creationId xmlns:a16="http://schemas.microsoft.com/office/drawing/2014/main" id="{748DB933-5D6D-4DB4-A980-2479D38313AD}"/>
                  </a:ext>
                </a:extLst>
              </p:cNvPr>
              <p:cNvGrpSpPr/>
              <p:nvPr/>
            </p:nvGrpSpPr>
            <p:grpSpPr>
              <a:xfrm>
                <a:off x="2582905" y="2616198"/>
                <a:ext cx="1076900" cy="1084389"/>
                <a:chOff x="721926" y="3827665"/>
                <a:chExt cx="2227443" cy="2242936"/>
              </a:xfrm>
            </p:grpSpPr>
            <p:sp>
              <p:nvSpPr>
                <p:cNvPr id="25" name="任意多边形: 形状 24">
                  <a:extLst>
                    <a:ext uri="{FF2B5EF4-FFF2-40B4-BE49-F238E27FC236}">
                      <a16:creationId xmlns:a16="http://schemas.microsoft.com/office/drawing/2014/main" id="{A52D8FFC-16F7-4E17-8683-878E27AD2615}"/>
                    </a:ext>
                  </a:extLst>
                </p:cNvPr>
                <p:cNvSpPr/>
                <p:nvPr/>
              </p:nvSpPr>
              <p:spPr bwMode="auto">
                <a:xfrm>
                  <a:off x="721926" y="3827665"/>
                  <a:ext cx="1125537" cy="1716089"/>
                </a:xfrm>
                <a:custGeom>
                  <a:avLst/>
                  <a:gdLst>
                    <a:gd name="T0" fmla="*/ 1004 w 8508"/>
                    <a:gd name="T1" fmla="*/ 12737 h 12977"/>
                    <a:gd name="T2" fmla="*/ 820 w 8508"/>
                    <a:gd name="T3" fmla="*/ 12369 h 12977"/>
                    <a:gd name="T4" fmla="*/ 653 w 8508"/>
                    <a:gd name="T5" fmla="*/ 11991 h 12977"/>
                    <a:gd name="T6" fmla="*/ 505 w 8508"/>
                    <a:gd name="T7" fmla="*/ 11604 h 12977"/>
                    <a:gd name="T8" fmla="*/ 373 w 8508"/>
                    <a:gd name="T9" fmla="*/ 11208 h 12977"/>
                    <a:gd name="T10" fmla="*/ 262 w 8508"/>
                    <a:gd name="T11" fmla="*/ 10804 h 12977"/>
                    <a:gd name="T12" fmla="*/ 169 w 8508"/>
                    <a:gd name="T13" fmla="*/ 10393 h 12977"/>
                    <a:gd name="T14" fmla="*/ 96 w 8508"/>
                    <a:gd name="T15" fmla="*/ 9975 h 12977"/>
                    <a:gd name="T16" fmla="*/ 43 w 8508"/>
                    <a:gd name="T17" fmla="*/ 9549 h 12977"/>
                    <a:gd name="T18" fmla="*/ 11 w 8508"/>
                    <a:gd name="T19" fmla="*/ 9118 h 12977"/>
                    <a:gd name="T20" fmla="*/ 0 w 8508"/>
                    <a:gd name="T21" fmla="*/ 8681 h 12977"/>
                    <a:gd name="T22" fmla="*/ 98 w 8508"/>
                    <a:gd name="T23" fmla="*/ 7374 h 12977"/>
                    <a:gd name="T24" fmla="*/ 381 w 8508"/>
                    <a:gd name="T25" fmla="*/ 6128 h 12977"/>
                    <a:gd name="T26" fmla="*/ 837 w 8508"/>
                    <a:gd name="T27" fmla="*/ 4958 h 12977"/>
                    <a:gd name="T28" fmla="*/ 1449 w 8508"/>
                    <a:gd name="T29" fmla="*/ 3877 h 12977"/>
                    <a:gd name="T30" fmla="*/ 2205 w 8508"/>
                    <a:gd name="T31" fmla="*/ 2899 h 12977"/>
                    <a:gd name="T32" fmla="*/ 3090 w 8508"/>
                    <a:gd name="T33" fmla="*/ 2039 h 12977"/>
                    <a:gd name="T34" fmla="*/ 4089 w 8508"/>
                    <a:gd name="T35" fmla="*/ 1311 h 12977"/>
                    <a:gd name="T36" fmla="*/ 5190 w 8508"/>
                    <a:gd name="T37" fmla="*/ 729 h 12977"/>
                    <a:gd name="T38" fmla="*/ 6377 w 8508"/>
                    <a:gd name="T39" fmla="*/ 308 h 12977"/>
                    <a:gd name="T40" fmla="*/ 7636 w 8508"/>
                    <a:gd name="T41" fmla="*/ 61 h 12977"/>
                    <a:gd name="T42" fmla="*/ 8508 w 8508"/>
                    <a:gd name="T43" fmla="*/ 4795 h 12977"/>
                    <a:gd name="T44" fmla="*/ 7939 w 8508"/>
                    <a:gd name="T45" fmla="*/ 4863 h 12977"/>
                    <a:gd name="T46" fmla="*/ 7398 w 8508"/>
                    <a:gd name="T47" fmla="*/ 5008 h 12977"/>
                    <a:gd name="T48" fmla="*/ 6890 w 8508"/>
                    <a:gd name="T49" fmla="*/ 5227 h 12977"/>
                    <a:gd name="T50" fmla="*/ 6424 w 8508"/>
                    <a:gd name="T51" fmla="*/ 5514 h 12977"/>
                    <a:gd name="T52" fmla="*/ 6004 w 8508"/>
                    <a:gd name="T53" fmla="*/ 5860 h 12977"/>
                    <a:gd name="T54" fmla="*/ 5636 w 8508"/>
                    <a:gd name="T55" fmla="*/ 6262 h 12977"/>
                    <a:gd name="T56" fmla="*/ 5326 w 8508"/>
                    <a:gd name="T57" fmla="*/ 6712 h 12977"/>
                    <a:gd name="T58" fmla="*/ 5082 w 8508"/>
                    <a:gd name="T59" fmla="*/ 7205 h 12977"/>
                    <a:gd name="T60" fmla="*/ 4909 w 8508"/>
                    <a:gd name="T61" fmla="*/ 7734 h 12977"/>
                    <a:gd name="T62" fmla="*/ 4812 w 8508"/>
                    <a:gd name="T63" fmla="*/ 8293 h 12977"/>
                    <a:gd name="T64" fmla="*/ 4792 w 8508"/>
                    <a:gd name="T65" fmla="*/ 8745 h 12977"/>
                    <a:gd name="T66" fmla="*/ 4801 w 8508"/>
                    <a:gd name="T67" fmla="*/ 8937 h 12977"/>
                    <a:gd name="T68" fmla="*/ 4817 w 8508"/>
                    <a:gd name="T69" fmla="*/ 9127 h 12977"/>
                    <a:gd name="T70" fmla="*/ 4843 w 8508"/>
                    <a:gd name="T71" fmla="*/ 9314 h 12977"/>
                    <a:gd name="T72" fmla="*/ 4878 w 8508"/>
                    <a:gd name="T73" fmla="*/ 9497 h 12977"/>
                    <a:gd name="T74" fmla="*/ 4922 w 8508"/>
                    <a:gd name="T75" fmla="*/ 9678 h 12977"/>
                    <a:gd name="T76" fmla="*/ 4973 w 8508"/>
                    <a:gd name="T77" fmla="*/ 9855 h 12977"/>
                    <a:gd name="T78" fmla="*/ 5032 w 8508"/>
                    <a:gd name="T79" fmla="*/ 10029 h 12977"/>
                    <a:gd name="T80" fmla="*/ 5101 w 8508"/>
                    <a:gd name="T81" fmla="*/ 10199 h 12977"/>
                    <a:gd name="T82" fmla="*/ 5176 w 8508"/>
                    <a:gd name="T83" fmla="*/ 10365 h 12977"/>
                    <a:gd name="T84" fmla="*/ 5258 w 8508"/>
                    <a:gd name="T85" fmla="*/ 10527 h 12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508" h="12977">
                      <a:moveTo>
                        <a:pt x="1135" y="12977"/>
                      </a:moveTo>
                      <a:lnTo>
                        <a:pt x="1069" y="12857"/>
                      </a:lnTo>
                      <a:lnTo>
                        <a:pt x="1004" y="12737"/>
                      </a:lnTo>
                      <a:lnTo>
                        <a:pt x="941" y="12615"/>
                      </a:lnTo>
                      <a:lnTo>
                        <a:pt x="879" y="12493"/>
                      </a:lnTo>
                      <a:lnTo>
                        <a:pt x="820" y="12369"/>
                      </a:lnTo>
                      <a:lnTo>
                        <a:pt x="763" y="12244"/>
                      </a:lnTo>
                      <a:lnTo>
                        <a:pt x="706" y="12118"/>
                      </a:lnTo>
                      <a:lnTo>
                        <a:pt x="653" y="11991"/>
                      </a:lnTo>
                      <a:lnTo>
                        <a:pt x="601" y="11863"/>
                      </a:lnTo>
                      <a:lnTo>
                        <a:pt x="552" y="11734"/>
                      </a:lnTo>
                      <a:lnTo>
                        <a:pt x="505" y="11604"/>
                      </a:lnTo>
                      <a:lnTo>
                        <a:pt x="459" y="11473"/>
                      </a:lnTo>
                      <a:lnTo>
                        <a:pt x="416" y="11341"/>
                      </a:lnTo>
                      <a:lnTo>
                        <a:pt x="373" y="11208"/>
                      </a:lnTo>
                      <a:lnTo>
                        <a:pt x="334" y="11074"/>
                      </a:lnTo>
                      <a:lnTo>
                        <a:pt x="297" y="10940"/>
                      </a:lnTo>
                      <a:lnTo>
                        <a:pt x="262" y="10804"/>
                      </a:lnTo>
                      <a:lnTo>
                        <a:pt x="229" y="10668"/>
                      </a:lnTo>
                      <a:lnTo>
                        <a:pt x="198" y="10530"/>
                      </a:lnTo>
                      <a:lnTo>
                        <a:pt x="169" y="10393"/>
                      </a:lnTo>
                      <a:lnTo>
                        <a:pt x="142" y="10254"/>
                      </a:lnTo>
                      <a:lnTo>
                        <a:pt x="118" y="10115"/>
                      </a:lnTo>
                      <a:lnTo>
                        <a:pt x="96" y="9975"/>
                      </a:lnTo>
                      <a:lnTo>
                        <a:pt x="76" y="9834"/>
                      </a:lnTo>
                      <a:lnTo>
                        <a:pt x="59" y="9691"/>
                      </a:lnTo>
                      <a:lnTo>
                        <a:pt x="43" y="9549"/>
                      </a:lnTo>
                      <a:lnTo>
                        <a:pt x="30" y="9406"/>
                      </a:lnTo>
                      <a:lnTo>
                        <a:pt x="20" y="9263"/>
                      </a:lnTo>
                      <a:lnTo>
                        <a:pt x="11" y="9118"/>
                      </a:lnTo>
                      <a:lnTo>
                        <a:pt x="4" y="8973"/>
                      </a:lnTo>
                      <a:lnTo>
                        <a:pt x="1" y="8827"/>
                      </a:lnTo>
                      <a:lnTo>
                        <a:pt x="0" y="8681"/>
                      </a:lnTo>
                      <a:lnTo>
                        <a:pt x="11" y="8239"/>
                      </a:lnTo>
                      <a:lnTo>
                        <a:pt x="43" y="7804"/>
                      </a:lnTo>
                      <a:lnTo>
                        <a:pt x="98" y="7374"/>
                      </a:lnTo>
                      <a:lnTo>
                        <a:pt x="173" y="6952"/>
                      </a:lnTo>
                      <a:lnTo>
                        <a:pt x="267" y="6536"/>
                      </a:lnTo>
                      <a:lnTo>
                        <a:pt x="381" y="6128"/>
                      </a:lnTo>
                      <a:lnTo>
                        <a:pt x="514" y="5730"/>
                      </a:lnTo>
                      <a:lnTo>
                        <a:pt x="666" y="5339"/>
                      </a:lnTo>
                      <a:lnTo>
                        <a:pt x="837" y="4958"/>
                      </a:lnTo>
                      <a:lnTo>
                        <a:pt x="1023" y="4587"/>
                      </a:lnTo>
                      <a:lnTo>
                        <a:pt x="1229" y="4226"/>
                      </a:lnTo>
                      <a:lnTo>
                        <a:pt x="1449" y="3877"/>
                      </a:lnTo>
                      <a:lnTo>
                        <a:pt x="1685" y="3538"/>
                      </a:lnTo>
                      <a:lnTo>
                        <a:pt x="1938" y="3213"/>
                      </a:lnTo>
                      <a:lnTo>
                        <a:pt x="2205" y="2899"/>
                      </a:lnTo>
                      <a:lnTo>
                        <a:pt x="2486" y="2598"/>
                      </a:lnTo>
                      <a:lnTo>
                        <a:pt x="2781" y="2312"/>
                      </a:lnTo>
                      <a:lnTo>
                        <a:pt x="3090" y="2039"/>
                      </a:lnTo>
                      <a:lnTo>
                        <a:pt x="3411" y="1781"/>
                      </a:lnTo>
                      <a:lnTo>
                        <a:pt x="3744" y="1538"/>
                      </a:lnTo>
                      <a:lnTo>
                        <a:pt x="4089" y="1311"/>
                      </a:lnTo>
                      <a:lnTo>
                        <a:pt x="4446" y="1101"/>
                      </a:lnTo>
                      <a:lnTo>
                        <a:pt x="4813" y="906"/>
                      </a:lnTo>
                      <a:lnTo>
                        <a:pt x="5190" y="729"/>
                      </a:lnTo>
                      <a:lnTo>
                        <a:pt x="5577" y="570"/>
                      </a:lnTo>
                      <a:lnTo>
                        <a:pt x="5972" y="430"/>
                      </a:lnTo>
                      <a:lnTo>
                        <a:pt x="6377" y="308"/>
                      </a:lnTo>
                      <a:lnTo>
                        <a:pt x="6789" y="205"/>
                      </a:lnTo>
                      <a:lnTo>
                        <a:pt x="7209" y="123"/>
                      </a:lnTo>
                      <a:lnTo>
                        <a:pt x="7636" y="61"/>
                      </a:lnTo>
                      <a:lnTo>
                        <a:pt x="8069" y="20"/>
                      </a:lnTo>
                      <a:lnTo>
                        <a:pt x="8508" y="0"/>
                      </a:lnTo>
                      <a:lnTo>
                        <a:pt x="8508" y="4795"/>
                      </a:lnTo>
                      <a:lnTo>
                        <a:pt x="8316" y="4808"/>
                      </a:lnTo>
                      <a:lnTo>
                        <a:pt x="8126" y="4831"/>
                      </a:lnTo>
                      <a:lnTo>
                        <a:pt x="7939" y="4863"/>
                      </a:lnTo>
                      <a:lnTo>
                        <a:pt x="7755" y="4903"/>
                      </a:lnTo>
                      <a:lnTo>
                        <a:pt x="7575" y="4952"/>
                      </a:lnTo>
                      <a:lnTo>
                        <a:pt x="7398" y="5008"/>
                      </a:lnTo>
                      <a:lnTo>
                        <a:pt x="7225" y="5073"/>
                      </a:lnTo>
                      <a:lnTo>
                        <a:pt x="7055" y="5147"/>
                      </a:lnTo>
                      <a:lnTo>
                        <a:pt x="6890" y="5227"/>
                      </a:lnTo>
                      <a:lnTo>
                        <a:pt x="6731" y="5315"/>
                      </a:lnTo>
                      <a:lnTo>
                        <a:pt x="6574" y="5411"/>
                      </a:lnTo>
                      <a:lnTo>
                        <a:pt x="6424" y="5514"/>
                      </a:lnTo>
                      <a:lnTo>
                        <a:pt x="6278" y="5622"/>
                      </a:lnTo>
                      <a:lnTo>
                        <a:pt x="6138" y="5738"/>
                      </a:lnTo>
                      <a:lnTo>
                        <a:pt x="6004" y="5860"/>
                      </a:lnTo>
                      <a:lnTo>
                        <a:pt x="5876" y="5988"/>
                      </a:lnTo>
                      <a:lnTo>
                        <a:pt x="5753" y="6122"/>
                      </a:lnTo>
                      <a:lnTo>
                        <a:pt x="5636" y="6262"/>
                      </a:lnTo>
                      <a:lnTo>
                        <a:pt x="5526" y="6407"/>
                      </a:lnTo>
                      <a:lnTo>
                        <a:pt x="5423" y="6557"/>
                      </a:lnTo>
                      <a:lnTo>
                        <a:pt x="5326" y="6712"/>
                      </a:lnTo>
                      <a:lnTo>
                        <a:pt x="5237" y="6872"/>
                      </a:lnTo>
                      <a:lnTo>
                        <a:pt x="5156" y="7037"/>
                      </a:lnTo>
                      <a:lnTo>
                        <a:pt x="5082" y="7205"/>
                      </a:lnTo>
                      <a:lnTo>
                        <a:pt x="5016" y="7377"/>
                      </a:lnTo>
                      <a:lnTo>
                        <a:pt x="4959" y="7554"/>
                      </a:lnTo>
                      <a:lnTo>
                        <a:pt x="4909" y="7734"/>
                      </a:lnTo>
                      <a:lnTo>
                        <a:pt x="4867" y="7918"/>
                      </a:lnTo>
                      <a:lnTo>
                        <a:pt x="4835" y="8105"/>
                      </a:lnTo>
                      <a:lnTo>
                        <a:pt x="4812" y="8293"/>
                      </a:lnTo>
                      <a:lnTo>
                        <a:pt x="4797" y="8487"/>
                      </a:lnTo>
                      <a:lnTo>
                        <a:pt x="4792" y="8681"/>
                      </a:lnTo>
                      <a:lnTo>
                        <a:pt x="4792" y="8745"/>
                      </a:lnTo>
                      <a:lnTo>
                        <a:pt x="4795" y="8810"/>
                      </a:lnTo>
                      <a:lnTo>
                        <a:pt x="4797" y="8874"/>
                      </a:lnTo>
                      <a:lnTo>
                        <a:pt x="4801" y="8937"/>
                      </a:lnTo>
                      <a:lnTo>
                        <a:pt x="4805" y="9001"/>
                      </a:lnTo>
                      <a:lnTo>
                        <a:pt x="4811" y="9064"/>
                      </a:lnTo>
                      <a:lnTo>
                        <a:pt x="4817" y="9127"/>
                      </a:lnTo>
                      <a:lnTo>
                        <a:pt x="4825" y="9190"/>
                      </a:lnTo>
                      <a:lnTo>
                        <a:pt x="4834" y="9252"/>
                      </a:lnTo>
                      <a:lnTo>
                        <a:pt x="4843" y="9314"/>
                      </a:lnTo>
                      <a:lnTo>
                        <a:pt x="4854" y="9376"/>
                      </a:lnTo>
                      <a:lnTo>
                        <a:pt x="4866" y="9436"/>
                      </a:lnTo>
                      <a:lnTo>
                        <a:pt x="4878" y="9497"/>
                      </a:lnTo>
                      <a:lnTo>
                        <a:pt x="4892" y="9558"/>
                      </a:lnTo>
                      <a:lnTo>
                        <a:pt x="4906" y="9619"/>
                      </a:lnTo>
                      <a:lnTo>
                        <a:pt x="4922" y="9678"/>
                      </a:lnTo>
                      <a:lnTo>
                        <a:pt x="4938" y="9738"/>
                      </a:lnTo>
                      <a:lnTo>
                        <a:pt x="4955" y="9797"/>
                      </a:lnTo>
                      <a:lnTo>
                        <a:pt x="4973" y="9855"/>
                      </a:lnTo>
                      <a:lnTo>
                        <a:pt x="4992" y="9914"/>
                      </a:lnTo>
                      <a:lnTo>
                        <a:pt x="5012" y="9971"/>
                      </a:lnTo>
                      <a:lnTo>
                        <a:pt x="5032" y="10029"/>
                      </a:lnTo>
                      <a:lnTo>
                        <a:pt x="5054" y="10086"/>
                      </a:lnTo>
                      <a:lnTo>
                        <a:pt x="5077" y="10143"/>
                      </a:lnTo>
                      <a:lnTo>
                        <a:pt x="5101" y="10199"/>
                      </a:lnTo>
                      <a:lnTo>
                        <a:pt x="5125" y="10255"/>
                      </a:lnTo>
                      <a:lnTo>
                        <a:pt x="5150" y="10310"/>
                      </a:lnTo>
                      <a:lnTo>
                        <a:pt x="5176" y="10365"/>
                      </a:lnTo>
                      <a:lnTo>
                        <a:pt x="5202" y="10420"/>
                      </a:lnTo>
                      <a:lnTo>
                        <a:pt x="5230" y="10474"/>
                      </a:lnTo>
                      <a:lnTo>
                        <a:pt x="5258" y="10527"/>
                      </a:lnTo>
                      <a:lnTo>
                        <a:pt x="5287" y="10579"/>
                      </a:lnTo>
                      <a:lnTo>
                        <a:pt x="1135" y="12977"/>
                      </a:lnTo>
                      <a:close/>
                    </a:path>
                  </a:pathLst>
                </a:custGeom>
                <a:solidFill>
                  <a:schemeClr val="accent2">
                    <a:lumMod val="100000"/>
                  </a:schemeClr>
                </a:solidFill>
                <a:ln>
                  <a:solidFill>
                    <a:schemeClr val="bg1"/>
                  </a:solidFill>
                </a:ln>
              </p:spPr>
              <p:txBody>
                <a:bodyPr anchor="ctr"/>
                <a:lstStyle/>
                <a:p>
                  <a:pPr algn="ctr"/>
                  <a:endParaRPr dirty="0"/>
                </a:p>
              </p:txBody>
            </p:sp>
            <p:sp>
              <p:nvSpPr>
                <p:cNvPr id="26" name="任意多边形: 形状 25">
                  <a:extLst>
                    <a:ext uri="{FF2B5EF4-FFF2-40B4-BE49-F238E27FC236}">
                      <a16:creationId xmlns:a16="http://schemas.microsoft.com/office/drawing/2014/main" id="{767CAA55-E6FC-4188-8EC7-EA86F4FB03D6}"/>
                    </a:ext>
                  </a:extLst>
                </p:cNvPr>
                <p:cNvSpPr/>
                <p:nvPr/>
              </p:nvSpPr>
              <p:spPr bwMode="auto">
                <a:xfrm>
                  <a:off x="861355" y="5211763"/>
                  <a:ext cx="1947863" cy="858838"/>
                </a:xfrm>
                <a:custGeom>
                  <a:avLst/>
                  <a:gdLst>
                    <a:gd name="T0" fmla="*/ 252217063 w 14736"/>
                    <a:gd name="T1" fmla="*/ 49939682 h 6488"/>
                    <a:gd name="T2" fmla="*/ 243445731 w 14736"/>
                    <a:gd name="T3" fmla="*/ 61101664 h 6488"/>
                    <a:gd name="T4" fmla="*/ 233696106 w 14736"/>
                    <a:gd name="T5" fmla="*/ 71387467 h 6488"/>
                    <a:gd name="T6" fmla="*/ 223037716 w 14736"/>
                    <a:gd name="T7" fmla="*/ 80727066 h 6488"/>
                    <a:gd name="T8" fmla="*/ 211523302 w 14736"/>
                    <a:gd name="T9" fmla="*/ 89032829 h 6488"/>
                    <a:gd name="T10" fmla="*/ 199257555 w 14736"/>
                    <a:gd name="T11" fmla="*/ 96287150 h 6488"/>
                    <a:gd name="T12" fmla="*/ 186275371 w 14736"/>
                    <a:gd name="T13" fmla="*/ 102349980 h 6488"/>
                    <a:gd name="T14" fmla="*/ 172646807 w 14736"/>
                    <a:gd name="T15" fmla="*/ 107203844 h 6488"/>
                    <a:gd name="T16" fmla="*/ 158494001 w 14736"/>
                    <a:gd name="T17" fmla="*/ 110760980 h 6488"/>
                    <a:gd name="T18" fmla="*/ 143834402 w 14736"/>
                    <a:gd name="T19" fmla="*/ 112951229 h 6488"/>
                    <a:gd name="T20" fmla="*/ 128738199 w 14736"/>
                    <a:gd name="T21" fmla="*/ 113687224 h 6488"/>
                    <a:gd name="T22" fmla="*/ 113641865 w 14736"/>
                    <a:gd name="T23" fmla="*/ 112951229 h 6488"/>
                    <a:gd name="T24" fmla="*/ 98982266 w 14736"/>
                    <a:gd name="T25" fmla="*/ 110760980 h 6488"/>
                    <a:gd name="T26" fmla="*/ 84829460 w 14736"/>
                    <a:gd name="T27" fmla="*/ 107203844 h 6488"/>
                    <a:gd name="T28" fmla="*/ 71200896 w 14736"/>
                    <a:gd name="T29" fmla="*/ 102349980 h 6488"/>
                    <a:gd name="T30" fmla="*/ 58218712 w 14736"/>
                    <a:gd name="T31" fmla="*/ 96287150 h 6488"/>
                    <a:gd name="T32" fmla="*/ 45952964 w 14736"/>
                    <a:gd name="T33" fmla="*/ 89032829 h 6488"/>
                    <a:gd name="T34" fmla="*/ 34438551 w 14736"/>
                    <a:gd name="T35" fmla="*/ 80727066 h 6488"/>
                    <a:gd name="T36" fmla="*/ 23780161 w 14736"/>
                    <a:gd name="T37" fmla="*/ 71387467 h 6488"/>
                    <a:gd name="T38" fmla="*/ 14030535 w 14736"/>
                    <a:gd name="T39" fmla="*/ 61101664 h 6488"/>
                    <a:gd name="T40" fmla="*/ 5259204 w 14736"/>
                    <a:gd name="T41" fmla="*/ 49939682 h 6488"/>
                    <a:gd name="T42" fmla="*/ 72616190 w 14736"/>
                    <a:gd name="T43" fmla="*/ 0 h 6488"/>
                    <a:gd name="T44" fmla="*/ 76267904 w 14736"/>
                    <a:gd name="T45" fmla="*/ 4853732 h 6488"/>
                    <a:gd name="T46" fmla="*/ 80339038 w 14736"/>
                    <a:gd name="T47" fmla="*/ 9392151 h 6488"/>
                    <a:gd name="T48" fmla="*/ 84794564 w 14736"/>
                    <a:gd name="T49" fmla="*/ 13527493 h 6488"/>
                    <a:gd name="T50" fmla="*/ 89599451 w 14736"/>
                    <a:gd name="T51" fmla="*/ 17259890 h 6488"/>
                    <a:gd name="T52" fmla="*/ 94736384 w 14736"/>
                    <a:gd name="T53" fmla="*/ 20571606 h 6488"/>
                    <a:gd name="T54" fmla="*/ 100187916 w 14736"/>
                    <a:gd name="T55" fmla="*/ 23410351 h 6488"/>
                    <a:gd name="T56" fmla="*/ 105883987 w 14736"/>
                    <a:gd name="T57" fmla="*/ 25758389 h 6488"/>
                    <a:gd name="T58" fmla="*/ 111859628 w 14736"/>
                    <a:gd name="T59" fmla="*/ 27580772 h 6488"/>
                    <a:gd name="T60" fmla="*/ 118027464 w 14736"/>
                    <a:gd name="T61" fmla="*/ 28859895 h 6488"/>
                    <a:gd name="T62" fmla="*/ 124387496 w 14736"/>
                    <a:gd name="T63" fmla="*/ 29560812 h 6488"/>
                    <a:gd name="T64" fmla="*/ 130922143 w 14736"/>
                    <a:gd name="T65" fmla="*/ 29665917 h 6488"/>
                    <a:gd name="T66" fmla="*/ 137352100 w 14736"/>
                    <a:gd name="T67" fmla="*/ 29175341 h 6488"/>
                    <a:gd name="T68" fmla="*/ 143589862 w 14736"/>
                    <a:gd name="T69" fmla="*/ 28071348 h 6488"/>
                    <a:gd name="T70" fmla="*/ 149617847 w 14736"/>
                    <a:gd name="T71" fmla="*/ 26424227 h 6488"/>
                    <a:gd name="T72" fmla="*/ 155418741 w 14736"/>
                    <a:gd name="T73" fmla="*/ 24233846 h 6488"/>
                    <a:gd name="T74" fmla="*/ 160957646 w 14736"/>
                    <a:gd name="T75" fmla="*/ 21570495 h 6488"/>
                    <a:gd name="T76" fmla="*/ 166181953 w 14736"/>
                    <a:gd name="T77" fmla="*/ 18416304 h 6488"/>
                    <a:gd name="T78" fmla="*/ 171126691 w 14736"/>
                    <a:gd name="T79" fmla="*/ 14824222 h 6488"/>
                    <a:gd name="T80" fmla="*/ 175687038 w 14736"/>
                    <a:gd name="T81" fmla="*/ 10811457 h 6488"/>
                    <a:gd name="T82" fmla="*/ 179897891 w 14736"/>
                    <a:gd name="T83" fmla="*/ 6395749 h 6488"/>
                    <a:gd name="T84" fmla="*/ 183689456 w 14736"/>
                    <a:gd name="T85" fmla="*/ 1647121 h 648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4736" h="6488">
                      <a:moveTo>
                        <a:pt x="14736" y="2398"/>
                      </a:moveTo>
                      <a:lnTo>
                        <a:pt x="14589" y="2626"/>
                      </a:lnTo>
                      <a:lnTo>
                        <a:pt x="14435" y="2850"/>
                      </a:lnTo>
                      <a:lnTo>
                        <a:pt x="14273" y="3067"/>
                      </a:lnTo>
                      <a:lnTo>
                        <a:pt x="14106" y="3280"/>
                      </a:lnTo>
                      <a:lnTo>
                        <a:pt x="13933" y="3487"/>
                      </a:lnTo>
                      <a:lnTo>
                        <a:pt x="13753" y="3688"/>
                      </a:lnTo>
                      <a:lnTo>
                        <a:pt x="13567" y="3884"/>
                      </a:lnTo>
                      <a:lnTo>
                        <a:pt x="13375" y="4074"/>
                      </a:lnTo>
                      <a:lnTo>
                        <a:pt x="13177" y="4258"/>
                      </a:lnTo>
                      <a:lnTo>
                        <a:pt x="12973" y="4436"/>
                      </a:lnTo>
                      <a:lnTo>
                        <a:pt x="12765" y="4607"/>
                      </a:lnTo>
                      <a:lnTo>
                        <a:pt x="12550" y="4772"/>
                      </a:lnTo>
                      <a:lnTo>
                        <a:pt x="12331" y="4930"/>
                      </a:lnTo>
                      <a:lnTo>
                        <a:pt x="12106" y="5081"/>
                      </a:lnTo>
                      <a:lnTo>
                        <a:pt x="11876" y="5227"/>
                      </a:lnTo>
                      <a:lnTo>
                        <a:pt x="11643" y="5365"/>
                      </a:lnTo>
                      <a:lnTo>
                        <a:pt x="11404" y="5495"/>
                      </a:lnTo>
                      <a:lnTo>
                        <a:pt x="11160" y="5618"/>
                      </a:lnTo>
                      <a:lnTo>
                        <a:pt x="10912" y="5734"/>
                      </a:lnTo>
                      <a:lnTo>
                        <a:pt x="10661" y="5841"/>
                      </a:lnTo>
                      <a:lnTo>
                        <a:pt x="10405" y="5942"/>
                      </a:lnTo>
                      <a:lnTo>
                        <a:pt x="10145" y="6034"/>
                      </a:lnTo>
                      <a:lnTo>
                        <a:pt x="9881" y="6118"/>
                      </a:lnTo>
                      <a:lnTo>
                        <a:pt x="9614" y="6194"/>
                      </a:lnTo>
                      <a:lnTo>
                        <a:pt x="9344" y="6262"/>
                      </a:lnTo>
                      <a:lnTo>
                        <a:pt x="9071" y="6321"/>
                      </a:lnTo>
                      <a:lnTo>
                        <a:pt x="8794" y="6372"/>
                      </a:lnTo>
                      <a:lnTo>
                        <a:pt x="8514" y="6413"/>
                      </a:lnTo>
                      <a:lnTo>
                        <a:pt x="8232" y="6446"/>
                      </a:lnTo>
                      <a:lnTo>
                        <a:pt x="7946" y="6470"/>
                      </a:lnTo>
                      <a:lnTo>
                        <a:pt x="7658" y="6484"/>
                      </a:lnTo>
                      <a:lnTo>
                        <a:pt x="7368" y="6488"/>
                      </a:lnTo>
                      <a:lnTo>
                        <a:pt x="7078" y="6484"/>
                      </a:lnTo>
                      <a:lnTo>
                        <a:pt x="6790" y="6470"/>
                      </a:lnTo>
                      <a:lnTo>
                        <a:pt x="6504" y="6446"/>
                      </a:lnTo>
                      <a:lnTo>
                        <a:pt x="6222" y="6413"/>
                      </a:lnTo>
                      <a:lnTo>
                        <a:pt x="5942" y="6372"/>
                      </a:lnTo>
                      <a:lnTo>
                        <a:pt x="5665" y="6321"/>
                      </a:lnTo>
                      <a:lnTo>
                        <a:pt x="5392" y="6262"/>
                      </a:lnTo>
                      <a:lnTo>
                        <a:pt x="5122" y="6194"/>
                      </a:lnTo>
                      <a:lnTo>
                        <a:pt x="4855" y="6118"/>
                      </a:lnTo>
                      <a:lnTo>
                        <a:pt x="4591" y="6034"/>
                      </a:lnTo>
                      <a:lnTo>
                        <a:pt x="4331" y="5942"/>
                      </a:lnTo>
                      <a:lnTo>
                        <a:pt x="4075" y="5841"/>
                      </a:lnTo>
                      <a:lnTo>
                        <a:pt x="3824" y="5734"/>
                      </a:lnTo>
                      <a:lnTo>
                        <a:pt x="3576" y="5618"/>
                      </a:lnTo>
                      <a:lnTo>
                        <a:pt x="3332" y="5495"/>
                      </a:lnTo>
                      <a:lnTo>
                        <a:pt x="3093" y="5365"/>
                      </a:lnTo>
                      <a:lnTo>
                        <a:pt x="2860" y="5227"/>
                      </a:lnTo>
                      <a:lnTo>
                        <a:pt x="2630" y="5081"/>
                      </a:lnTo>
                      <a:lnTo>
                        <a:pt x="2405" y="4930"/>
                      </a:lnTo>
                      <a:lnTo>
                        <a:pt x="2186" y="4772"/>
                      </a:lnTo>
                      <a:lnTo>
                        <a:pt x="1971" y="4607"/>
                      </a:lnTo>
                      <a:lnTo>
                        <a:pt x="1763" y="4436"/>
                      </a:lnTo>
                      <a:lnTo>
                        <a:pt x="1559" y="4258"/>
                      </a:lnTo>
                      <a:lnTo>
                        <a:pt x="1361" y="4074"/>
                      </a:lnTo>
                      <a:lnTo>
                        <a:pt x="1169" y="3884"/>
                      </a:lnTo>
                      <a:lnTo>
                        <a:pt x="983" y="3688"/>
                      </a:lnTo>
                      <a:lnTo>
                        <a:pt x="803" y="3487"/>
                      </a:lnTo>
                      <a:lnTo>
                        <a:pt x="630" y="3280"/>
                      </a:lnTo>
                      <a:lnTo>
                        <a:pt x="463" y="3067"/>
                      </a:lnTo>
                      <a:lnTo>
                        <a:pt x="301" y="2850"/>
                      </a:lnTo>
                      <a:lnTo>
                        <a:pt x="147" y="2626"/>
                      </a:lnTo>
                      <a:lnTo>
                        <a:pt x="0" y="2399"/>
                      </a:lnTo>
                      <a:lnTo>
                        <a:pt x="4156" y="0"/>
                      </a:lnTo>
                      <a:lnTo>
                        <a:pt x="4223" y="94"/>
                      </a:lnTo>
                      <a:lnTo>
                        <a:pt x="4292" y="187"/>
                      </a:lnTo>
                      <a:lnTo>
                        <a:pt x="4365" y="277"/>
                      </a:lnTo>
                      <a:lnTo>
                        <a:pt x="4440" y="366"/>
                      </a:lnTo>
                      <a:lnTo>
                        <a:pt x="4518" y="452"/>
                      </a:lnTo>
                      <a:lnTo>
                        <a:pt x="4598" y="536"/>
                      </a:lnTo>
                      <a:lnTo>
                        <a:pt x="4681" y="617"/>
                      </a:lnTo>
                      <a:lnTo>
                        <a:pt x="4766" y="696"/>
                      </a:lnTo>
                      <a:lnTo>
                        <a:pt x="4853" y="772"/>
                      </a:lnTo>
                      <a:lnTo>
                        <a:pt x="4942" y="846"/>
                      </a:lnTo>
                      <a:lnTo>
                        <a:pt x="5035" y="917"/>
                      </a:lnTo>
                      <a:lnTo>
                        <a:pt x="5128" y="985"/>
                      </a:lnTo>
                      <a:lnTo>
                        <a:pt x="5225" y="1051"/>
                      </a:lnTo>
                      <a:lnTo>
                        <a:pt x="5322" y="1114"/>
                      </a:lnTo>
                      <a:lnTo>
                        <a:pt x="5422" y="1174"/>
                      </a:lnTo>
                      <a:lnTo>
                        <a:pt x="5524" y="1231"/>
                      </a:lnTo>
                      <a:lnTo>
                        <a:pt x="5628" y="1285"/>
                      </a:lnTo>
                      <a:lnTo>
                        <a:pt x="5734" y="1336"/>
                      </a:lnTo>
                      <a:lnTo>
                        <a:pt x="5841" y="1383"/>
                      </a:lnTo>
                      <a:lnTo>
                        <a:pt x="5950" y="1428"/>
                      </a:lnTo>
                      <a:lnTo>
                        <a:pt x="6060" y="1470"/>
                      </a:lnTo>
                      <a:lnTo>
                        <a:pt x="6173" y="1508"/>
                      </a:lnTo>
                      <a:lnTo>
                        <a:pt x="6287" y="1543"/>
                      </a:lnTo>
                      <a:lnTo>
                        <a:pt x="6402" y="1574"/>
                      </a:lnTo>
                      <a:lnTo>
                        <a:pt x="6518" y="1602"/>
                      </a:lnTo>
                      <a:lnTo>
                        <a:pt x="6637" y="1627"/>
                      </a:lnTo>
                      <a:lnTo>
                        <a:pt x="6755" y="1647"/>
                      </a:lnTo>
                      <a:lnTo>
                        <a:pt x="6875" y="1665"/>
                      </a:lnTo>
                      <a:lnTo>
                        <a:pt x="6997" y="1678"/>
                      </a:lnTo>
                      <a:lnTo>
                        <a:pt x="7119" y="1687"/>
                      </a:lnTo>
                      <a:lnTo>
                        <a:pt x="7243" y="1693"/>
                      </a:lnTo>
                      <a:lnTo>
                        <a:pt x="7368" y="1695"/>
                      </a:lnTo>
                      <a:lnTo>
                        <a:pt x="7493" y="1693"/>
                      </a:lnTo>
                      <a:lnTo>
                        <a:pt x="7617" y="1687"/>
                      </a:lnTo>
                      <a:lnTo>
                        <a:pt x="7739" y="1678"/>
                      </a:lnTo>
                      <a:lnTo>
                        <a:pt x="7861" y="1665"/>
                      </a:lnTo>
                      <a:lnTo>
                        <a:pt x="7981" y="1647"/>
                      </a:lnTo>
                      <a:lnTo>
                        <a:pt x="8099" y="1627"/>
                      </a:lnTo>
                      <a:lnTo>
                        <a:pt x="8218" y="1602"/>
                      </a:lnTo>
                      <a:lnTo>
                        <a:pt x="8334" y="1574"/>
                      </a:lnTo>
                      <a:lnTo>
                        <a:pt x="8449" y="1543"/>
                      </a:lnTo>
                      <a:lnTo>
                        <a:pt x="8563" y="1508"/>
                      </a:lnTo>
                      <a:lnTo>
                        <a:pt x="8676" y="1469"/>
                      </a:lnTo>
                      <a:lnTo>
                        <a:pt x="8786" y="1428"/>
                      </a:lnTo>
                      <a:lnTo>
                        <a:pt x="8895" y="1383"/>
                      </a:lnTo>
                      <a:lnTo>
                        <a:pt x="9002" y="1336"/>
                      </a:lnTo>
                      <a:lnTo>
                        <a:pt x="9108" y="1285"/>
                      </a:lnTo>
                      <a:lnTo>
                        <a:pt x="9212" y="1231"/>
                      </a:lnTo>
                      <a:lnTo>
                        <a:pt x="9314" y="1174"/>
                      </a:lnTo>
                      <a:lnTo>
                        <a:pt x="9414" y="1114"/>
                      </a:lnTo>
                      <a:lnTo>
                        <a:pt x="9511" y="1051"/>
                      </a:lnTo>
                      <a:lnTo>
                        <a:pt x="9608" y="985"/>
                      </a:lnTo>
                      <a:lnTo>
                        <a:pt x="9701" y="917"/>
                      </a:lnTo>
                      <a:lnTo>
                        <a:pt x="9794" y="846"/>
                      </a:lnTo>
                      <a:lnTo>
                        <a:pt x="9883" y="772"/>
                      </a:lnTo>
                      <a:lnTo>
                        <a:pt x="9970" y="696"/>
                      </a:lnTo>
                      <a:lnTo>
                        <a:pt x="10055" y="617"/>
                      </a:lnTo>
                      <a:lnTo>
                        <a:pt x="10138" y="536"/>
                      </a:lnTo>
                      <a:lnTo>
                        <a:pt x="10218" y="452"/>
                      </a:lnTo>
                      <a:lnTo>
                        <a:pt x="10296" y="365"/>
                      </a:lnTo>
                      <a:lnTo>
                        <a:pt x="10371" y="277"/>
                      </a:lnTo>
                      <a:lnTo>
                        <a:pt x="10444" y="187"/>
                      </a:lnTo>
                      <a:lnTo>
                        <a:pt x="10513" y="94"/>
                      </a:lnTo>
                      <a:lnTo>
                        <a:pt x="10580" y="0"/>
                      </a:lnTo>
                      <a:lnTo>
                        <a:pt x="14736" y="2398"/>
                      </a:lnTo>
                      <a:close/>
                    </a:path>
                  </a:pathLst>
                </a:custGeom>
                <a:solidFill>
                  <a:schemeClr val="accent4">
                    <a:lumMod val="100000"/>
                  </a:schemeClr>
                </a:solidFill>
                <a:ln w="9525">
                  <a:solidFill>
                    <a:schemeClr val="bg1"/>
                  </a:solidFill>
                  <a:round/>
                </a:ln>
              </p:spPr>
              <p:txBody>
                <a:bodyPr anchor="ctr"/>
                <a:lstStyle/>
                <a:p>
                  <a:pPr algn="ctr"/>
                  <a:endParaRPr dirty="0"/>
                </a:p>
              </p:txBody>
            </p:sp>
            <p:sp>
              <p:nvSpPr>
                <p:cNvPr id="27" name="任意多边形: 形状 26">
                  <a:extLst>
                    <a:ext uri="{FF2B5EF4-FFF2-40B4-BE49-F238E27FC236}">
                      <a16:creationId xmlns:a16="http://schemas.microsoft.com/office/drawing/2014/main" id="{7CF5B6D9-83E2-499F-830B-4EE54B5D070E}"/>
                    </a:ext>
                  </a:extLst>
                </p:cNvPr>
                <p:cNvSpPr/>
                <p:nvPr/>
              </p:nvSpPr>
              <p:spPr bwMode="auto">
                <a:xfrm>
                  <a:off x="1823832" y="3827665"/>
                  <a:ext cx="1125537" cy="1716089"/>
                </a:xfrm>
                <a:custGeom>
                  <a:avLst/>
                  <a:gdLst>
                    <a:gd name="T0" fmla="*/ 15260909 w 8508"/>
                    <a:gd name="T1" fmla="*/ 1066786 h 12977"/>
                    <a:gd name="T2" fmla="*/ 37294889 w 8508"/>
                    <a:gd name="T3" fmla="*/ 5368709 h 12977"/>
                    <a:gd name="T4" fmla="*/ 58068659 w 8508"/>
                    <a:gd name="T5" fmla="*/ 12748403 h 12977"/>
                    <a:gd name="T6" fmla="*/ 77337346 w 8508"/>
                    <a:gd name="T7" fmla="*/ 22926312 h 12977"/>
                    <a:gd name="T8" fmla="*/ 94821020 w 8508"/>
                    <a:gd name="T9" fmla="*/ 35657259 h 12977"/>
                    <a:gd name="T10" fmla="*/ 110309471 w 8508"/>
                    <a:gd name="T11" fmla="*/ 50696601 h 12977"/>
                    <a:gd name="T12" fmla="*/ 123540231 w 8508"/>
                    <a:gd name="T13" fmla="*/ 67799427 h 12977"/>
                    <a:gd name="T14" fmla="*/ 134250966 w 8508"/>
                    <a:gd name="T15" fmla="*/ 86703637 h 12977"/>
                    <a:gd name="T16" fmla="*/ 142231464 w 8508"/>
                    <a:gd name="T17" fmla="*/ 107164056 h 12977"/>
                    <a:gd name="T18" fmla="*/ 147184202 w 8508"/>
                    <a:gd name="T19" fmla="*/ 128953626 h 12977"/>
                    <a:gd name="T20" fmla="*/ 148899364 w 8508"/>
                    <a:gd name="T21" fmla="*/ 151809982 h 12977"/>
                    <a:gd name="T22" fmla="*/ 148706880 w 8508"/>
                    <a:gd name="T23" fmla="*/ 159452042 h 12977"/>
                    <a:gd name="T24" fmla="*/ 148146756 w 8508"/>
                    <a:gd name="T25" fmla="*/ 166989234 h 12977"/>
                    <a:gd name="T26" fmla="*/ 147219259 w 8508"/>
                    <a:gd name="T27" fmla="*/ 174438884 h 12977"/>
                    <a:gd name="T28" fmla="*/ 145941718 w 8508"/>
                    <a:gd name="T29" fmla="*/ 181748755 h 12977"/>
                    <a:gd name="T30" fmla="*/ 144314133 w 8508"/>
                    <a:gd name="T31" fmla="*/ 188936171 h 12977"/>
                    <a:gd name="T32" fmla="*/ 142371429 w 8508"/>
                    <a:gd name="T33" fmla="*/ 196001132 h 12977"/>
                    <a:gd name="T34" fmla="*/ 140061351 w 8508"/>
                    <a:gd name="T35" fmla="*/ 202926183 h 12977"/>
                    <a:gd name="T36" fmla="*/ 137471211 w 8508"/>
                    <a:gd name="T37" fmla="*/ 209693999 h 12977"/>
                    <a:gd name="T38" fmla="*/ 134548490 w 8508"/>
                    <a:gd name="T39" fmla="*/ 216304317 h 12977"/>
                    <a:gd name="T40" fmla="*/ 131328245 w 8508"/>
                    <a:gd name="T41" fmla="*/ 222739680 h 12977"/>
                    <a:gd name="T42" fmla="*/ 56371092 w 8508"/>
                    <a:gd name="T43" fmla="*/ 185001480 h 12977"/>
                    <a:gd name="T44" fmla="*/ 57858580 w 8508"/>
                    <a:gd name="T45" fmla="*/ 182220854 h 12977"/>
                    <a:gd name="T46" fmla="*/ 59206236 w 8508"/>
                    <a:gd name="T47" fmla="*/ 179335494 h 12977"/>
                    <a:gd name="T48" fmla="*/ 60448852 w 8508"/>
                    <a:gd name="T49" fmla="*/ 176380046 h 12977"/>
                    <a:gd name="T50" fmla="*/ 61533909 w 8508"/>
                    <a:gd name="T51" fmla="*/ 173372230 h 12977"/>
                    <a:gd name="T52" fmla="*/ 62478868 w 8508"/>
                    <a:gd name="T53" fmla="*/ 170294327 h 12977"/>
                    <a:gd name="T54" fmla="*/ 63283996 w 8508"/>
                    <a:gd name="T55" fmla="*/ 167146601 h 12977"/>
                    <a:gd name="T56" fmla="*/ 63949026 w 8508"/>
                    <a:gd name="T57" fmla="*/ 163963831 h 12977"/>
                    <a:gd name="T58" fmla="*/ 64456497 w 8508"/>
                    <a:gd name="T59" fmla="*/ 160711106 h 12977"/>
                    <a:gd name="T60" fmla="*/ 64806541 w 8508"/>
                    <a:gd name="T61" fmla="*/ 157406013 h 12977"/>
                    <a:gd name="T62" fmla="*/ 64981563 w 8508"/>
                    <a:gd name="T63" fmla="*/ 154065877 h 12977"/>
                    <a:gd name="T64" fmla="*/ 64946638 w 8508"/>
                    <a:gd name="T65" fmla="*/ 148417346 h 12977"/>
                    <a:gd name="T66" fmla="*/ 63721485 w 8508"/>
                    <a:gd name="T67" fmla="*/ 138466892 h 12977"/>
                    <a:gd name="T68" fmla="*/ 61113882 w 8508"/>
                    <a:gd name="T69" fmla="*/ 129006125 h 12977"/>
                    <a:gd name="T70" fmla="*/ 57246069 w 8508"/>
                    <a:gd name="T71" fmla="*/ 120174825 h 12977"/>
                    <a:gd name="T72" fmla="*/ 52188292 w 8508"/>
                    <a:gd name="T73" fmla="*/ 112043077 h 12977"/>
                    <a:gd name="T74" fmla="*/ 46062920 w 8508"/>
                    <a:gd name="T75" fmla="*/ 104715883 h 12977"/>
                    <a:gd name="T76" fmla="*/ 39027514 w 8508"/>
                    <a:gd name="T77" fmla="*/ 98315299 h 12977"/>
                    <a:gd name="T78" fmla="*/ 31099403 w 8508"/>
                    <a:gd name="T79" fmla="*/ 92946590 h 12977"/>
                    <a:gd name="T80" fmla="*/ 22453875 w 8508"/>
                    <a:gd name="T81" fmla="*/ 88714622 h 12977"/>
                    <a:gd name="T82" fmla="*/ 13178373 w 8508"/>
                    <a:gd name="T83" fmla="*/ 85741718 h 12977"/>
                    <a:gd name="T84" fmla="*/ 3360210 w 8508"/>
                    <a:gd name="T85" fmla="*/ 84080378 h 1297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8508" h="12977">
                      <a:moveTo>
                        <a:pt x="0" y="0"/>
                      </a:moveTo>
                      <a:lnTo>
                        <a:pt x="439" y="20"/>
                      </a:lnTo>
                      <a:lnTo>
                        <a:pt x="872" y="61"/>
                      </a:lnTo>
                      <a:lnTo>
                        <a:pt x="1299" y="123"/>
                      </a:lnTo>
                      <a:lnTo>
                        <a:pt x="1719" y="205"/>
                      </a:lnTo>
                      <a:lnTo>
                        <a:pt x="2131" y="307"/>
                      </a:lnTo>
                      <a:lnTo>
                        <a:pt x="2536" y="430"/>
                      </a:lnTo>
                      <a:lnTo>
                        <a:pt x="2931" y="570"/>
                      </a:lnTo>
                      <a:lnTo>
                        <a:pt x="3318" y="729"/>
                      </a:lnTo>
                      <a:lnTo>
                        <a:pt x="3695" y="906"/>
                      </a:lnTo>
                      <a:lnTo>
                        <a:pt x="4062" y="1101"/>
                      </a:lnTo>
                      <a:lnTo>
                        <a:pt x="4419" y="1311"/>
                      </a:lnTo>
                      <a:lnTo>
                        <a:pt x="4764" y="1538"/>
                      </a:lnTo>
                      <a:lnTo>
                        <a:pt x="5097" y="1781"/>
                      </a:lnTo>
                      <a:lnTo>
                        <a:pt x="5418" y="2039"/>
                      </a:lnTo>
                      <a:lnTo>
                        <a:pt x="5727" y="2312"/>
                      </a:lnTo>
                      <a:lnTo>
                        <a:pt x="6022" y="2598"/>
                      </a:lnTo>
                      <a:lnTo>
                        <a:pt x="6303" y="2899"/>
                      </a:lnTo>
                      <a:lnTo>
                        <a:pt x="6570" y="3213"/>
                      </a:lnTo>
                      <a:lnTo>
                        <a:pt x="6823" y="3538"/>
                      </a:lnTo>
                      <a:lnTo>
                        <a:pt x="7059" y="3877"/>
                      </a:lnTo>
                      <a:lnTo>
                        <a:pt x="7279" y="4226"/>
                      </a:lnTo>
                      <a:lnTo>
                        <a:pt x="7485" y="4587"/>
                      </a:lnTo>
                      <a:lnTo>
                        <a:pt x="7671" y="4958"/>
                      </a:lnTo>
                      <a:lnTo>
                        <a:pt x="7842" y="5339"/>
                      </a:lnTo>
                      <a:lnTo>
                        <a:pt x="7994" y="5730"/>
                      </a:lnTo>
                      <a:lnTo>
                        <a:pt x="8127" y="6128"/>
                      </a:lnTo>
                      <a:lnTo>
                        <a:pt x="8241" y="6536"/>
                      </a:lnTo>
                      <a:lnTo>
                        <a:pt x="8335" y="6952"/>
                      </a:lnTo>
                      <a:lnTo>
                        <a:pt x="8410" y="7374"/>
                      </a:lnTo>
                      <a:lnTo>
                        <a:pt x="8465" y="7804"/>
                      </a:lnTo>
                      <a:lnTo>
                        <a:pt x="8497" y="8239"/>
                      </a:lnTo>
                      <a:lnTo>
                        <a:pt x="8508" y="8681"/>
                      </a:lnTo>
                      <a:lnTo>
                        <a:pt x="8507" y="8827"/>
                      </a:lnTo>
                      <a:lnTo>
                        <a:pt x="8504" y="8973"/>
                      </a:lnTo>
                      <a:lnTo>
                        <a:pt x="8497" y="9118"/>
                      </a:lnTo>
                      <a:lnTo>
                        <a:pt x="8488" y="9263"/>
                      </a:lnTo>
                      <a:lnTo>
                        <a:pt x="8478" y="9406"/>
                      </a:lnTo>
                      <a:lnTo>
                        <a:pt x="8465" y="9549"/>
                      </a:lnTo>
                      <a:lnTo>
                        <a:pt x="8449" y="9691"/>
                      </a:lnTo>
                      <a:lnTo>
                        <a:pt x="8432" y="9834"/>
                      </a:lnTo>
                      <a:lnTo>
                        <a:pt x="8412" y="9975"/>
                      </a:lnTo>
                      <a:lnTo>
                        <a:pt x="8390" y="10115"/>
                      </a:lnTo>
                      <a:lnTo>
                        <a:pt x="8366" y="10254"/>
                      </a:lnTo>
                      <a:lnTo>
                        <a:pt x="8339" y="10393"/>
                      </a:lnTo>
                      <a:lnTo>
                        <a:pt x="8310" y="10530"/>
                      </a:lnTo>
                      <a:lnTo>
                        <a:pt x="8279" y="10668"/>
                      </a:lnTo>
                      <a:lnTo>
                        <a:pt x="8246" y="10804"/>
                      </a:lnTo>
                      <a:lnTo>
                        <a:pt x="8211" y="10940"/>
                      </a:lnTo>
                      <a:lnTo>
                        <a:pt x="8174" y="11074"/>
                      </a:lnTo>
                      <a:lnTo>
                        <a:pt x="8135" y="11208"/>
                      </a:lnTo>
                      <a:lnTo>
                        <a:pt x="8092" y="11341"/>
                      </a:lnTo>
                      <a:lnTo>
                        <a:pt x="8049" y="11473"/>
                      </a:lnTo>
                      <a:lnTo>
                        <a:pt x="8003" y="11604"/>
                      </a:lnTo>
                      <a:lnTo>
                        <a:pt x="7956" y="11734"/>
                      </a:lnTo>
                      <a:lnTo>
                        <a:pt x="7907" y="11863"/>
                      </a:lnTo>
                      <a:lnTo>
                        <a:pt x="7855" y="11991"/>
                      </a:lnTo>
                      <a:lnTo>
                        <a:pt x="7802" y="12118"/>
                      </a:lnTo>
                      <a:lnTo>
                        <a:pt x="7745" y="12244"/>
                      </a:lnTo>
                      <a:lnTo>
                        <a:pt x="7688" y="12369"/>
                      </a:lnTo>
                      <a:lnTo>
                        <a:pt x="7629" y="12493"/>
                      </a:lnTo>
                      <a:lnTo>
                        <a:pt x="7567" y="12615"/>
                      </a:lnTo>
                      <a:lnTo>
                        <a:pt x="7504" y="12737"/>
                      </a:lnTo>
                      <a:lnTo>
                        <a:pt x="7439" y="12857"/>
                      </a:lnTo>
                      <a:lnTo>
                        <a:pt x="7373" y="12977"/>
                      </a:lnTo>
                      <a:lnTo>
                        <a:pt x="3221" y="10579"/>
                      </a:lnTo>
                      <a:lnTo>
                        <a:pt x="3250" y="10527"/>
                      </a:lnTo>
                      <a:lnTo>
                        <a:pt x="3278" y="10474"/>
                      </a:lnTo>
                      <a:lnTo>
                        <a:pt x="3306" y="10420"/>
                      </a:lnTo>
                      <a:lnTo>
                        <a:pt x="3332" y="10365"/>
                      </a:lnTo>
                      <a:lnTo>
                        <a:pt x="3358" y="10310"/>
                      </a:lnTo>
                      <a:lnTo>
                        <a:pt x="3383" y="10255"/>
                      </a:lnTo>
                      <a:lnTo>
                        <a:pt x="3407" y="10199"/>
                      </a:lnTo>
                      <a:lnTo>
                        <a:pt x="3431" y="10143"/>
                      </a:lnTo>
                      <a:lnTo>
                        <a:pt x="3454" y="10086"/>
                      </a:lnTo>
                      <a:lnTo>
                        <a:pt x="3476" y="10029"/>
                      </a:lnTo>
                      <a:lnTo>
                        <a:pt x="3496" y="9971"/>
                      </a:lnTo>
                      <a:lnTo>
                        <a:pt x="3516" y="9914"/>
                      </a:lnTo>
                      <a:lnTo>
                        <a:pt x="3535" y="9855"/>
                      </a:lnTo>
                      <a:lnTo>
                        <a:pt x="3553" y="9797"/>
                      </a:lnTo>
                      <a:lnTo>
                        <a:pt x="3570" y="9738"/>
                      </a:lnTo>
                      <a:lnTo>
                        <a:pt x="3586" y="9678"/>
                      </a:lnTo>
                      <a:lnTo>
                        <a:pt x="3602" y="9619"/>
                      </a:lnTo>
                      <a:lnTo>
                        <a:pt x="3616" y="9558"/>
                      </a:lnTo>
                      <a:lnTo>
                        <a:pt x="3630" y="9497"/>
                      </a:lnTo>
                      <a:lnTo>
                        <a:pt x="3642" y="9436"/>
                      </a:lnTo>
                      <a:lnTo>
                        <a:pt x="3654" y="9376"/>
                      </a:lnTo>
                      <a:lnTo>
                        <a:pt x="3665" y="9314"/>
                      </a:lnTo>
                      <a:lnTo>
                        <a:pt x="3674" y="9252"/>
                      </a:lnTo>
                      <a:lnTo>
                        <a:pt x="3683" y="9190"/>
                      </a:lnTo>
                      <a:lnTo>
                        <a:pt x="3691" y="9127"/>
                      </a:lnTo>
                      <a:lnTo>
                        <a:pt x="3697" y="9064"/>
                      </a:lnTo>
                      <a:lnTo>
                        <a:pt x="3703" y="9001"/>
                      </a:lnTo>
                      <a:lnTo>
                        <a:pt x="3707" y="8937"/>
                      </a:lnTo>
                      <a:lnTo>
                        <a:pt x="3711" y="8874"/>
                      </a:lnTo>
                      <a:lnTo>
                        <a:pt x="3713" y="8810"/>
                      </a:lnTo>
                      <a:lnTo>
                        <a:pt x="3716" y="8745"/>
                      </a:lnTo>
                      <a:lnTo>
                        <a:pt x="3716" y="8681"/>
                      </a:lnTo>
                      <a:lnTo>
                        <a:pt x="3711" y="8487"/>
                      </a:lnTo>
                      <a:lnTo>
                        <a:pt x="3696" y="8293"/>
                      </a:lnTo>
                      <a:lnTo>
                        <a:pt x="3673" y="8105"/>
                      </a:lnTo>
                      <a:lnTo>
                        <a:pt x="3641" y="7918"/>
                      </a:lnTo>
                      <a:lnTo>
                        <a:pt x="3599" y="7734"/>
                      </a:lnTo>
                      <a:lnTo>
                        <a:pt x="3549" y="7554"/>
                      </a:lnTo>
                      <a:lnTo>
                        <a:pt x="3492" y="7377"/>
                      </a:lnTo>
                      <a:lnTo>
                        <a:pt x="3426" y="7205"/>
                      </a:lnTo>
                      <a:lnTo>
                        <a:pt x="3352" y="7037"/>
                      </a:lnTo>
                      <a:lnTo>
                        <a:pt x="3271" y="6872"/>
                      </a:lnTo>
                      <a:lnTo>
                        <a:pt x="3182" y="6712"/>
                      </a:lnTo>
                      <a:lnTo>
                        <a:pt x="3085" y="6557"/>
                      </a:lnTo>
                      <a:lnTo>
                        <a:pt x="2982" y="6407"/>
                      </a:lnTo>
                      <a:lnTo>
                        <a:pt x="2872" y="6262"/>
                      </a:lnTo>
                      <a:lnTo>
                        <a:pt x="2755" y="6122"/>
                      </a:lnTo>
                      <a:lnTo>
                        <a:pt x="2632" y="5988"/>
                      </a:lnTo>
                      <a:lnTo>
                        <a:pt x="2504" y="5860"/>
                      </a:lnTo>
                      <a:lnTo>
                        <a:pt x="2370" y="5738"/>
                      </a:lnTo>
                      <a:lnTo>
                        <a:pt x="2230" y="5622"/>
                      </a:lnTo>
                      <a:lnTo>
                        <a:pt x="2084" y="5514"/>
                      </a:lnTo>
                      <a:lnTo>
                        <a:pt x="1934" y="5411"/>
                      </a:lnTo>
                      <a:lnTo>
                        <a:pt x="1777" y="5315"/>
                      </a:lnTo>
                      <a:lnTo>
                        <a:pt x="1618" y="5227"/>
                      </a:lnTo>
                      <a:lnTo>
                        <a:pt x="1453" y="5147"/>
                      </a:lnTo>
                      <a:lnTo>
                        <a:pt x="1283" y="5073"/>
                      </a:lnTo>
                      <a:lnTo>
                        <a:pt x="1110" y="5008"/>
                      </a:lnTo>
                      <a:lnTo>
                        <a:pt x="933" y="4952"/>
                      </a:lnTo>
                      <a:lnTo>
                        <a:pt x="753" y="4903"/>
                      </a:lnTo>
                      <a:lnTo>
                        <a:pt x="569" y="4863"/>
                      </a:lnTo>
                      <a:lnTo>
                        <a:pt x="382" y="4831"/>
                      </a:lnTo>
                      <a:lnTo>
                        <a:pt x="192" y="4808"/>
                      </a:lnTo>
                      <a:lnTo>
                        <a:pt x="0" y="4795"/>
                      </a:lnTo>
                      <a:lnTo>
                        <a:pt x="0" y="0"/>
                      </a:lnTo>
                      <a:close/>
                    </a:path>
                  </a:pathLst>
                </a:custGeom>
                <a:solidFill>
                  <a:schemeClr val="accent3">
                    <a:lumMod val="100000"/>
                  </a:schemeClr>
                </a:solidFill>
                <a:ln w="9525">
                  <a:solidFill>
                    <a:schemeClr val="bg1"/>
                  </a:solidFill>
                  <a:round/>
                </a:ln>
              </p:spPr>
              <p:txBody>
                <a:bodyPr anchor="ctr"/>
                <a:lstStyle/>
                <a:p>
                  <a:pPr algn="ctr"/>
                  <a:endParaRPr dirty="0"/>
                </a:p>
              </p:txBody>
            </p:sp>
            <p:sp>
              <p:nvSpPr>
                <p:cNvPr id="28" name="矩形 27">
                  <a:extLst>
                    <a:ext uri="{FF2B5EF4-FFF2-40B4-BE49-F238E27FC236}">
                      <a16:creationId xmlns:a16="http://schemas.microsoft.com/office/drawing/2014/main" id="{16532AE8-6475-4FF7-80FD-6F666B626491}"/>
                    </a:ext>
                  </a:extLst>
                </p:cNvPr>
                <p:cNvSpPr/>
                <p:nvPr/>
              </p:nvSpPr>
              <p:spPr>
                <a:xfrm rot="18000000">
                  <a:off x="826270" y="4366243"/>
                  <a:ext cx="1042097" cy="590396"/>
                </a:xfrm>
                <a:prstGeom prst="rect">
                  <a:avLst/>
                </a:prstGeom>
              </p:spPr>
              <p:txBody>
                <a:bodyPr spcFirstLastPara="1" wrap="none">
                  <a:prstTxWarp prst="textArchUp">
                    <a:avLst>
                      <a:gd name="adj" fmla="val 11671062"/>
                    </a:avLst>
                  </a:prstTxWarp>
                  <a:normAutofit/>
                </a:bodyPr>
                <a:lstStyle/>
                <a:p>
                  <a:pPr>
                    <a:defRPr/>
                  </a:pPr>
                  <a:r>
                    <a:rPr lang="zh-CN" altLang="en-US" sz="1600" b="1">
                      <a:solidFill>
                        <a:schemeClr val="bg1"/>
                      </a:solidFill>
                    </a:rPr>
                    <a:t>输入标题文本</a:t>
                  </a:r>
                </a:p>
              </p:txBody>
            </p:sp>
            <p:sp>
              <p:nvSpPr>
                <p:cNvPr id="29" name="矩形 28">
                  <a:extLst>
                    <a:ext uri="{FF2B5EF4-FFF2-40B4-BE49-F238E27FC236}">
                      <a16:creationId xmlns:a16="http://schemas.microsoft.com/office/drawing/2014/main" id="{299A845F-0144-4F57-A030-AFFB23576D1E}"/>
                    </a:ext>
                  </a:extLst>
                </p:cNvPr>
                <p:cNvSpPr/>
                <p:nvPr/>
              </p:nvSpPr>
              <p:spPr>
                <a:xfrm rot="3600000">
                  <a:off x="1797393" y="4404469"/>
                  <a:ext cx="1031315" cy="590396"/>
                </a:xfrm>
                <a:prstGeom prst="rect">
                  <a:avLst/>
                </a:prstGeom>
              </p:spPr>
              <p:txBody>
                <a:bodyPr spcFirstLastPara="1" wrap="none">
                  <a:prstTxWarp prst="textArchUp">
                    <a:avLst>
                      <a:gd name="adj" fmla="val 11671062"/>
                    </a:avLst>
                  </a:prstTxWarp>
                  <a:normAutofit/>
                </a:bodyPr>
                <a:lstStyle/>
                <a:p>
                  <a:pPr>
                    <a:defRPr/>
                  </a:pPr>
                  <a:r>
                    <a:rPr lang="zh-CN" altLang="en-US" sz="1600" b="1">
                      <a:solidFill>
                        <a:schemeClr val="bg1"/>
                      </a:solidFill>
                    </a:rPr>
                    <a:t>输入标题文本</a:t>
                  </a:r>
                </a:p>
              </p:txBody>
            </p:sp>
            <p:sp>
              <p:nvSpPr>
                <p:cNvPr id="30" name="矩形 29">
                  <a:extLst>
                    <a:ext uri="{FF2B5EF4-FFF2-40B4-BE49-F238E27FC236}">
                      <a16:creationId xmlns:a16="http://schemas.microsoft.com/office/drawing/2014/main" id="{54CF9E47-09FD-408F-ADB6-B6CD3A31FBA8}"/>
                    </a:ext>
                  </a:extLst>
                </p:cNvPr>
                <p:cNvSpPr/>
                <p:nvPr/>
              </p:nvSpPr>
              <p:spPr>
                <a:xfrm>
                  <a:off x="1363376" y="5341601"/>
                  <a:ext cx="972119" cy="590396"/>
                </a:xfrm>
                <a:prstGeom prst="rect">
                  <a:avLst/>
                </a:prstGeom>
              </p:spPr>
              <p:txBody>
                <a:bodyPr spcFirstLastPara="1" wrap="none">
                  <a:prstTxWarp prst="textArchDown">
                    <a:avLst>
                      <a:gd name="adj" fmla="val 1312104"/>
                    </a:avLst>
                  </a:prstTxWarp>
                  <a:normAutofit/>
                </a:bodyPr>
                <a:lstStyle/>
                <a:p>
                  <a:pPr>
                    <a:defRPr/>
                  </a:pPr>
                  <a:r>
                    <a:rPr lang="zh-CN" altLang="en-US" sz="1600" b="1">
                      <a:solidFill>
                        <a:schemeClr val="bg1"/>
                      </a:solidFill>
                    </a:rPr>
                    <a:t>输入标题文本</a:t>
                  </a:r>
                </a:p>
              </p:txBody>
            </p:sp>
          </p:grpSp>
          <p:sp>
            <p:nvSpPr>
              <p:cNvPr id="24" name="椭圆 23">
                <a:extLst>
                  <a:ext uri="{FF2B5EF4-FFF2-40B4-BE49-F238E27FC236}">
                    <a16:creationId xmlns:a16="http://schemas.microsoft.com/office/drawing/2014/main" id="{881C0D6B-08E5-49EB-A52D-42DE1428E388}"/>
                  </a:ext>
                </a:extLst>
              </p:cNvPr>
              <p:cNvSpPr/>
              <p:nvPr/>
            </p:nvSpPr>
            <p:spPr>
              <a:xfrm>
                <a:off x="2776544" y="2843774"/>
                <a:ext cx="680260" cy="6802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grpSp>
        <p:sp>
          <p:nvSpPr>
            <p:cNvPr id="22" name="任意多边形: 形状 21">
              <a:extLst>
                <a:ext uri="{FF2B5EF4-FFF2-40B4-BE49-F238E27FC236}">
                  <a16:creationId xmlns:a16="http://schemas.microsoft.com/office/drawing/2014/main" id="{0749A66C-48BC-4B42-953D-2C0898F2FF03}"/>
                </a:ext>
              </a:extLst>
            </p:cNvPr>
            <p:cNvSpPr/>
            <p:nvPr/>
          </p:nvSpPr>
          <p:spPr>
            <a:xfrm>
              <a:off x="2699139" y="3255035"/>
              <a:ext cx="683518" cy="507022"/>
            </a:xfrm>
            <a:custGeom>
              <a:avLst/>
              <a:gdLst>
                <a:gd name="connsiteX0" fmla="*/ 9246 w 338138"/>
                <a:gd name="connsiteY0" fmla="*/ 217487 h 250825"/>
                <a:gd name="connsiteX1" fmla="*/ 328892 w 338138"/>
                <a:gd name="connsiteY1" fmla="*/ 217487 h 250825"/>
                <a:gd name="connsiteX2" fmla="*/ 338138 w 338138"/>
                <a:gd name="connsiteY2" fmla="*/ 226822 h 250825"/>
                <a:gd name="connsiteX3" fmla="*/ 314363 w 338138"/>
                <a:gd name="connsiteY3" fmla="*/ 250825 h 250825"/>
                <a:gd name="connsiteX4" fmla="*/ 23775 w 338138"/>
                <a:gd name="connsiteY4" fmla="*/ 250825 h 250825"/>
                <a:gd name="connsiteX5" fmla="*/ 0 w 338138"/>
                <a:gd name="connsiteY5" fmla="*/ 226822 h 250825"/>
                <a:gd name="connsiteX6" fmla="*/ 9246 w 338138"/>
                <a:gd name="connsiteY6" fmla="*/ 217487 h 250825"/>
                <a:gd name="connsiteX7" fmla="*/ 100182 w 338138"/>
                <a:gd name="connsiteY7" fmla="*/ 100012 h 250825"/>
                <a:gd name="connsiteX8" fmla="*/ 123655 w 338138"/>
                <a:gd name="connsiteY8" fmla="*/ 100012 h 250825"/>
                <a:gd name="connsiteX9" fmla="*/ 130175 w 338138"/>
                <a:gd name="connsiteY9" fmla="*/ 106705 h 250825"/>
                <a:gd name="connsiteX10" fmla="*/ 130175 w 338138"/>
                <a:gd name="connsiteY10" fmla="*/ 161583 h 250825"/>
                <a:gd name="connsiteX11" fmla="*/ 123655 w 338138"/>
                <a:gd name="connsiteY11" fmla="*/ 168275 h 250825"/>
                <a:gd name="connsiteX12" fmla="*/ 100182 w 338138"/>
                <a:gd name="connsiteY12" fmla="*/ 168275 h 250825"/>
                <a:gd name="connsiteX13" fmla="*/ 93662 w 338138"/>
                <a:gd name="connsiteY13" fmla="*/ 161583 h 250825"/>
                <a:gd name="connsiteX14" fmla="*/ 93662 w 338138"/>
                <a:gd name="connsiteY14" fmla="*/ 106705 h 250825"/>
                <a:gd name="connsiteX15" fmla="*/ 100182 w 338138"/>
                <a:gd name="connsiteY15" fmla="*/ 100012 h 250825"/>
                <a:gd name="connsiteX16" fmla="*/ 157332 w 338138"/>
                <a:gd name="connsiteY16" fmla="*/ 77787 h 250825"/>
                <a:gd name="connsiteX17" fmla="*/ 180805 w 338138"/>
                <a:gd name="connsiteY17" fmla="*/ 77787 h 250825"/>
                <a:gd name="connsiteX18" fmla="*/ 187325 w 338138"/>
                <a:gd name="connsiteY18" fmla="*/ 84441 h 250825"/>
                <a:gd name="connsiteX19" fmla="*/ 187325 w 338138"/>
                <a:gd name="connsiteY19" fmla="*/ 161622 h 250825"/>
                <a:gd name="connsiteX20" fmla="*/ 180805 w 338138"/>
                <a:gd name="connsiteY20" fmla="*/ 168275 h 250825"/>
                <a:gd name="connsiteX21" fmla="*/ 157332 w 338138"/>
                <a:gd name="connsiteY21" fmla="*/ 168275 h 250825"/>
                <a:gd name="connsiteX22" fmla="*/ 150812 w 338138"/>
                <a:gd name="connsiteY22" fmla="*/ 161622 h 250825"/>
                <a:gd name="connsiteX23" fmla="*/ 150812 w 338138"/>
                <a:gd name="connsiteY23" fmla="*/ 84441 h 250825"/>
                <a:gd name="connsiteX24" fmla="*/ 157332 w 338138"/>
                <a:gd name="connsiteY24" fmla="*/ 77787 h 250825"/>
                <a:gd name="connsiteX25" fmla="*/ 216070 w 338138"/>
                <a:gd name="connsiteY25" fmla="*/ 49212 h 250825"/>
                <a:gd name="connsiteX26" fmla="*/ 239543 w 338138"/>
                <a:gd name="connsiteY26" fmla="*/ 49212 h 250825"/>
                <a:gd name="connsiteX27" fmla="*/ 246063 w 338138"/>
                <a:gd name="connsiteY27" fmla="*/ 55827 h 250825"/>
                <a:gd name="connsiteX28" fmla="*/ 246063 w 338138"/>
                <a:gd name="connsiteY28" fmla="*/ 161661 h 250825"/>
                <a:gd name="connsiteX29" fmla="*/ 239543 w 338138"/>
                <a:gd name="connsiteY29" fmla="*/ 168275 h 250825"/>
                <a:gd name="connsiteX30" fmla="*/ 216070 w 338138"/>
                <a:gd name="connsiteY30" fmla="*/ 168275 h 250825"/>
                <a:gd name="connsiteX31" fmla="*/ 209550 w 338138"/>
                <a:gd name="connsiteY31" fmla="*/ 161661 h 250825"/>
                <a:gd name="connsiteX32" fmla="*/ 209550 w 338138"/>
                <a:gd name="connsiteY32" fmla="*/ 55827 h 250825"/>
                <a:gd name="connsiteX33" fmla="*/ 216070 w 338138"/>
                <a:gd name="connsiteY33" fmla="*/ 49212 h 250825"/>
                <a:gd name="connsiteX34" fmla="*/ 53428 w 338138"/>
                <a:gd name="connsiteY34" fmla="*/ 22225 h 250825"/>
                <a:gd name="connsiteX35" fmla="*/ 50800 w 338138"/>
                <a:gd name="connsiteY35" fmla="*/ 24858 h 250825"/>
                <a:gd name="connsiteX36" fmla="*/ 50800 w 338138"/>
                <a:gd name="connsiteY36" fmla="*/ 182834 h 250825"/>
                <a:gd name="connsiteX37" fmla="*/ 53428 w 338138"/>
                <a:gd name="connsiteY37" fmla="*/ 184150 h 250825"/>
                <a:gd name="connsiteX38" fmla="*/ 284710 w 338138"/>
                <a:gd name="connsiteY38" fmla="*/ 184150 h 250825"/>
                <a:gd name="connsiteX39" fmla="*/ 287338 w 338138"/>
                <a:gd name="connsiteY39" fmla="*/ 182834 h 250825"/>
                <a:gd name="connsiteX40" fmla="*/ 287338 w 338138"/>
                <a:gd name="connsiteY40" fmla="*/ 24858 h 250825"/>
                <a:gd name="connsiteX41" fmla="*/ 284710 w 338138"/>
                <a:gd name="connsiteY41" fmla="*/ 22225 h 250825"/>
                <a:gd name="connsiteX42" fmla="*/ 53428 w 338138"/>
                <a:gd name="connsiteY42" fmla="*/ 22225 h 250825"/>
                <a:gd name="connsiteX43" fmla="*/ 53663 w 338138"/>
                <a:gd name="connsiteY43" fmla="*/ 0 h 250825"/>
                <a:gd name="connsiteX44" fmla="*/ 286062 w 338138"/>
                <a:gd name="connsiteY44" fmla="*/ 0 h 250825"/>
                <a:gd name="connsiteX45" fmla="*/ 311150 w 338138"/>
                <a:gd name="connsiteY45" fmla="*/ 25008 h 250825"/>
                <a:gd name="connsiteX46" fmla="*/ 311150 w 338138"/>
                <a:gd name="connsiteY46" fmla="*/ 182955 h 250825"/>
                <a:gd name="connsiteX47" fmla="*/ 286062 w 338138"/>
                <a:gd name="connsiteY47" fmla="*/ 207963 h 250825"/>
                <a:gd name="connsiteX48" fmla="*/ 53663 w 338138"/>
                <a:gd name="connsiteY48" fmla="*/ 207963 h 250825"/>
                <a:gd name="connsiteX49" fmla="*/ 28575 w 338138"/>
                <a:gd name="connsiteY49" fmla="*/ 182955 h 250825"/>
                <a:gd name="connsiteX50" fmla="*/ 28575 w 338138"/>
                <a:gd name="connsiteY50" fmla="*/ 25008 h 250825"/>
                <a:gd name="connsiteX51" fmla="*/ 53663 w 338138"/>
                <a:gd name="connsiteY51" fmla="*/ 0 h 25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38138" h="250825">
                  <a:moveTo>
                    <a:pt x="9246" y="217487"/>
                  </a:moveTo>
                  <a:cubicBezTo>
                    <a:pt x="9246" y="217487"/>
                    <a:pt x="9246" y="217487"/>
                    <a:pt x="328892" y="217487"/>
                  </a:cubicBezTo>
                  <a:cubicBezTo>
                    <a:pt x="334176" y="217487"/>
                    <a:pt x="338138" y="221488"/>
                    <a:pt x="338138" y="226822"/>
                  </a:cubicBezTo>
                  <a:cubicBezTo>
                    <a:pt x="338138" y="240157"/>
                    <a:pt x="327571" y="250825"/>
                    <a:pt x="314363" y="250825"/>
                  </a:cubicBezTo>
                  <a:cubicBezTo>
                    <a:pt x="314363" y="250825"/>
                    <a:pt x="314363" y="250825"/>
                    <a:pt x="23775" y="250825"/>
                  </a:cubicBezTo>
                  <a:cubicBezTo>
                    <a:pt x="10567" y="250825"/>
                    <a:pt x="0" y="240157"/>
                    <a:pt x="0" y="226822"/>
                  </a:cubicBezTo>
                  <a:cubicBezTo>
                    <a:pt x="0" y="221488"/>
                    <a:pt x="3962" y="217487"/>
                    <a:pt x="9246" y="217487"/>
                  </a:cubicBezTo>
                  <a:close/>
                  <a:moveTo>
                    <a:pt x="100182" y="100012"/>
                  </a:moveTo>
                  <a:cubicBezTo>
                    <a:pt x="100182" y="100012"/>
                    <a:pt x="100182" y="100012"/>
                    <a:pt x="123655" y="100012"/>
                  </a:cubicBezTo>
                  <a:cubicBezTo>
                    <a:pt x="127567" y="100012"/>
                    <a:pt x="130175" y="102689"/>
                    <a:pt x="130175" y="106705"/>
                  </a:cubicBezTo>
                  <a:cubicBezTo>
                    <a:pt x="130175" y="106705"/>
                    <a:pt x="130175" y="106705"/>
                    <a:pt x="130175" y="161583"/>
                  </a:cubicBezTo>
                  <a:cubicBezTo>
                    <a:pt x="130175" y="165598"/>
                    <a:pt x="127567" y="168275"/>
                    <a:pt x="123655" y="168275"/>
                  </a:cubicBezTo>
                  <a:cubicBezTo>
                    <a:pt x="123655" y="168275"/>
                    <a:pt x="123655" y="168275"/>
                    <a:pt x="100182" y="168275"/>
                  </a:cubicBezTo>
                  <a:cubicBezTo>
                    <a:pt x="96270" y="168275"/>
                    <a:pt x="93662" y="165598"/>
                    <a:pt x="93662" y="161583"/>
                  </a:cubicBezTo>
                  <a:cubicBezTo>
                    <a:pt x="93662" y="161583"/>
                    <a:pt x="93662" y="161583"/>
                    <a:pt x="93662" y="106705"/>
                  </a:cubicBezTo>
                  <a:cubicBezTo>
                    <a:pt x="93662" y="102689"/>
                    <a:pt x="96270" y="100012"/>
                    <a:pt x="100182" y="100012"/>
                  </a:cubicBezTo>
                  <a:close/>
                  <a:moveTo>
                    <a:pt x="157332" y="77787"/>
                  </a:moveTo>
                  <a:cubicBezTo>
                    <a:pt x="157332" y="77787"/>
                    <a:pt x="157332" y="77787"/>
                    <a:pt x="180805" y="77787"/>
                  </a:cubicBezTo>
                  <a:cubicBezTo>
                    <a:pt x="184717" y="77787"/>
                    <a:pt x="187325" y="81779"/>
                    <a:pt x="187325" y="84441"/>
                  </a:cubicBezTo>
                  <a:cubicBezTo>
                    <a:pt x="187325" y="84441"/>
                    <a:pt x="187325" y="84441"/>
                    <a:pt x="187325" y="161622"/>
                  </a:cubicBezTo>
                  <a:cubicBezTo>
                    <a:pt x="187325" y="165614"/>
                    <a:pt x="184717" y="168275"/>
                    <a:pt x="180805" y="168275"/>
                  </a:cubicBezTo>
                  <a:cubicBezTo>
                    <a:pt x="180805" y="168275"/>
                    <a:pt x="180805" y="168275"/>
                    <a:pt x="157332" y="168275"/>
                  </a:cubicBezTo>
                  <a:cubicBezTo>
                    <a:pt x="153420" y="168275"/>
                    <a:pt x="150812" y="165614"/>
                    <a:pt x="150812" y="161622"/>
                  </a:cubicBezTo>
                  <a:cubicBezTo>
                    <a:pt x="150812" y="161622"/>
                    <a:pt x="150812" y="161622"/>
                    <a:pt x="150812" y="84441"/>
                  </a:cubicBezTo>
                  <a:cubicBezTo>
                    <a:pt x="150812" y="81779"/>
                    <a:pt x="153420" y="77787"/>
                    <a:pt x="157332" y="77787"/>
                  </a:cubicBezTo>
                  <a:close/>
                  <a:moveTo>
                    <a:pt x="216070" y="49212"/>
                  </a:moveTo>
                  <a:cubicBezTo>
                    <a:pt x="216070" y="49212"/>
                    <a:pt x="216070" y="49212"/>
                    <a:pt x="239543" y="49212"/>
                  </a:cubicBezTo>
                  <a:cubicBezTo>
                    <a:pt x="243455" y="49212"/>
                    <a:pt x="246063" y="51858"/>
                    <a:pt x="246063" y="55827"/>
                  </a:cubicBezTo>
                  <a:cubicBezTo>
                    <a:pt x="246063" y="55827"/>
                    <a:pt x="246063" y="55827"/>
                    <a:pt x="246063" y="161661"/>
                  </a:cubicBezTo>
                  <a:cubicBezTo>
                    <a:pt x="246063" y="165629"/>
                    <a:pt x="243455" y="168275"/>
                    <a:pt x="239543" y="168275"/>
                  </a:cubicBezTo>
                  <a:cubicBezTo>
                    <a:pt x="239543" y="168275"/>
                    <a:pt x="239543" y="168275"/>
                    <a:pt x="216070" y="168275"/>
                  </a:cubicBezTo>
                  <a:cubicBezTo>
                    <a:pt x="212158" y="168275"/>
                    <a:pt x="209550" y="165629"/>
                    <a:pt x="209550" y="161661"/>
                  </a:cubicBezTo>
                  <a:cubicBezTo>
                    <a:pt x="209550" y="161661"/>
                    <a:pt x="209550" y="161661"/>
                    <a:pt x="209550" y="55827"/>
                  </a:cubicBezTo>
                  <a:cubicBezTo>
                    <a:pt x="209550" y="51858"/>
                    <a:pt x="212158" y="49212"/>
                    <a:pt x="216070" y="49212"/>
                  </a:cubicBezTo>
                  <a:close/>
                  <a:moveTo>
                    <a:pt x="53428" y="22225"/>
                  </a:moveTo>
                  <a:cubicBezTo>
                    <a:pt x="52114" y="22225"/>
                    <a:pt x="50800" y="23541"/>
                    <a:pt x="50800" y="24858"/>
                  </a:cubicBezTo>
                  <a:lnTo>
                    <a:pt x="50800" y="182834"/>
                  </a:lnTo>
                  <a:cubicBezTo>
                    <a:pt x="50800" y="184150"/>
                    <a:pt x="52114" y="184150"/>
                    <a:pt x="53428" y="184150"/>
                  </a:cubicBezTo>
                  <a:cubicBezTo>
                    <a:pt x="53428" y="184150"/>
                    <a:pt x="53428" y="184150"/>
                    <a:pt x="284710" y="184150"/>
                  </a:cubicBezTo>
                  <a:cubicBezTo>
                    <a:pt x="286024" y="184150"/>
                    <a:pt x="287338" y="184150"/>
                    <a:pt x="287338" y="182834"/>
                  </a:cubicBezTo>
                  <a:cubicBezTo>
                    <a:pt x="287338" y="182834"/>
                    <a:pt x="287338" y="182834"/>
                    <a:pt x="287338" y="24858"/>
                  </a:cubicBezTo>
                  <a:cubicBezTo>
                    <a:pt x="287338" y="23541"/>
                    <a:pt x="286024" y="22225"/>
                    <a:pt x="284710" y="22225"/>
                  </a:cubicBezTo>
                  <a:cubicBezTo>
                    <a:pt x="284710" y="22225"/>
                    <a:pt x="284710" y="22225"/>
                    <a:pt x="53428" y="22225"/>
                  </a:cubicBezTo>
                  <a:close/>
                  <a:moveTo>
                    <a:pt x="53663" y="0"/>
                  </a:moveTo>
                  <a:cubicBezTo>
                    <a:pt x="53663" y="0"/>
                    <a:pt x="53663" y="0"/>
                    <a:pt x="286062" y="0"/>
                  </a:cubicBezTo>
                  <a:cubicBezTo>
                    <a:pt x="300587" y="0"/>
                    <a:pt x="311150" y="10530"/>
                    <a:pt x="311150" y="25008"/>
                  </a:cubicBezTo>
                  <a:cubicBezTo>
                    <a:pt x="311150" y="25008"/>
                    <a:pt x="311150" y="25008"/>
                    <a:pt x="311150" y="182955"/>
                  </a:cubicBezTo>
                  <a:cubicBezTo>
                    <a:pt x="311150" y="196117"/>
                    <a:pt x="300587" y="207963"/>
                    <a:pt x="286062" y="207963"/>
                  </a:cubicBezTo>
                  <a:cubicBezTo>
                    <a:pt x="286062" y="207963"/>
                    <a:pt x="286062" y="207963"/>
                    <a:pt x="53663" y="207963"/>
                  </a:cubicBezTo>
                  <a:cubicBezTo>
                    <a:pt x="39138" y="207963"/>
                    <a:pt x="28575" y="196117"/>
                    <a:pt x="28575" y="182955"/>
                  </a:cubicBezTo>
                  <a:cubicBezTo>
                    <a:pt x="28575" y="182955"/>
                    <a:pt x="28575" y="182955"/>
                    <a:pt x="28575" y="25008"/>
                  </a:cubicBezTo>
                  <a:cubicBezTo>
                    <a:pt x="28575" y="10530"/>
                    <a:pt x="39138" y="0"/>
                    <a:pt x="53663" y="0"/>
                  </a:cubicBezTo>
                  <a:close/>
                </a:path>
              </a:pathLst>
            </a:cu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grpSp>
      <p:grpSp>
        <p:nvGrpSpPr>
          <p:cNvPr id="31" name="千图PPT彼岸天：ID 8661124库_组合 4">
            <a:extLst>
              <a:ext uri="{FF2B5EF4-FFF2-40B4-BE49-F238E27FC236}">
                <a16:creationId xmlns:a16="http://schemas.microsoft.com/office/drawing/2014/main" id="{841C7D79-2E02-457E-A221-959EEC6B59A3}"/>
              </a:ext>
            </a:extLst>
          </p:cNvPr>
          <p:cNvGrpSpPr/>
          <p:nvPr>
            <p:custDataLst>
              <p:tags r:id="rId2"/>
            </p:custDataLst>
          </p:nvPr>
        </p:nvGrpSpPr>
        <p:grpSpPr>
          <a:xfrm>
            <a:off x="6424619" y="2119273"/>
            <a:ext cx="2601366" cy="2619455"/>
            <a:chOff x="1740215" y="2198819"/>
            <a:chExt cx="2601366" cy="2619455"/>
          </a:xfrm>
        </p:grpSpPr>
        <p:grpSp>
          <p:nvGrpSpPr>
            <p:cNvPr id="32" name="组合 31">
              <a:extLst>
                <a:ext uri="{FF2B5EF4-FFF2-40B4-BE49-F238E27FC236}">
                  <a16:creationId xmlns:a16="http://schemas.microsoft.com/office/drawing/2014/main" id="{A4CACF99-4F74-4951-9B4D-E7817AF985B1}"/>
                </a:ext>
              </a:extLst>
            </p:cNvPr>
            <p:cNvGrpSpPr/>
            <p:nvPr/>
          </p:nvGrpSpPr>
          <p:grpSpPr>
            <a:xfrm>
              <a:off x="1740215" y="2198819"/>
              <a:ext cx="2601366" cy="2619455"/>
              <a:chOff x="2582905" y="2616198"/>
              <a:chExt cx="1076900" cy="1084389"/>
            </a:xfrm>
          </p:grpSpPr>
          <p:grpSp>
            <p:nvGrpSpPr>
              <p:cNvPr id="34" name="组合 33">
                <a:extLst>
                  <a:ext uri="{FF2B5EF4-FFF2-40B4-BE49-F238E27FC236}">
                    <a16:creationId xmlns:a16="http://schemas.microsoft.com/office/drawing/2014/main" id="{43AB9392-9028-4D84-9E00-BB2C98C25E35}"/>
                  </a:ext>
                </a:extLst>
              </p:cNvPr>
              <p:cNvGrpSpPr/>
              <p:nvPr/>
            </p:nvGrpSpPr>
            <p:grpSpPr>
              <a:xfrm>
                <a:off x="2582905" y="2616198"/>
                <a:ext cx="1076900" cy="1084389"/>
                <a:chOff x="721926" y="3827665"/>
                <a:chExt cx="2227443" cy="2242936"/>
              </a:xfrm>
            </p:grpSpPr>
            <p:sp>
              <p:nvSpPr>
                <p:cNvPr id="36" name="任意多边形: 形状 35">
                  <a:extLst>
                    <a:ext uri="{FF2B5EF4-FFF2-40B4-BE49-F238E27FC236}">
                      <a16:creationId xmlns:a16="http://schemas.microsoft.com/office/drawing/2014/main" id="{CFBED7A2-7294-4C0E-87A8-5798D9CA0A92}"/>
                    </a:ext>
                  </a:extLst>
                </p:cNvPr>
                <p:cNvSpPr/>
                <p:nvPr/>
              </p:nvSpPr>
              <p:spPr bwMode="auto">
                <a:xfrm>
                  <a:off x="721926" y="3827665"/>
                  <a:ext cx="1125537" cy="1716089"/>
                </a:xfrm>
                <a:custGeom>
                  <a:avLst/>
                  <a:gdLst>
                    <a:gd name="T0" fmla="*/ 1004 w 8508"/>
                    <a:gd name="T1" fmla="*/ 12737 h 12977"/>
                    <a:gd name="T2" fmla="*/ 820 w 8508"/>
                    <a:gd name="T3" fmla="*/ 12369 h 12977"/>
                    <a:gd name="T4" fmla="*/ 653 w 8508"/>
                    <a:gd name="T5" fmla="*/ 11991 h 12977"/>
                    <a:gd name="T6" fmla="*/ 505 w 8508"/>
                    <a:gd name="T7" fmla="*/ 11604 h 12977"/>
                    <a:gd name="T8" fmla="*/ 373 w 8508"/>
                    <a:gd name="T9" fmla="*/ 11208 h 12977"/>
                    <a:gd name="T10" fmla="*/ 262 w 8508"/>
                    <a:gd name="T11" fmla="*/ 10804 h 12977"/>
                    <a:gd name="T12" fmla="*/ 169 w 8508"/>
                    <a:gd name="T13" fmla="*/ 10393 h 12977"/>
                    <a:gd name="T14" fmla="*/ 96 w 8508"/>
                    <a:gd name="T15" fmla="*/ 9975 h 12977"/>
                    <a:gd name="T16" fmla="*/ 43 w 8508"/>
                    <a:gd name="T17" fmla="*/ 9549 h 12977"/>
                    <a:gd name="T18" fmla="*/ 11 w 8508"/>
                    <a:gd name="T19" fmla="*/ 9118 h 12977"/>
                    <a:gd name="T20" fmla="*/ 0 w 8508"/>
                    <a:gd name="T21" fmla="*/ 8681 h 12977"/>
                    <a:gd name="T22" fmla="*/ 98 w 8508"/>
                    <a:gd name="T23" fmla="*/ 7374 h 12977"/>
                    <a:gd name="T24" fmla="*/ 381 w 8508"/>
                    <a:gd name="T25" fmla="*/ 6128 h 12977"/>
                    <a:gd name="T26" fmla="*/ 837 w 8508"/>
                    <a:gd name="T27" fmla="*/ 4958 h 12977"/>
                    <a:gd name="T28" fmla="*/ 1449 w 8508"/>
                    <a:gd name="T29" fmla="*/ 3877 h 12977"/>
                    <a:gd name="T30" fmla="*/ 2205 w 8508"/>
                    <a:gd name="T31" fmla="*/ 2899 h 12977"/>
                    <a:gd name="T32" fmla="*/ 3090 w 8508"/>
                    <a:gd name="T33" fmla="*/ 2039 h 12977"/>
                    <a:gd name="T34" fmla="*/ 4089 w 8508"/>
                    <a:gd name="T35" fmla="*/ 1311 h 12977"/>
                    <a:gd name="T36" fmla="*/ 5190 w 8508"/>
                    <a:gd name="T37" fmla="*/ 729 h 12977"/>
                    <a:gd name="T38" fmla="*/ 6377 w 8508"/>
                    <a:gd name="T39" fmla="*/ 308 h 12977"/>
                    <a:gd name="T40" fmla="*/ 7636 w 8508"/>
                    <a:gd name="T41" fmla="*/ 61 h 12977"/>
                    <a:gd name="T42" fmla="*/ 8508 w 8508"/>
                    <a:gd name="T43" fmla="*/ 4795 h 12977"/>
                    <a:gd name="T44" fmla="*/ 7939 w 8508"/>
                    <a:gd name="T45" fmla="*/ 4863 h 12977"/>
                    <a:gd name="T46" fmla="*/ 7398 w 8508"/>
                    <a:gd name="T47" fmla="*/ 5008 h 12977"/>
                    <a:gd name="T48" fmla="*/ 6890 w 8508"/>
                    <a:gd name="T49" fmla="*/ 5227 h 12977"/>
                    <a:gd name="T50" fmla="*/ 6424 w 8508"/>
                    <a:gd name="T51" fmla="*/ 5514 h 12977"/>
                    <a:gd name="T52" fmla="*/ 6004 w 8508"/>
                    <a:gd name="T53" fmla="*/ 5860 h 12977"/>
                    <a:gd name="T54" fmla="*/ 5636 w 8508"/>
                    <a:gd name="T55" fmla="*/ 6262 h 12977"/>
                    <a:gd name="T56" fmla="*/ 5326 w 8508"/>
                    <a:gd name="T57" fmla="*/ 6712 h 12977"/>
                    <a:gd name="T58" fmla="*/ 5082 w 8508"/>
                    <a:gd name="T59" fmla="*/ 7205 h 12977"/>
                    <a:gd name="T60" fmla="*/ 4909 w 8508"/>
                    <a:gd name="T61" fmla="*/ 7734 h 12977"/>
                    <a:gd name="T62" fmla="*/ 4812 w 8508"/>
                    <a:gd name="T63" fmla="*/ 8293 h 12977"/>
                    <a:gd name="T64" fmla="*/ 4792 w 8508"/>
                    <a:gd name="T65" fmla="*/ 8745 h 12977"/>
                    <a:gd name="T66" fmla="*/ 4801 w 8508"/>
                    <a:gd name="T67" fmla="*/ 8937 h 12977"/>
                    <a:gd name="T68" fmla="*/ 4817 w 8508"/>
                    <a:gd name="T69" fmla="*/ 9127 h 12977"/>
                    <a:gd name="T70" fmla="*/ 4843 w 8508"/>
                    <a:gd name="T71" fmla="*/ 9314 h 12977"/>
                    <a:gd name="T72" fmla="*/ 4878 w 8508"/>
                    <a:gd name="T73" fmla="*/ 9497 h 12977"/>
                    <a:gd name="T74" fmla="*/ 4922 w 8508"/>
                    <a:gd name="T75" fmla="*/ 9678 h 12977"/>
                    <a:gd name="T76" fmla="*/ 4973 w 8508"/>
                    <a:gd name="T77" fmla="*/ 9855 h 12977"/>
                    <a:gd name="T78" fmla="*/ 5032 w 8508"/>
                    <a:gd name="T79" fmla="*/ 10029 h 12977"/>
                    <a:gd name="T80" fmla="*/ 5101 w 8508"/>
                    <a:gd name="T81" fmla="*/ 10199 h 12977"/>
                    <a:gd name="T82" fmla="*/ 5176 w 8508"/>
                    <a:gd name="T83" fmla="*/ 10365 h 12977"/>
                    <a:gd name="T84" fmla="*/ 5258 w 8508"/>
                    <a:gd name="T85" fmla="*/ 10527 h 12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508" h="12977">
                      <a:moveTo>
                        <a:pt x="1135" y="12977"/>
                      </a:moveTo>
                      <a:lnTo>
                        <a:pt x="1069" y="12857"/>
                      </a:lnTo>
                      <a:lnTo>
                        <a:pt x="1004" y="12737"/>
                      </a:lnTo>
                      <a:lnTo>
                        <a:pt x="941" y="12615"/>
                      </a:lnTo>
                      <a:lnTo>
                        <a:pt x="879" y="12493"/>
                      </a:lnTo>
                      <a:lnTo>
                        <a:pt x="820" y="12369"/>
                      </a:lnTo>
                      <a:lnTo>
                        <a:pt x="763" y="12244"/>
                      </a:lnTo>
                      <a:lnTo>
                        <a:pt x="706" y="12118"/>
                      </a:lnTo>
                      <a:lnTo>
                        <a:pt x="653" y="11991"/>
                      </a:lnTo>
                      <a:lnTo>
                        <a:pt x="601" y="11863"/>
                      </a:lnTo>
                      <a:lnTo>
                        <a:pt x="552" y="11734"/>
                      </a:lnTo>
                      <a:lnTo>
                        <a:pt x="505" y="11604"/>
                      </a:lnTo>
                      <a:lnTo>
                        <a:pt x="459" y="11473"/>
                      </a:lnTo>
                      <a:lnTo>
                        <a:pt x="416" y="11341"/>
                      </a:lnTo>
                      <a:lnTo>
                        <a:pt x="373" y="11208"/>
                      </a:lnTo>
                      <a:lnTo>
                        <a:pt x="334" y="11074"/>
                      </a:lnTo>
                      <a:lnTo>
                        <a:pt x="297" y="10940"/>
                      </a:lnTo>
                      <a:lnTo>
                        <a:pt x="262" y="10804"/>
                      </a:lnTo>
                      <a:lnTo>
                        <a:pt x="229" y="10668"/>
                      </a:lnTo>
                      <a:lnTo>
                        <a:pt x="198" y="10530"/>
                      </a:lnTo>
                      <a:lnTo>
                        <a:pt x="169" y="10393"/>
                      </a:lnTo>
                      <a:lnTo>
                        <a:pt x="142" y="10254"/>
                      </a:lnTo>
                      <a:lnTo>
                        <a:pt x="118" y="10115"/>
                      </a:lnTo>
                      <a:lnTo>
                        <a:pt x="96" y="9975"/>
                      </a:lnTo>
                      <a:lnTo>
                        <a:pt x="76" y="9834"/>
                      </a:lnTo>
                      <a:lnTo>
                        <a:pt x="59" y="9691"/>
                      </a:lnTo>
                      <a:lnTo>
                        <a:pt x="43" y="9549"/>
                      </a:lnTo>
                      <a:lnTo>
                        <a:pt x="30" y="9406"/>
                      </a:lnTo>
                      <a:lnTo>
                        <a:pt x="20" y="9263"/>
                      </a:lnTo>
                      <a:lnTo>
                        <a:pt x="11" y="9118"/>
                      </a:lnTo>
                      <a:lnTo>
                        <a:pt x="4" y="8973"/>
                      </a:lnTo>
                      <a:lnTo>
                        <a:pt x="1" y="8827"/>
                      </a:lnTo>
                      <a:lnTo>
                        <a:pt x="0" y="8681"/>
                      </a:lnTo>
                      <a:lnTo>
                        <a:pt x="11" y="8239"/>
                      </a:lnTo>
                      <a:lnTo>
                        <a:pt x="43" y="7804"/>
                      </a:lnTo>
                      <a:lnTo>
                        <a:pt x="98" y="7374"/>
                      </a:lnTo>
                      <a:lnTo>
                        <a:pt x="173" y="6952"/>
                      </a:lnTo>
                      <a:lnTo>
                        <a:pt x="267" y="6536"/>
                      </a:lnTo>
                      <a:lnTo>
                        <a:pt x="381" y="6128"/>
                      </a:lnTo>
                      <a:lnTo>
                        <a:pt x="514" y="5730"/>
                      </a:lnTo>
                      <a:lnTo>
                        <a:pt x="666" y="5339"/>
                      </a:lnTo>
                      <a:lnTo>
                        <a:pt x="837" y="4958"/>
                      </a:lnTo>
                      <a:lnTo>
                        <a:pt x="1023" y="4587"/>
                      </a:lnTo>
                      <a:lnTo>
                        <a:pt x="1229" y="4226"/>
                      </a:lnTo>
                      <a:lnTo>
                        <a:pt x="1449" y="3877"/>
                      </a:lnTo>
                      <a:lnTo>
                        <a:pt x="1685" y="3538"/>
                      </a:lnTo>
                      <a:lnTo>
                        <a:pt x="1938" y="3213"/>
                      </a:lnTo>
                      <a:lnTo>
                        <a:pt x="2205" y="2899"/>
                      </a:lnTo>
                      <a:lnTo>
                        <a:pt x="2486" y="2598"/>
                      </a:lnTo>
                      <a:lnTo>
                        <a:pt x="2781" y="2312"/>
                      </a:lnTo>
                      <a:lnTo>
                        <a:pt x="3090" y="2039"/>
                      </a:lnTo>
                      <a:lnTo>
                        <a:pt x="3411" y="1781"/>
                      </a:lnTo>
                      <a:lnTo>
                        <a:pt x="3744" y="1538"/>
                      </a:lnTo>
                      <a:lnTo>
                        <a:pt x="4089" y="1311"/>
                      </a:lnTo>
                      <a:lnTo>
                        <a:pt x="4446" y="1101"/>
                      </a:lnTo>
                      <a:lnTo>
                        <a:pt x="4813" y="906"/>
                      </a:lnTo>
                      <a:lnTo>
                        <a:pt x="5190" y="729"/>
                      </a:lnTo>
                      <a:lnTo>
                        <a:pt x="5577" y="570"/>
                      </a:lnTo>
                      <a:lnTo>
                        <a:pt x="5972" y="430"/>
                      </a:lnTo>
                      <a:lnTo>
                        <a:pt x="6377" y="308"/>
                      </a:lnTo>
                      <a:lnTo>
                        <a:pt x="6789" y="205"/>
                      </a:lnTo>
                      <a:lnTo>
                        <a:pt x="7209" y="123"/>
                      </a:lnTo>
                      <a:lnTo>
                        <a:pt x="7636" y="61"/>
                      </a:lnTo>
                      <a:lnTo>
                        <a:pt x="8069" y="20"/>
                      </a:lnTo>
                      <a:lnTo>
                        <a:pt x="8508" y="0"/>
                      </a:lnTo>
                      <a:lnTo>
                        <a:pt x="8508" y="4795"/>
                      </a:lnTo>
                      <a:lnTo>
                        <a:pt x="8316" y="4808"/>
                      </a:lnTo>
                      <a:lnTo>
                        <a:pt x="8126" y="4831"/>
                      </a:lnTo>
                      <a:lnTo>
                        <a:pt x="7939" y="4863"/>
                      </a:lnTo>
                      <a:lnTo>
                        <a:pt x="7755" y="4903"/>
                      </a:lnTo>
                      <a:lnTo>
                        <a:pt x="7575" y="4952"/>
                      </a:lnTo>
                      <a:lnTo>
                        <a:pt x="7398" y="5008"/>
                      </a:lnTo>
                      <a:lnTo>
                        <a:pt x="7225" y="5073"/>
                      </a:lnTo>
                      <a:lnTo>
                        <a:pt x="7055" y="5147"/>
                      </a:lnTo>
                      <a:lnTo>
                        <a:pt x="6890" y="5227"/>
                      </a:lnTo>
                      <a:lnTo>
                        <a:pt x="6731" y="5315"/>
                      </a:lnTo>
                      <a:lnTo>
                        <a:pt x="6574" y="5411"/>
                      </a:lnTo>
                      <a:lnTo>
                        <a:pt x="6424" y="5514"/>
                      </a:lnTo>
                      <a:lnTo>
                        <a:pt x="6278" y="5622"/>
                      </a:lnTo>
                      <a:lnTo>
                        <a:pt x="6138" y="5738"/>
                      </a:lnTo>
                      <a:lnTo>
                        <a:pt x="6004" y="5860"/>
                      </a:lnTo>
                      <a:lnTo>
                        <a:pt x="5876" y="5988"/>
                      </a:lnTo>
                      <a:lnTo>
                        <a:pt x="5753" y="6122"/>
                      </a:lnTo>
                      <a:lnTo>
                        <a:pt x="5636" y="6262"/>
                      </a:lnTo>
                      <a:lnTo>
                        <a:pt x="5526" y="6407"/>
                      </a:lnTo>
                      <a:lnTo>
                        <a:pt x="5423" y="6557"/>
                      </a:lnTo>
                      <a:lnTo>
                        <a:pt x="5326" y="6712"/>
                      </a:lnTo>
                      <a:lnTo>
                        <a:pt x="5237" y="6872"/>
                      </a:lnTo>
                      <a:lnTo>
                        <a:pt x="5156" y="7037"/>
                      </a:lnTo>
                      <a:lnTo>
                        <a:pt x="5082" y="7205"/>
                      </a:lnTo>
                      <a:lnTo>
                        <a:pt x="5016" y="7377"/>
                      </a:lnTo>
                      <a:lnTo>
                        <a:pt x="4959" y="7554"/>
                      </a:lnTo>
                      <a:lnTo>
                        <a:pt x="4909" y="7734"/>
                      </a:lnTo>
                      <a:lnTo>
                        <a:pt x="4867" y="7918"/>
                      </a:lnTo>
                      <a:lnTo>
                        <a:pt x="4835" y="8105"/>
                      </a:lnTo>
                      <a:lnTo>
                        <a:pt x="4812" y="8293"/>
                      </a:lnTo>
                      <a:lnTo>
                        <a:pt x="4797" y="8487"/>
                      </a:lnTo>
                      <a:lnTo>
                        <a:pt x="4792" y="8681"/>
                      </a:lnTo>
                      <a:lnTo>
                        <a:pt x="4792" y="8745"/>
                      </a:lnTo>
                      <a:lnTo>
                        <a:pt x="4795" y="8810"/>
                      </a:lnTo>
                      <a:lnTo>
                        <a:pt x="4797" y="8874"/>
                      </a:lnTo>
                      <a:lnTo>
                        <a:pt x="4801" y="8937"/>
                      </a:lnTo>
                      <a:lnTo>
                        <a:pt x="4805" y="9001"/>
                      </a:lnTo>
                      <a:lnTo>
                        <a:pt x="4811" y="9064"/>
                      </a:lnTo>
                      <a:lnTo>
                        <a:pt x="4817" y="9127"/>
                      </a:lnTo>
                      <a:lnTo>
                        <a:pt x="4825" y="9190"/>
                      </a:lnTo>
                      <a:lnTo>
                        <a:pt x="4834" y="9252"/>
                      </a:lnTo>
                      <a:lnTo>
                        <a:pt x="4843" y="9314"/>
                      </a:lnTo>
                      <a:lnTo>
                        <a:pt x="4854" y="9376"/>
                      </a:lnTo>
                      <a:lnTo>
                        <a:pt x="4866" y="9436"/>
                      </a:lnTo>
                      <a:lnTo>
                        <a:pt x="4878" y="9497"/>
                      </a:lnTo>
                      <a:lnTo>
                        <a:pt x="4892" y="9558"/>
                      </a:lnTo>
                      <a:lnTo>
                        <a:pt x="4906" y="9619"/>
                      </a:lnTo>
                      <a:lnTo>
                        <a:pt x="4922" y="9678"/>
                      </a:lnTo>
                      <a:lnTo>
                        <a:pt x="4938" y="9738"/>
                      </a:lnTo>
                      <a:lnTo>
                        <a:pt x="4955" y="9797"/>
                      </a:lnTo>
                      <a:lnTo>
                        <a:pt x="4973" y="9855"/>
                      </a:lnTo>
                      <a:lnTo>
                        <a:pt x="4992" y="9914"/>
                      </a:lnTo>
                      <a:lnTo>
                        <a:pt x="5012" y="9971"/>
                      </a:lnTo>
                      <a:lnTo>
                        <a:pt x="5032" y="10029"/>
                      </a:lnTo>
                      <a:lnTo>
                        <a:pt x="5054" y="10086"/>
                      </a:lnTo>
                      <a:lnTo>
                        <a:pt x="5077" y="10143"/>
                      </a:lnTo>
                      <a:lnTo>
                        <a:pt x="5101" y="10199"/>
                      </a:lnTo>
                      <a:lnTo>
                        <a:pt x="5125" y="10255"/>
                      </a:lnTo>
                      <a:lnTo>
                        <a:pt x="5150" y="10310"/>
                      </a:lnTo>
                      <a:lnTo>
                        <a:pt x="5176" y="10365"/>
                      </a:lnTo>
                      <a:lnTo>
                        <a:pt x="5202" y="10420"/>
                      </a:lnTo>
                      <a:lnTo>
                        <a:pt x="5230" y="10474"/>
                      </a:lnTo>
                      <a:lnTo>
                        <a:pt x="5258" y="10527"/>
                      </a:lnTo>
                      <a:lnTo>
                        <a:pt x="5287" y="10579"/>
                      </a:lnTo>
                      <a:lnTo>
                        <a:pt x="1135" y="12977"/>
                      </a:lnTo>
                      <a:close/>
                    </a:path>
                  </a:pathLst>
                </a:custGeom>
                <a:solidFill>
                  <a:schemeClr val="accent2">
                    <a:lumMod val="100000"/>
                  </a:schemeClr>
                </a:solidFill>
                <a:ln>
                  <a:solidFill>
                    <a:schemeClr val="bg1"/>
                  </a:solidFill>
                </a:ln>
              </p:spPr>
              <p:txBody>
                <a:bodyPr anchor="ctr"/>
                <a:lstStyle/>
                <a:p>
                  <a:pPr algn="ctr"/>
                  <a:endParaRPr dirty="0"/>
                </a:p>
              </p:txBody>
            </p:sp>
            <p:sp>
              <p:nvSpPr>
                <p:cNvPr id="37" name="任意多边形: 形状 36">
                  <a:extLst>
                    <a:ext uri="{FF2B5EF4-FFF2-40B4-BE49-F238E27FC236}">
                      <a16:creationId xmlns:a16="http://schemas.microsoft.com/office/drawing/2014/main" id="{3D35026C-CA8C-4637-81CF-E3E0321533E4}"/>
                    </a:ext>
                  </a:extLst>
                </p:cNvPr>
                <p:cNvSpPr/>
                <p:nvPr/>
              </p:nvSpPr>
              <p:spPr bwMode="auto">
                <a:xfrm>
                  <a:off x="861355" y="5211763"/>
                  <a:ext cx="1947863" cy="858838"/>
                </a:xfrm>
                <a:custGeom>
                  <a:avLst/>
                  <a:gdLst>
                    <a:gd name="T0" fmla="*/ 252217063 w 14736"/>
                    <a:gd name="T1" fmla="*/ 49939682 h 6488"/>
                    <a:gd name="T2" fmla="*/ 243445731 w 14736"/>
                    <a:gd name="T3" fmla="*/ 61101664 h 6488"/>
                    <a:gd name="T4" fmla="*/ 233696106 w 14736"/>
                    <a:gd name="T5" fmla="*/ 71387467 h 6488"/>
                    <a:gd name="T6" fmla="*/ 223037716 w 14736"/>
                    <a:gd name="T7" fmla="*/ 80727066 h 6488"/>
                    <a:gd name="T8" fmla="*/ 211523302 w 14736"/>
                    <a:gd name="T9" fmla="*/ 89032829 h 6488"/>
                    <a:gd name="T10" fmla="*/ 199257555 w 14736"/>
                    <a:gd name="T11" fmla="*/ 96287150 h 6488"/>
                    <a:gd name="T12" fmla="*/ 186275371 w 14736"/>
                    <a:gd name="T13" fmla="*/ 102349980 h 6488"/>
                    <a:gd name="T14" fmla="*/ 172646807 w 14736"/>
                    <a:gd name="T15" fmla="*/ 107203844 h 6488"/>
                    <a:gd name="T16" fmla="*/ 158494001 w 14736"/>
                    <a:gd name="T17" fmla="*/ 110760980 h 6488"/>
                    <a:gd name="T18" fmla="*/ 143834402 w 14736"/>
                    <a:gd name="T19" fmla="*/ 112951229 h 6488"/>
                    <a:gd name="T20" fmla="*/ 128738199 w 14736"/>
                    <a:gd name="T21" fmla="*/ 113687224 h 6488"/>
                    <a:gd name="T22" fmla="*/ 113641865 w 14736"/>
                    <a:gd name="T23" fmla="*/ 112951229 h 6488"/>
                    <a:gd name="T24" fmla="*/ 98982266 w 14736"/>
                    <a:gd name="T25" fmla="*/ 110760980 h 6488"/>
                    <a:gd name="T26" fmla="*/ 84829460 w 14736"/>
                    <a:gd name="T27" fmla="*/ 107203844 h 6488"/>
                    <a:gd name="T28" fmla="*/ 71200896 w 14736"/>
                    <a:gd name="T29" fmla="*/ 102349980 h 6488"/>
                    <a:gd name="T30" fmla="*/ 58218712 w 14736"/>
                    <a:gd name="T31" fmla="*/ 96287150 h 6488"/>
                    <a:gd name="T32" fmla="*/ 45952964 w 14736"/>
                    <a:gd name="T33" fmla="*/ 89032829 h 6488"/>
                    <a:gd name="T34" fmla="*/ 34438551 w 14736"/>
                    <a:gd name="T35" fmla="*/ 80727066 h 6488"/>
                    <a:gd name="T36" fmla="*/ 23780161 w 14736"/>
                    <a:gd name="T37" fmla="*/ 71387467 h 6488"/>
                    <a:gd name="T38" fmla="*/ 14030535 w 14736"/>
                    <a:gd name="T39" fmla="*/ 61101664 h 6488"/>
                    <a:gd name="T40" fmla="*/ 5259204 w 14736"/>
                    <a:gd name="T41" fmla="*/ 49939682 h 6488"/>
                    <a:gd name="T42" fmla="*/ 72616190 w 14736"/>
                    <a:gd name="T43" fmla="*/ 0 h 6488"/>
                    <a:gd name="T44" fmla="*/ 76267904 w 14736"/>
                    <a:gd name="T45" fmla="*/ 4853732 h 6488"/>
                    <a:gd name="T46" fmla="*/ 80339038 w 14736"/>
                    <a:gd name="T47" fmla="*/ 9392151 h 6488"/>
                    <a:gd name="T48" fmla="*/ 84794564 w 14736"/>
                    <a:gd name="T49" fmla="*/ 13527493 h 6488"/>
                    <a:gd name="T50" fmla="*/ 89599451 w 14736"/>
                    <a:gd name="T51" fmla="*/ 17259890 h 6488"/>
                    <a:gd name="T52" fmla="*/ 94736384 w 14736"/>
                    <a:gd name="T53" fmla="*/ 20571606 h 6488"/>
                    <a:gd name="T54" fmla="*/ 100187916 w 14736"/>
                    <a:gd name="T55" fmla="*/ 23410351 h 6488"/>
                    <a:gd name="T56" fmla="*/ 105883987 w 14736"/>
                    <a:gd name="T57" fmla="*/ 25758389 h 6488"/>
                    <a:gd name="T58" fmla="*/ 111859628 w 14736"/>
                    <a:gd name="T59" fmla="*/ 27580772 h 6488"/>
                    <a:gd name="T60" fmla="*/ 118027464 w 14736"/>
                    <a:gd name="T61" fmla="*/ 28859895 h 6488"/>
                    <a:gd name="T62" fmla="*/ 124387496 w 14736"/>
                    <a:gd name="T63" fmla="*/ 29560812 h 6488"/>
                    <a:gd name="T64" fmla="*/ 130922143 w 14736"/>
                    <a:gd name="T65" fmla="*/ 29665917 h 6488"/>
                    <a:gd name="T66" fmla="*/ 137352100 w 14736"/>
                    <a:gd name="T67" fmla="*/ 29175341 h 6488"/>
                    <a:gd name="T68" fmla="*/ 143589862 w 14736"/>
                    <a:gd name="T69" fmla="*/ 28071348 h 6488"/>
                    <a:gd name="T70" fmla="*/ 149617847 w 14736"/>
                    <a:gd name="T71" fmla="*/ 26424227 h 6488"/>
                    <a:gd name="T72" fmla="*/ 155418741 w 14736"/>
                    <a:gd name="T73" fmla="*/ 24233846 h 6488"/>
                    <a:gd name="T74" fmla="*/ 160957646 w 14736"/>
                    <a:gd name="T75" fmla="*/ 21570495 h 6488"/>
                    <a:gd name="T76" fmla="*/ 166181953 w 14736"/>
                    <a:gd name="T77" fmla="*/ 18416304 h 6488"/>
                    <a:gd name="T78" fmla="*/ 171126691 w 14736"/>
                    <a:gd name="T79" fmla="*/ 14824222 h 6488"/>
                    <a:gd name="T80" fmla="*/ 175687038 w 14736"/>
                    <a:gd name="T81" fmla="*/ 10811457 h 6488"/>
                    <a:gd name="T82" fmla="*/ 179897891 w 14736"/>
                    <a:gd name="T83" fmla="*/ 6395749 h 6488"/>
                    <a:gd name="T84" fmla="*/ 183689456 w 14736"/>
                    <a:gd name="T85" fmla="*/ 1647121 h 648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4736" h="6488">
                      <a:moveTo>
                        <a:pt x="14736" y="2398"/>
                      </a:moveTo>
                      <a:lnTo>
                        <a:pt x="14589" y="2626"/>
                      </a:lnTo>
                      <a:lnTo>
                        <a:pt x="14435" y="2850"/>
                      </a:lnTo>
                      <a:lnTo>
                        <a:pt x="14273" y="3067"/>
                      </a:lnTo>
                      <a:lnTo>
                        <a:pt x="14106" y="3280"/>
                      </a:lnTo>
                      <a:lnTo>
                        <a:pt x="13933" y="3487"/>
                      </a:lnTo>
                      <a:lnTo>
                        <a:pt x="13753" y="3688"/>
                      </a:lnTo>
                      <a:lnTo>
                        <a:pt x="13567" y="3884"/>
                      </a:lnTo>
                      <a:lnTo>
                        <a:pt x="13375" y="4074"/>
                      </a:lnTo>
                      <a:lnTo>
                        <a:pt x="13177" y="4258"/>
                      </a:lnTo>
                      <a:lnTo>
                        <a:pt x="12973" y="4436"/>
                      </a:lnTo>
                      <a:lnTo>
                        <a:pt x="12765" y="4607"/>
                      </a:lnTo>
                      <a:lnTo>
                        <a:pt x="12550" y="4772"/>
                      </a:lnTo>
                      <a:lnTo>
                        <a:pt x="12331" y="4930"/>
                      </a:lnTo>
                      <a:lnTo>
                        <a:pt x="12106" y="5081"/>
                      </a:lnTo>
                      <a:lnTo>
                        <a:pt x="11876" y="5227"/>
                      </a:lnTo>
                      <a:lnTo>
                        <a:pt x="11643" y="5365"/>
                      </a:lnTo>
                      <a:lnTo>
                        <a:pt x="11404" y="5495"/>
                      </a:lnTo>
                      <a:lnTo>
                        <a:pt x="11160" y="5618"/>
                      </a:lnTo>
                      <a:lnTo>
                        <a:pt x="10912" y="5734"/>
                      </a:lnTo>
                      <a:lnTo>
                        <a:pt x="10661" y="5841"/>
                      </a:lnTo>
                      <a:lnTo>
                        <a:pt x="10405" y="5942"/>
                      </a:lnTo>
                      <a:lnTo>
                        <a:pt x="10145" y="6034"/>
                      </a:lnTo>
                      <a:lnTo>
                        <a:pt x="9881" y="6118"/>
                      </a:lnTo>
                      <a:lnTo>
                        <a:pt x="9614" y="6194"/>
                      </a:lnTo>
                      <a:lnTo>
                        <a:pt x="9344" y="6262"/>
                      </a:lnTo>
                      <a:lnTo>
                        <a:pt x="9071" y="6321"/>
                      </a:lnTo>
                      <a:lnTo>
                        <a:pt x="8794" y="6372"/>
                      </a:lnTo>
                      <a:lnTo>
                        <a:pt x="8514" y="6413"/>
                      </a:lnTo>
                      <a:lnTo>
                        <a:pt x="8232" y="6446"/>
                      </a:lnTo>
                      <a:lnTo>
                        <a:pt x="7946" y="6470"/>
                      </a:lnTo>
                      <a:lnTo>
                        <a:pt x="7658" y="6484"/>
                      </a:lnTo>
                      <a:lnTo>
                        <a:pt x="7368" y="6488"/>
                      </a:lnTo>
                      <a:lnTo>
                        <a:pt x="7078" y="6484"/>
                      </a:lnTo>
                      <a:lnTo>
                        <a:pt x="6790" y="6470"/>
                      </a:lnTo>
                      <a:lnTo>
                        <a:pt x="6504" y="6446"/>
                      </a:lnTo>
                      <a:lnTo>
                        <a:pt x="6222" y="6413"/>
                      </a:lnTo>
                      <a:lnTo>
                        <a:pt x="5942" y="6372"/>
                      </a:lnTo>
                      <a:lnTo>
                        <a:pt x="5665" y="6321"/>
                      </a:lnTo>
                      <a:lnTo>
                        <a:pt x="5392" y="6262"/>
                      </a:lnTo>
                      <a:lnTo>
                        <a:pt x="5122" y="6194"/>
                      </a:lnTo>
                      <a:lnTo>
                        <a:pt x="4855" y="6118"/>
                      </a:lnTo>
                      <a:lnTo>
                        <a:pt x="4591" y="6034"/>
                      </a:lnTo>
                      <a:lnTo>
                        <a:pt x="4331" y="5942"/>
                      </a:lnTo>
                      <a:lnTo>
                        <a:pt x="4075" y="5841"/>
                      </a:lnTo>
                      <a:lnTo>
                        <a:pt x="3824" y="5734"/>
                      </a:lnTo>
                      <a:lnTo>
                        <a:pt x="3576" y="5618"/>
                      </a:lnTo>
                      <a:lnTo>
                        <a:pt x="3332" y="5495"/>
                      </a:lnTo>
                      <a:lnTo>
                        <a:pt x="3093" y="5365"/>
                      </a:lnTo>
                      <a:lnTo>
                        <a:pt x="2860" y="5227"/>
                      </a:lnTo>
                      <a:lnTo>
                        <a:pt x="2630" y="5081"/>
                      </a:lnTo>
                      <a:lnTo>
                        <a:pt x="2405" y="4930"/>
                      </a:lnTo>
                      <a:lnTo>
                        <a:pt x="2186" y="4772"/>
                      </a:lnTo>
                      <a:lnTo>
                        <a:pt x="1971" y="4607"/>
                      </a:lnTo>
                      <a:lnTo>
                        <a:pt x="1763" y="4436"/>
                      </a:lnTo>
                      <a:lnTo>
                        <a:pt x="1559" y="4258"/>
                      </a:lnTo>
                      <a:lnTo>
                        <a:pt x="1361" y="4074"/>
                      </a:lnTo>
                      <a:lnTo>
                        <a:pt x="1169" y="3884"/>
                      </a:lnTo>
                      <a:lnTo>
                        <a:pt x="983" y="3688"/>
                      </a:lnTo>
                      <a:lnTo>
                        <a:pt x="803" y="3487"/>
                      </a:lnTo>
                      <a:lnTo>
                        <a:pt x="630" y="3280"/>
                      </a:lnTo>
                      <a:lnTo>
                        <a:pt x="463" y="3067"/>
                      </a:lnTo>
                      <a:lnTo>
                        <a:pt x="301" y="2850"/>
                      </a:lnTo>
                      <a:lnTo>
                        <a:pt x="147" y="2626"/>
                      </a:lnTo>
                      <a:lnTo>
                        <a:pt x="0" y="2399"/>
                      </a:lnTo>
                      <a:lnTo>
                        <a:pt x="4156" y="0"/>
                      </a:lnTo>
                      <a:lnTo>
                        <a:pt x="4223" y="94"/>
                      </a:lnTo>
                      <a:lnTo>
                        <a:pt x="4292" y="187"/>
                      </a:lnTo>
                      <a:lnTo>
                        <a:pt x="4365" y="277"/>
                      </a:lnTo>
                      <a:lnTo>
                        <a:pt x="4440" y="366"/>
                      </a:lnTo>
                      <a:lnTo>
                        <a:pt x="4518" y="452"/>
                      </a:lnTo>
                      <a:lnTo>
                        <a:pt x="4598" y="536"/>
                      </a:lnTo>
                      <a:lnTo>
                        <a:pt x="4681" y="617"/>
                      </a:lnTo>
                      <a:lnTo>
                        <a:pt x="4766" y="696"/>
                      </a:lnTo>
                      <a:lnTo>
                        <a:pt x="4853" y="772"/>
                      </a:lnTo>
                      <a:lnTo>
                        <a:pt x="4942" y="846"/>
                      </a:lnTo>
                      <a:lnTo>
                        <a:pt x="5035" y="917"/>
                      </a:lnTo>
                      <a:lnTo>
                        <a:pt x="5128" y="985"/>
                      </a:lnTo>
                      <a:lnTo>
                        <a:pt x="5225" y="1051"/>
                      </a:lnTo>
                      <a:lnTo>
                        <a:pt x="5322" y="1114"/>
                      </a:lnTo>
                      <a:lnTo>
                        <a:pt x="5422" y="1174"/>
                      </a:lnTo>
                      <a:lnTo>
                        <a:pt x="5524" y="1231"/>
                      </a:lnTo>
                      <a:lnTo>
                        <a:pt x="5628" y="1285"/>
                      </a:lnTo>
                      <a:lnTo>
                        <a:pt x="5734" y="1336"/>
                      </a:lnTo>
                      <a:lnTo>
                        <a:pt x="5841" y="1383"/>
                      </a:lnTo>
                      <a:lnTo>
                        <a:pt x="5950" y="1428"/>
                      </a:lnTo>
                      <a:lnTo>
                        <a:pt x="6060" y="1470"/>
                      </a:lnTo>
                      <a:lnTo>
                        <a:pt x="6173" y="1508"/>
                      </a:lnTo>
                      <a:lnTo>
                        <a:pt x="6287" y="1543"/>
                      </a:lnTo>
                      <a:lnTo>
                        <a:pt x="6402" y="1574"/>
                      </a:lnTo>
                      <a:lnTo>
                        <a:pt x="6518" y="1602"/>
                      </a:lnTo>
                      <a:lnTo>
                        <a:pt x="6637" y="1627"/>
                      </a:lnTo>
                      <a:lnTo>
                        <a:pt x="6755" y="1647"/>
                      </a:lnTo>
                      <a:lnTo>
                        <a:pt x="6875" y="1665"/>
                      </a:lnTo>
                      <a:lnTo>
                        <a:pt x="6997" y="1678"/>
                      </a:lnTo>
                      <a:lnTo>
                        <a:pt x="7119" y="1687"/>
                      </a:lnTo>
                      <a:lnTo>
                        <a:pt x="7243" y="1693"/>
                      </a:lnTo>
                      <a:lnTo>
                        <a:pt x="7368" y="1695"/>
                      </a:lnTo>
                      <a:lnTo>
                        <a:pt x="7493" y="1693"/>
                      </a:lnTo>
                      <a:lnTo>
                        <a:pt x="7617" y="1687"/>
                      </a:lnTo>
                      <a:lnTo>
                        <a:pt x="7739" y="1678"/>
                      </a:lnTo>
                      <a:lnTo>
                        <a:pt x="7861" y="1665"/>
                      </a:lnTo>
                      <a:lnTo>
                        <a:pt x="7981" y="1647"/>
                      </a:lnTo>
                      <a:lnTo>
                        <a:pt x="8099" y="1627"/>
                      </a:lnTo>
                      <a:lnTo>
                        <a:pt x="8218" y="1602"/>
                      </a:lnTo>
                      <a:lnTo>
                        <a:pt x="8334" y="1574"/>
                      </a:lnTo>
                      <a:lnTo>
                        <a:pt x="8449" y="1543"/>
                      </a:lnTo>
                      <a:lnTo>
                        <a:pt x="8563" y="1508"/>
                      </a:lnTo>
                      <a:lnTo>
                        <a:pt x="8676" y="1469"/>
                      </a:lnTo>
                      <a:lnTo>
                        <a:pt x="8786" y="1428"/>
                      </a:lnTo>
                      <a:lnTo>
                        <a:pt x="8895" y="1383"/>
                      </a:lnTo>
                      <a:lnTo>
                        <a:pt x="9002" y="1336"/>
                      </a:lnTo>
                      <a:lnTo>
                        <a:pt x="9108" y="1285"/>
                      </a:lnTo>
                      <a:lnTo>
                        <a:pt x="9212" y="1231"/>
                      </a:lnTo>
                      <a:lnTo>
                        <a:pt x="9314" y="1174"/>
                      </a:lnTo>
                      <a:lnTo>
                        <a:pt x="9414" y="1114"/>
                      </a:lnTo>
                      <a:lnTo>
                        <a:pt x="9511" y="1051"/>
                      </a:lnTo>
                      <a:lnTo>
                        <a:pt x="9608" y="985"/>
                      </a:lnTo>
                      <a:lnTo>
                        <a:pt x="9701" y="917"/>
                      </a:lnTo>
                      <a:lnTo>
                        <a:pt x="9794" y="846"/>
                      </a:lnTo>
                      <a:lnTo>
                        <a:pt x="9883" y="772"/>
                      </a:lnTo>
                      <a:lnTo>
                        <a:pt x="9970" y="696"/>
                      </a:lnTo>
                      <a:lnTo>
                        <a:pt x="10055" y="617"/>
                      </a:lnTo>
                      <a:lnTo>
                        <a:pt x="10138" y="536"/>
                      </a:lnTo>
                      <a:lnTo>
                        <a:pt x="10218" y="452"/>
                      </a:lnTo>
                      <a:lnTo>
                        <a:pt x="10296" y="365"/>
                      </a:lnTo>
                      <a:lnTo>
                        <a:pt x="10371" y="277"/>
                      </a:lnTo>
                      <a:lnTo>
                        <a:pt x="10444" y="187"/>
                      </a:lnTo>
                      <a:lnTo>
                        <a:pt x="10513" y="94"/>
                      </a:lnTo>
                      <a:lnTo>
                        <a:pt x="10580" y="0"/>
                      </a:lnTo>
                      <a:lnTo>
                        <a:pt x="14736" y="2398"/>
                      </a:lnTo>
                      <a:close/>
                    </a:path>
                  </a:pathLst>
                </a:custGeom>
                <a:solidFill>
                  <a:schemeClr val="accent4">
                    <a:lumMod val="100000"/>
                  </a:schemeClr>
                </a:solidFill>
                <a:ln w="9525">
                  <a:solidFill>
                    <a:schemeClr val="bg1"/>
                  </a:solidFill>
                  <a:round/>
                </a:ln>
              </p:spPr>
              <p:txBody>
                <a:bodyPr anchor="ctr"/>
                <a:lstStyle/>
                <a:p>
                  <a:pPr algn="ctr"/>
                  <a:endParaRPr dirty="0"/>
                </a:p>
              </p:txBody>
            </p:sp>
            <p:sp>
              <p:nvSpPr>
                <p:cNvPr id="38" name="任意多边形: 形状 37">
                  <a:extLst>
                    <a:ext uri="{FF2B5EF4-FFF2-40B4-BE49-F238E27FC236}">
                      <a16:creationId xmlns:a16="http://schemas.microsoft.com/office/drawing/2014/main" id="{A2A3C0D3-2FCA-44C0-9BB7-90FD42E063C0}"/>
                    </a:ext>
                  </a:extLst>
                </p:cNvPr>
                <p:cNvSpPr/>
                <p:nvPr/>
              </p:nvSpPr>
              <p:spPr bwMode="auto">
                <a:xfrm>
                  <a:off x="1823832" y="3827665"/>
                  <a:ext cx="1125537" cy="1716089"/>
                </a:xfrm>
                <a:custGeom>
                  <a:avLst/>
                  <a:gdLst>
                    <a:gd name="T0" fmla="*/ 15260909 w 8508"/>
                    <a:gd name="T1" fmla="*/ 1066786 h 12977"/>
                    <a:gd name="T2" fmla="*/ 37294889 w 8508"/>
                    <a:gd name="T3" fmla="*/ 5368709 h 12977"/>
                    <a:gd name="T4" fmla="*/ 58068659 w 8508"/>
                    <a:gd name="T5" fmla="*/ 12748403 h 12977"/>
                    <a:gd name="T6" fmla="*/ 77337346 w 8508"/>
                    <a:gd name="T7" fmla="*/ 22926312 h 12977"/>
                    <a:gd name="T8" fmla="*/ 94821020 w 8508"/>
                    <a:gd name="T9" fmla="*/ 35657259 h 12977"/>
                    <a:gd name="T10" fmla="*/ 110309471 w 8508"/>
                    <a:gd name="T11" fmla="*/ 50696601 h 12977"/>
                    <a:gd name="T12" fmla="*/ 123540231 w 8508"/>
                    <a:gd name="T13" fmla="*/ 67799427 h 12977"/>
                    <a:gd name="T14" fmla="*/ 134250966 w 8508"/>
                    <a:gd name="T15" fmla="*/ 86703637 h 12977"/>
                    <a:gd name="T16" fmla="*/ 142231464 w 8508"/>
                    <a:gd name="T17" fmla="*/ 107164056 h 12977"/>
                    <a:gd name="T18" fmla="*/ 147184202 w 8508"/>
                    <a:gd name="T19" fmla="*/ 128953626 h 12977"/>
                    <a:gd name="T20" fmla="*/ 148899364 w 8508"/>
                    <a:gd name="T21" fmla="*/ 151809982 h 12977"/>
                    <a:gd name="T22" fmla="*/ 148706880 w 8508"/>
                    <a:gd name="T23" fmla="*/ 159452042 h 12977"/>
                    <a:gd name="T24" fmla="*/ 148146756 w 8508"/>
                    <a:gd name="T25" fmla="*/ 166989234 h 12977"/>
                    <a:gd name="T26" fmla="*/ 147219259 w 8508"/>
                    <a:gd name="T27" fmla="*/ 174438884 h 12977"/>
                    <a:gd name="T28" fmla="*/ 145941718 w 8508"/>
                    <a:gd name="T29" fmla="*/ 181748755 h 12977"/>
                    <a:gd name="T30" fmla="*/ 144314133 w 8508"/>
                    <a:gd name="T31" fmla="*/ 188936171 h 12977"/>
                    <a:gd name="T32" fmla="*/ 142371429 w 8508"/>
                    <a:gd name="T33" fmla="*/ 196001132 h 12977"/>
                    <a:gd name="T34" fmla="*/ 140061351 w 8508"/>
                    <a:gd name="T35" fmla="*/ 202926183 h 12977"/>
                    <a:gd name="T36" fmla="*/ 137471211 w 8508"/>
                    <a:gd name="T37" fmla="*/ 209693999 h 12977"/>
                    <a:gd name="T38" fmla="*/ 134548490 w 8508"/>
                    <a:gd name="T39" fmla="*/ 216304317 h 12977"/>
                    <a:gd name="T40" fmla="*/ 131328245 w 8508"/>
                    <a:gd name="T41" fmla="*/ 222739680 h 12977"/>
                    <a:gd name="T42" fmla="*/ 56371092 w 8508"/>
                    <a:gd name="T43" fmla="*/ 185001480 h 12977"/>
                    <a:gd name="T44" fmla="*/ 57858580 w 8508"/>
                    <a:gd name="T45" fmla="*/ 182220854 h 12977"/>
                    <a:gd name="T46" fmla="*/ 59206236 w 8508"/>
                    <a:gd name="T47" fmla="*/ 179335494 h 12977"/>
                    <a:gd name="T48" fmla="*/ 60448852 w 8508"/>
                    <a:gd name="T49" fmla="*/ 176380046 h 12977"/>
                    <a:gd name="T50" fmla="*/ 61533909 w 8508"/>
                    <a:gd name="T51" fmla="*/ 173372230 h 12977"/>
                    <a:gd name="T52" fmla="*/ 62478868 w 8508"/>
                    <a:gd name="T53" fmla="*/ 170294327 h 12977"/>
                    <a:gd name="T54" fmla="*/ 63283996 w 8508"/>
                    <a:gd name="T55" fmla="*/ 167146601 h 12977"/>
                    <a:gd name="T56" fmla="*/ 63949026 w 8508"/>
                    <a:gd name="T57" fmla="*/ 163963831 h 12977"/>
                    <a:gd name="T58" fmla="*/ 64456497 w 8508"/>
                    <a:gd name="T59" fmla="*/ 160711106 h 12977"/>
                    <a:gd name="T60" fmla="*/ 64806541 w 8508"/>
                    <a:gd name="T61" fmla="*/ 157406013 h 12977"/>
                    <a:gd name="T62" fmla="*/ 64981563 w 8508"/>
                    <a:gd name="T63" fmla="*/ 154065877 h 12977"/>
                    <a:gd name="T64" fmla="*/ 64946638 w 8508"/>
                    <a:gd name="T65" fmla="*/ 148417346 h 12977"/>
                    <a:gd name="T66" fmla="*/ 63721485 w 8508"/>
                    <a:gd name="T67" fmla="*/ 138466892 h 12977"/>
                    <a:gd name="T68" fmla="*/ 61113882 w 8508"/>
                    <a:gd name="T69" fmla="*/ 129006125 h 12977"/>
                    <a:gd name="T70" fmla="*/ 57246069 w 8508"/>
                    <a:gd name="T71" fmla="*/ 120174825 h 12977"/>
                    <a:gd name="T72" fmla="*/ 52188292 w 8508"/>
                    <a:gd name="T73" fmla="*/ 112043077 h 12977"/>
                    <a:gd name="T74" fmla="*/ 46062920 w 8508"/>
                    <a:gd name="T75" fmla="*/ 104715883 h 12977"/>
                    <a:gd name="T76" fmla="*/ 39027514 w 8508"/>
                    <a:gd name="T77" fmla="*/ 98315299 h 12977"/>
                    <a:gd name="T78" fmla="*/ 31099403 w 8508"/>
                    <a:gd name="T79" fmla="*/ 92946590 h 12977"/>
                    <a:gd name="T80" fmla="*/ 22453875 w 8508"/>
                    <a:gd name="T81" fmla="*/ 88714622 h 12977"/>
                    <a:gd name="T82" fmla="*/ 13178373 w 8508"/>
                    <a:gd name="T83" fmla="*/ 85741718 h 12977"/>
                    <a:gd name="T84" fmla="*/ 3360210 w 8508"/>
                    <a:gd name="T85" fmla="*/ 84080378 h 1297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8508" h="12977">
                      <a:moveTo>
                        <a:pt x="0" y="0"/>
                      </a:moveTo>
                      <a:lnTo>
                        <a:pt x="439" y="20"/>
                      </a:lnTo>
                      <a:lnTo>
                        <a:pt x="872" y="61"/>
                      </a:lnTo>
                      <a:lnTo>
                        <a:pt x="1299" y="123"/>
                      </a:lnTo>
                      <a:lnTo>
                        <a:pt x="1719" y="205"/>
                      </a:lnTo>
                      <a:lnTo>
                        <a:pt x="2131" y="307"/>
                      </a:lnTo>
                      <a:lnTo>
                        <a:pt x="2536" y="430"/>
                      </a:lnTo>
                      <a:lnTo>
                        <a:pt x="2931" y="570"/>
                      </a:lnTo>
                      <a:lnTo>
                        <a:pt x="3318" y="729"/>
                      </a:lnTo>
                      <a:lnTo>
                        <a:pt x="3695" y="906"/>
                      </a:lnTo>
                      <a:lnTo>
                        <a:pt x="4062" y="1101"/>
                      </a:lnTo>
                      <a:lnTo>
                        <a:pt x="4419" y="1311"/>
                      </a:lnTo>
                      <a:lnTo>
                        <a:pt x="4764" y="1538"/>
                      </a:lnTo>
                      <a:lnTo>
                        <a:pt x="5097" y="1781"/>
                      </a:lnTo>
                      <a:lnTo>
                        <a:pt x="5418" y="2039"/>
                      </a:lnTo>
                      <a:lnTo>
                        <a:pt x="5727" y="2312"/>
                      </a:lnTo>
                      <a:lnTo>
                        <a:pt x="6022" y="2598"/>
                      </a:lnTo>
                      <a:lnTo>
                        <a:pt x="6303" y="2899"/>
                      </a:lnTo>
                      <a:lnTo>
                        <a:pt x="6570" y="3213"/>
                      </a:lnTo>
                      <a:lnTo>
                        <a:pt x="6823" y="3538"/>
                      </a:lnTo>
                      <a:lnTo>
                        <a:pt x="7059" y="3877"/>
                      </a:lnTo>
                      <a:lnTo>
                        <a:pt x="7279" y="4226"/>
                      </a:lnTo>
                      <a:lnTo>
                        <a:pt x="7485" y="4587"/>
                      </a:lnTo>
                      <a:lnTo>
                        <a:pt x="7671" y="4958"/>
                      </a:lnTo>
                      <a:lnTo>
                        <a:pt x="7842" y="5339"/>
                      </a:lnTo>
                      <a:lnTo>
                        <a:pt x="7994" y="5730"/>
                      </a:lnTo>
                      <a:lnTo>
                        <a:pt x="8127" y="6128"/>
                      </a:lnTo>
                      <a:lnTo>
                        <a:pt x="8241" y="6536"/>
                      </a:lnTo>
                      <a:lnTo>
                        <a:pt x="8335" y="6952"/>
                      </a:lnTo>
                      <a:lnTo>
                        <a:pt x="8410" y="7374"/>
                      </a:lnTo>
                      <a:lnTo>
                        <a:pt x="8465" y="7804"/>
                      </a:lnTo>
                      <a:lnTo>
                        <a:pt x="8497" y="8239"/>
                      </a:lnTo>
                      <a:lnTo>
                        <a:pt x="8508" y="8681"/>
                      </a:lnTo>
                      <a:lnTo>
                        <a:pt x="8507" y="8827"/>
                      </a:lnTo>
                      <a:lnTo>
                        <a:pt x="8504" y="8973"/>
                      </a:lnTo>
                      <a:lnTo>
                        <a:pt x="8497" y="9118"/>
                      </a:lnTo>
                      <a:lnTo>
                        <a:pt x="8488" y="9263"/>
                      </a:lnTo>
                      <a:lnTo>
                        <a:pt x="8478" y="9406"/>
                      </a:lnTo>
                      <a:lnTo>
                        <a:pt x="8465" y="9549"/>
                      </a:lnTo>
                      <a:lnTo>
                        <a:pt x="8449" y="9691"/>
                      </a:lnTo>
                      <a:lnTo>
                        <a:pt x="8432" y="9834"/>
                      </a:lnTo>
                      <a:lnTo>
                        <a:pt x="8412" y="9975"/>
                      </a:lnTo>
                      <a:lnTo>
                        <a:pt x="8390" y="10115"/>
                      </a:lnTo>
                      <a:lnTo>
                        <a:pt x="8366" y="10254"/>
                      </a:lnTo>
                      <a:lnTo>
                        <a:pt x="8339" y="10393"/>
                      </a:lnTo>
                      <a:lnTo>
                        <a:pt x="8310" y="10530"/>
                      </a:lnTo>
                      <a:lnTo>
                        <a:pt x="8279" y="10668"/>
                      </a:lnTo>
                      <a:lnTo>
                        <a:pt x="8246" y="10804"/>
                      </a:lnTo>
                      <a:lnTo>
                        <a:pt x="8211" y="10940"/>
                      </a:lnTo>
                      <a:lnTo>
                        <a:pt x="8174" y="11074"/>
                      </a:lnTo>
                      <a:lnTo>
                        <a:pt x="8135" y="11208"/>
                      </a:lnTo>
                      <a:lnTo>
                        <a:pt x="8092" y="11341"/>
                      </a:lnTo>
                      <a:lnTo>
                        <a:pt x="8049" y="11473"/>
                      </a:lnTo>
                      <a:lnTo>
                        <a:pt x="8003" y="11604"/>
                      </a:lnTo>
                      <a:lnTo>
                        <a:pt x="7956" y="11734"/>
                      </a:lnTo>
                      <a:lnTo>
                        <a:pt x="7907" y="11863"/>
                      </a:lnTo>
                      <a:lnTo>
                        <a:pt x="7855" y="11991"/>
                      </a:lnTo>
                      <a:lnTo>
                        <a:pt x="7802" y="12118"/>
                      </a:lnTo>
                      <a:lnTo>
                        <a:pt x="7745" y="12244"/>
                      </a:lnTo>
                      <a:lnTo>
                        <a:pt x="7688" y="12369"/>
                      </a:lnTo>
                      <a:lnTo>
                        <a:pt x="7629" y="12493"/>
                      </a:lnTo>
                      <a:lnTo>
                        <a:pt x="7567" y="12615"/>
                      </a:lnTo>
                      <a:lnTo>
                        <a:pt x="7504" y="12737"/>
                      </a:lnTo>
                      <a:lnTo>
                        <a:pt x="7439" y="12857"/>
                      </a:lnTo>
                      <a:lnTo>
                        <a:pt x="7373" y="12977"/>
                      </a:lnTo>
                      <a:lnTo>
                        <a:pt x="3221" y="10579"/>
                      </a:lnTo>
                      <a:lnTo>
                        <a:pt x="3250" y="10527"/>
                      </a:lnTo>
                      <a:lnTo>
                        <a:pt x="3278" y="10474"/>
                      </a:lnTo>
                      <a:lnTo>
                        <a:pt x="3306" y="10420"/>
                      </a:lnTo>
                      <a:lnTo>
                        <a:pt x="3332" y="10365"/>
                      </a:lnTo>
                      <a:lnTo>
                        <a:pt x="3358" y="10310"/>
                      </a:lnTo>
                      <a:lnTo>
                        <a:pt x="3383" y="10255"/>
                      </a:lnTo>
                      <a:lnTo>
                        <a:pt x="3407" y="10199"/>
                      </a:lnTo>
                      <a:lnTo>
                        <a:pt x="3431" y="10143"/>
                      </a:lnTo>
                      <a:lnTo>
                        <a:pt x="3454" y="10086"/>
                      </a:lnTo>
                      <a:lnTo>
                        <a:pt x="3476" y="10029"/>
                      </a:lnTo>
                      <a:lnTo>
                        <a:pt x="3496" y="9971"/>
                      </a:lnTo>
                      <a:lnTo>
                        <a:pt x="3516" y="9914"/>
                      </a:lnTo>
                      <a:lnTo>
                        <a:pt x="3535" y="9855"/>
                      </a:lnTo>
                      <a:lnTo>
                        <a:pt x="3553" y="9797"/>
                      </a:lnTo>
                      <a:lnTo>
                        <a:pt x="3570" y="9738"/>
                      </a:lnTo>
                      <a:lnTo>
                        <a:pt x="3586" y="9678"/>
                      </a:lnTo>
                      <a:lnTo>
                        <a:pt x="3602" y="9619"/>
                      </a:lnTo>
                      <a:lnTo>
                        <a:pt x="3616" y="9558"/>
                      </a:lnTo>
                      <a:lnTo>
                        <a:pt x="3630" y="9497"/>
                      </a:lnTo>
                      <a:lnTo>
                        <a:pt x="3642" y="9436"/>
                      </a:lnTo>
                      <a:lnTo>
                        <a:pt x="3654" y="9376"/>
                      </a:lnTo>
                      <a:lnTo>
                        <a:pt x="3665" y="9314"/>
                      </a:lnTo>
                      <a:lnTo>
                        <a:pt x="3674" y="9252"/>
                      </a:lnTo>
                      <a:lnTo>
                        <a:pt x="3683" y="9190"/>
                      </a:lnTo>
                      <a:lnTo>
                        <a:pt x="3691" y="9127"/>
                      </a:lnTo>
                      <a:lnTo>
                        <a:pt x="3697" y="9064"/>
                      </a:lnTo>
                      <a:lnTo>
                        <a:pt x="3703" y="9001"/>
                      </a:lnTo>
                      <a:lnTo>
                        <a:pt x="3707" y="8937"/>
                      </a:lnTo>
                      <a:lnTo>
                        <a:pt x="3711" y="8874"/>
                      </a:lnTo>
                      <a:lnTo>
                        <a:pt x="3713" y="8810"/>
                      </a:lnTo>
                      <a:lnTo>
                        <a:pt x="3716" y="8745"/>
                      </a:lnTo>
                      <a:lnTo>
                        <a:pt x="3716" y="8681"/>
                      </a:lnTo>
                      <a:lnTo>
                        <a:pt x="3711" y="8487"/>
                      </a:lnTo>
                      <a:lnTo>
                        <a:pt x="3696" y="8293"/>
                      </a:lnTo>
                      <a:lnTo>
                        <a:pt x="3673" y="8105"/>
                      </a:lnTo>
                      <a:lnTo>
                        <a:pt x="3641" y="7918"/>
                      </a:lnTo>
                      <a:lnTo>
                        <a:pt x="3599" y="7734"/>
                      </a:lnTo>
                      <a:lnTo>
                        <a:pt x="3549" y="7554"/>
                      </a:lnTo>
                      <a:lnTo>
                        <a:pt x="3492" y="7377"/>
                      </a:lnTo>
                      <a:lnTo>
                        <a:pt x="3426" y="7205"/>
                      </a:lnTo>
                      <a:lnTo>
                        <a:pt x="3352" y="7037"/>
                      </a:lnTo>
                      <a:lnTo>
                        <a:pt x="3271" y="6872"/>
                      </a:lnTo>
                      <a:lnTo>
                        <a:pt x="3182" y="6712"/>
                      </a:lnTo>
                      <a:lnTo>
                        <a:pt x="3085" y="6557"/>
                      </a:lnTo>
                      <a:lnTo>
                        <a:pt x="2982" y="6407"/>
                      </a:lnTo>
                      <a:lnTo>
                        <a:pt x="2872" y="6262"/>
                      </a:lnTo>
                      <a:lnTo>
                        <a:pt x="2755" y="6122"/>
                      </a:lnTo>
                      <a:lnTo>
                        <a:pt x="2632" y="5988"/>
                      </a:lnTo>
                      <a:lnTo>
                        <a:pt x="2504" y="5860"/>
                      </a:lnTo>
                      <a:lnTo>
                        <a:pt x="2370" y="5738"/>
                      </a:lnTo>
                      <a:lnTo>
                        <a:pt x="2230" y="5622"/>
                      </a:lnTo>
                      <a:lnTo>
                        <a:pt x="2084" y="5514"/>
                      </a:lnTo>
                      <a:lnTo>
                        <a:pt x="1934" y="5411"/>
                      </a:lnTo>
                      <a:lnTo>
                        <a:pt x="1777" y="5315"/>
                      </a:lnTo>
                      <a:lnTo>
                        <a:pt x="1618" y="5227"/>
                      </a:lnTo>
                      <a:lnTo>
                        <a:pt x="1453" y="5147"/>
                      </a:lnTo>
                      <a:lnTo>
                        <a:pt x="1283" y="5073"/>
                      </a:lnTo>
                      <a:lnTo>
                        <a:pt x="1110" y="5008"/>
                      </a:lnTo>
                      <a:lnTo>
                        <a:pt x="933" y="4952"/>
                      </a:lnTo>
                      <a:lnTo>
                        <a:pt x="753" y="4903"/>
                      </a:lnTo>
                      <a:lnTo>
                        <a:pt x="569" y="4863"/>
                      </a:lnTo>
                      <a:lnTo>
                        <a:pt x="382" y="4831"/>
                      </a:lnTo>
                      <a:lnTo>
                        <a:pt x="192" y="4808"/>
                      </a:lnTo>
                      <a:lnTo>
                        <a:pt x="0" y="4795"/>
                      </a:lnTo>
                      <a:lnTo>
                        <a:pt x="0" y="0"/>
                      </a:lnTo>
                      <a:close/>
                    </a:path>
                  </a:pathLst>
                </a:custGeom>
                <a:solidFill>
                  <a:schemeClr val="accent3">
                    <a:lumMod val="100000"/>
                  </a:schemeClr>
                </a:solidFill>
                <a:ln w="9525">
                  <a:solidFill>
                    <a:schemeClr val="bg1"/>
                  </a:solidFill>
                  <a:round/>
                </a:ln>
              </p:spPr>
              <p:txBody>
                <a:bodyPr anchor="ctr"/>
                <a:lstStyle/>
                <a:p>
                  <a:pPr algn="ctr"/>
                  <a:endParaRPr dirty="0"/>
                </a:p>
              </p:txBody>
            </p:sp>
            <p:sp>
              <p:nvSpPr>
                <p:cNvPr id="39" name="矩形 38">
                  <a:extLst>
                    <a:ext uri="{FF2B5EF4-FFF2-40B4-BE49-F238E27FC236}">
                      <a16:creationId xmlns:a16="http://schemas.microsoft.com/office/drawing/2014/main" id="{AE30F13C-DE01-4966-81B8-4B88F690280E}"/>
                    </a:ext>
                  </a:extLst>
                </p:cNvPr>
                <p:cNvSpPr/>
                <p:nvPr/>
              </p:nvSpPr>
              <p:spPr>
                <a:xfrm rot="18000000">
                  <a:off x="826270" y="4366243"/>
                  <a:ext cx="1042097" cy="590396"/>
                </a:xfrm>
                <a:prstGeom prst="rect">
                  <a:avLst/>
                </a:prstGeom>
              </p:spPr>
              <p:txBody>
                <a:bodyPr spcFirstLastPara="1" wrap="none">
                  <a:prstTxWarp prst="textArchUp">
                    <a:avLst>
                      <a:gd name="adj" fmla="val 11671062"/>
                    </a:avLst>
                  </a:prstTxWarp>
                  <a:normAutofit/>
                </a:bodyPr>
                <a:lstStyle/>
                <a:p>
                  <a:pPr>
                    <a:defRPr/>
                  </a:pPr>
                  <a:r>
                    <a:rPr lang="zh-CN" altLang="en-US" sz="1600" b="1">
                      <a:solidFill>
                        <a:schemeClr val="bg1"/>
                      </a:solidFill>
                    </a:rPr>
                    <a:t>输入标题文本</a:t>
                  </a:r>
                </a:p>
              </p:txBody>
            </p:sp>
            <p:sp>
              <p:nvSpPr>
                <p:cNvPr id="40" name="矩形 39">
                  <a:extLst>
                    <a:ext uri="{FF2B5EF4-FFF2-40B4-BE49-F238E27FC236}">
                      <a16:creationId xmlns:a16="http://schemas.microsoft.com/office/drawing/2014/main" id="{EFD1B7A9-1EAE-476D-AD8F-7D087BF6A832}"/>
                    </a:ext>
                  </a:extLst>
                </p:cNvPr>
                <p:cNvSpPr/>
                <p:nvPr/>
              </p:nvSpPr>
              <p:spPr>
                <a:xfrm rot="3600000">
                  <a:off x="1797393" y="4404469"/>
                  <a:ext cx="1031315" cy="590396"/>
                </a:xfrm>
                <a:prstGeom prst="rect">
                  <a:avLst/>
                </a:prstGeom>
              </p:spPr>
              <p:txBody>
                <a:bodyPr spcFirstLastPara="1" wrap="none">
                  <a:prstTxWarp prst="textArchUp">
                    <a:avLst>
                      <a:gd name="adj" fmla="val 11671062"/>
                    </a:avLst>
                  </a:prstTxWarp>
                  <a:normAutofit/>
                </a:bodyPr>
                <a:lstStyle/>
                <a:p>
                  <a:pPr>
                    <a:defRPr/>
                  </a:pPr>
                  <a:r>
                    <a:rPr lang="zh-CN" altLang="en-US" sz="1600" b="1">
                      <a:solidFill>
                        <a:schemeClr val="bg1"/>
                      </a:solidFill>
                    </a:rPr>
                    <a:t>输入标题文本</a:t>
                  </a:r>
                </a:p>
              </p:txBody>
            </p:sp>
            <p:sp>
              <p:nvSpPr>
                <p:cNvPr id="41" name="矩形 40">
                  <a:extLst>
                    <a:ext uri="{FF2B5EF4-FFF2-40B4-BE49-F238E27FC236}">
                      <a16:creationId xmlns:a16="http://schemas.microsoft.com/office/drawing/2014/main" id="{E18C958D-7336-4627-9598-1950134C3DD2}"/>
                    </a:ext>
                  </a:extLst>
                </p:cNvPr>
                <p:cNvSpPr/>
                <p:nvPr/>
              </p:nvSpPr>
              <p:spPr>
                <a:xfrm>
                  <a:off x="1363376" y="5341601"/>
                  <a:ext cx="972119" cy="590396"/>
                </a:xfrm>
                <a:prstGeom prst="rect">
                  <a:avLst/>
                </a:prstGeom>
              </p:spPr>
              <p:txBody>
                <a:bodyPr spcFirstLastPara="1" wrap="none">
                  <a:prstTxWarp prst="textArchDown">
                    <a:avLst>
                      <a:gd name="adj" fmla="val 1312104"/>
                    </a:avLst>
                  </a:prstTxWarp>
                  <a:normAutofit/>
                </a:bodyPr>
                <a:lstStyle/>
                <a:p>
                  <a:pPr>
                    <a:defRPr/>
                  </a:pPr>
                  <a:r>
                    <a:rPr lang="zh-CN" altLang="en-US" sz="1600" b="1">
                      <a:solidFill>
                        <a:schemeClr val="bg1"/>
                      </a:solidFill>
                    </a:rPr>
                    <a:t>输入标题文本</a:t>
                  </a:r>
                </a:p>
              </p:txBody>
            </p:sp>
          </p:grpSp>
          <p:sp>
            <p:nvSpPr>
              <p:cNvPr id="35" name="椭圆 34">
                <a:extLst>
                  <a:ext uri="{FF2B5EF4-FFF2-40B4-BE49-F238E27FC236}">
                    <a16:creationId xmlns:a16="http://schemas.microsoft.com/office/drawing/2014/main" id="{9A10BB9D-E67D-460E-A03B-44BD1694C783}"/>
                  </a:ext>
                </a:extLst>
              </p:cNvPr>
              <p:cNvSpPr/>
              <p:nvPr/>
            </p:nvSpPr>
            <p:spPr>
              <a:xfrm>
                <a:off x="2776544" y="2843774"/>
                <a:ext cx="680260" cy="6802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grpSp>
        <p:sp>
          <p:nvSpPr>
            <p:cNvPr id="33" name="任意多边形: 形状 32">
              <a:extLst>
                <a:ext uri="{FF2B5EF4-FFF2-40B4-BE49-F238E27FC236}">
                  <a16:creationId xmlns:a16="http://schemas.microsoft.com/office/drawing/2014/main" id="{59024FBC-2A53-4A71-BAC9-3CA24790D83C}"/>
                </a:ext>
              </a:extLst>
            </p:cNvPr>
            <p:cNvSpPr/>
            <p:nvPr/>
          </p:nvSpPr>
          <p:spPr>
            <a:xfrm>
              <a:off x="2705267" y="3173896"/>
              <a:ext cx="671262" cy="669300"/>
            </a:xfrm>
            <a:custGeom>
              <a:avLst/>
              <a:gdLst>
                <a:gd name="connsiteX0" fmla="*/ 15478 w 330200"/>
                <a:gd name="connsiteY0" fmla="*/ 259385 h 329235"/>
                <a:gd name="connsiteX1" fmla="*/ 314722 w 330200"/>
                <a:gd name="connsiteY1" fmla="*/ 259385 h 329235"/>
                <a:gd name="connsiteX2" fmla="*/ 330200 w 330200"/>
                <a:gd name="connsiteY2" fmla="*/ 274907 h 329235"/>
                <a:gd name="connsiteX3" fmla="*/ 330200 w 330200"/>
                <a:gd name="connsiteY3" fmla="*/ 313713 h 329235"/>
                <a:gd name="connsiteX4" fmla="*/ 314722 w 330200"/>
                <a:gd name="connsiteY4" fmla="*/ 329235 h 329235"/>
                <a:gd name="connsiteX5" fmla="*/ 15478 w 330200"/>
                <a:gd name="connsiteY5" fmla="*/ 329235 h 329235"/>
                <a:gd name="connsiteX6" fmla="*/ 0 w 330200"/>
                <a:gd name="connsiteY6" fmla="*/ 313713 h 329235"/>
                <a:gd name="connsiteX7" fmla="*/ 0 w 330200"/>
                <a:gd name="connsiteY7" fmla="*/ 274907 h 329235"/>
                <a:gd name="connsiteX8" fmla="*/ 15478 w 330200"/>
                <a:gd name="connsiteY8" fmla="*/ 259385 h 329235"/>
                <a:gd name="connsiteX9" fmla="*/ 157348 w 330200"/>
                <a:gd name="connsiteY9" fmla="*/ 2893 h 329235"/>
                <a:gd name="connsiteX10" fmla="*/ 172854 w 330200"/>
                <a:gd name="connsiteY10" fmla="*/ 2893 h 329235"/>
                <a:gd name="connsiteX11" fmla="*/ 322743 w 330200"/>
                <a:gd name="connsiteY11" fmla="*/ 101912 h 329235"/>
                <a:gd name="connsiteX12" fmla="*/ 329204 w 330200"/>
                <a:gd name="connsiteY12" fmla="*/ 118630 h 329235"/>
                <a:gd name="connsiteX13" fmla="*/ 314990 w 330200"/>
                <a:gd name="connsiteY13" fmla="*/ 128917 h 329235"/>
                <a:gd name="connsiteX14" fmla="*/ 299484 w 330200"/>
                <a:gd name="connsiteY14" fmla="*/ 128917 h 329235"/>
                <a:gd name="connsiteX15" fmla="*/ 299484 w 330200"/>
                <a:gd name="connsiteY15" fmla="*/ 229223 h 329235"/>
                <a:gd name="connsiteX16" fmla="*/ 269765 w 330200"/>
                <a:gd name="connsiteY16" fmla="*/ 229223 h 329235"/>
                <a:gd name="connsiteX17" fmla="*/ 269765 w 330200"/>
                <a:gd name="connsiteY17" fmla="*/ 128917 h 329235"/>
                <a:gd name="connsiteX18" fmla="*/ 220663 w 330200"/>
                <a:gd name="connsiteY18" fmla="*/ 128917 h 329235"/>
                <a:gd name="connsiteX19" fmla="*/ 220663 w 330200"/>
                <a:gd name="connsiteY19" fmla="*/ 229223 h 329235"/>
                <a:gd name="connsiteX20" fmla="*/ 189652 w 330200"/>
                <a:gd name="connsiteY20" fmla="*/ 229223 h 329235"/>
                <a:gd name="connsiteX21" fmla="*/ 189652 w 330200"/>
                <a:gd name="connsiteY21" fmla="*/ 128917 h 329235"/>
                <a:gd name="connsiteX22" fmla="*/ 140550 w 330200"/>
                <a:gd name="connsiteY22" fmla="*/ 128917 h 329235"/>
                <a:gd name="connsiteX23" fmla="*/ 140550 w 330200"/>
                <a:gd name="connsiteY23" fmla="*/ 229223 h 329235"/>
                <a:gd name="connsiteX24" fmla="*/ 109538 w 330200"/>
                <a:gd name="connsiteY24" fmla="*/ 229223 h 329235"/>
                <a:gd name="connsiteX25" fmla="*/ 109538 w 330200"/>
                <a:gd name="connsiteY25" fmla="*/ 128917 h 329235"/>
                <a:gd name="connsiteX26" fmla="*/ 60436 w 330200"/>
                <a:gd name="connsiteY26" fmla="*/ 128917 h 329235"/>
                <a:gd name="connsiteX27" fmla="*/ 60436 w 330200"/>
                <a:gd name="connsiteY27" fmla="*/ 229223 h 329235"/>
                <a:gd name="connsiteX28" fmla="*/ 30717 w 330200"/>
                <a:gd name="connsiteY28" fmla="*/ 229223 h 329235"/>
                <a:gd name="connsiteX29" fmla="*/ 30717 w 330200"/>
                <a:gd name="connsiteY29" fmla="*/ 128917 h 329235"/>
                <a:gd name="connsiteX30" fmla="*/ 15211 w 330200"/>
                <a:gd name="connsiteY30" fmla="*/ 128917 h 329235"/>
                <a:gd name="connsiteX31" fmla="*/ 997 w 330200"/>
                <a:gd name="connsiteY31" fmla="*/ 118630 h 329235"/>
                <a:gd name="connsiteX32" fmla="*/ 7458 w 330200"/>
                <a:gd name="connsiteY32" fmla="*/ 101912 h 329235"/>
                <a:gd name="connsiteX33" fmla="*/ 157348 w 330200"/>
                <a:gd name="connsiteY33" fmla="*/ 2893 h 329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0200" h="329235">
                  <a:moveTo>
                    <a:pt x="15478" y="259385"/>
                  </a:moveTo>
                  <a:cubicBezTo>
                    <a:pt x="15478" y="259385"/>
                    <a:pt x="15478" y="259385"/>
                    <a:pt x="314722" y="259385"/>
                  </a:cubicBezTo>
                  <a:cubicBezTo>
                    <a:pt x="322461" y="259385"/>
                    <a:pt x="330200" y="265853"/>
                    <a:pt x="330200" y="274907"/>
                  </a:cubicBezTo>
                  <a:cubicBezTo>
                    <a:pt x="330200" y="274907"/>
                    <a:pt x="330200" y="274907"/>
                    <a:pt x="330200" y="313713"/>
                  </a:cubicBezTo>
                  <a:cubicBezTo>
                    <a:pt x="330200" y="322768"/>
                    <a:pt x="322461" y="329235"/>
                    <a:pt x="314722" y="329235"/>
                  </a:cubicBezTo>
                  <a:cubicBezTo>
                    <a:pt x="314722" y="329235"/>
                    <a:pt x="314722" y="329235"/>
                    <a:pt x="15478" y="329235"/>
                  </a:cubicBezTo>
                  <a:cubicBezTo>
                    <a:pt x="7739" y="329235"/>
                    <a:pt x="0" y="322768"/>
                    <a:pt x="0" y="313713"/>
                  </a:cubicBezTo>
                  <a:cubicBezTo>
                    <a:pt x="0" y="313713"/>
                    <a:pt x="0" y="313713"/>
                    <a:pt x="0" y="274907"/>
                  </a:cubicBezTo>
                  <a:cubicBezTo>
                    <a:pt x="0" y="265853"/>
                    <a:pt x="7739" y="259385"/>
                    <a:pt x="15478" y="259385"/>
                  </a:cubicBezTo>
                  <a:close/>
                  <a:moveTo>
                    <a:pt x="157348" y="2893"/>
                  </a:moveTo>
                  <a:cubicBezTo>
                    <a:pt x="161224" y="-965"/>
                    <a:pt x="168977" y="-965"/>
                    <a:pt x="172854" y="2893"/>
                  </a:cubicBezTo>
                  <a:cubicBezTo>
                    <a:pt x="172854" y="2893"/>
                    <a:pt x="172854" y="2893"/>
                    <a:pt x="322743" y="101912"/>
                  </a:cubicBezTo>
                  <a:cubicBezTo>
                    <a:pt x="329204" y="105770"/>
                    <a:pt x="331788" y="112200"/>
                    <a:pt x="329204" y="118630"/>
                  </a:cubicBezTo>
                  <a:cubicBezTo>
                    <a:pt x="327912" y="125060"/>
                    <a:pt x="321451" y="128917"/>
                    <a:pt x="314990" y="128917"/>
                  </a:cubicBezTo>
                  <a:cubicBezTo>
                    <a:pt x="314990" y="128917"/>
                    <a:pt x="314990" y="128917"/>
                    <a:pt x="299484" y="128917"/>
                  </a:cubicBezTo>
                  <a:cubicBezTo>
                    <a:pt x="299484" y="128917"/>
                    <a:pt x="299484" y="128917"/>
                    <a:pt x="299484" y="229223"/>
                  </a:cubicBezTo>
                  <a:cubicBezTo>
                    <a:pt x="299484" y="229223"/>
                    <a:pt x="299484" y="229223"/>
                    <a:pt x="269765" y="229223"/>
                  </a:cubicBezTo>
                  <a:cubicBezTo>
                    <a:pt x="269765" y="229223"/>
                    <a:pt x="269765" y="229223"/>
                    <a:pt x="269765" y="128917"/>
                  </a:cubicBezTo>
                  <a:cubicBezTo>
                    <a:pt x="269765" y="128917"/>
                    <a:pt x="269765" y="128917"/>
                    <a:pt x="220663" y="128917"/>
                  </a:cubicBezTo>
                  <a:cubicBezTo>
                    <a:pt x="220663" y="128917"/>
                    <a:pt x="220663" y="128917"/>
                    <a:pt x="220663" y="229223"/>
                  </a:cubicBezTo>
                  <a:cubicBezTo>
                    <a:pt x="220663" y="229223"/>
                    <a:pt x="220663" y="229223"/>
                    <a:pt x="189652" y="229223"/>
                  </a:cubicBezTo>
                  <a:cubicBezTo>
                    <a:pt x="189652" y="229223"/>
                    <a:pt x="189652" y="229223"/>
                    <a:pt x="189652" y="128917"/>
                  </a:cubicBezTo>
                  <a:cubicBezTo>
                    <a:pt x="189652" y="128917"/>
                    <a:pt x="189652" y="128917"/>
                    <a:pt x="140550" y="128917"/>
                  </a:cubicBezTo>
                  <a:cubicBezTo>
                    <a:pt x="140550" y="128917"/>
                    <a:pt x="140550" y="128917"/>
                    <a:pt x="140550" y="229223"/>
                  </a:cubicBezTo>
                  <a:cubicBezTo>
                    <a:pt x="140550" y="229223"/>
                    <a:pt x="140550" y="229223"/>
                    <a:pt x="109538" y="229223"/>
                  </a:cubicBezTo>
                  <a:cubicBezTo>
                    <a:pt x="109538" y="229223"/>
                    <a:pt x="109538" y="229223"/>
                    <a:pt x="109538" y="128917"/>
                  </a:cubicBezTo>
                  <a:cubicBezTo>
                    <a:pt x="109538" y="128917"/>
                    <a:pt x="109538" y="128917"/>
                    <a:pt x="60436" y="128917"/>
                  </a:cubicBezTo>
                  <a:cubicBezTo>
                    <a:pt x="60436" y="128917"/>
                    <a:pt x="60436" y="128917"/>
                    <a:pt x="60436" y="229223"/>
                  </a:cubicBezTo>
                  <a:cubicBezTo>
                    <a:pt x="60436" y="229223"/>
                    <a:pt x="60436" y="229223"/>
                    <a:pt x="30717" y="229223"/>
                  </a:cubicBezTo>
                  <a:cubicBezTo>
                    <a:pt x="30717" y="229223"/>
                    <a:pt x="30717" y="229223"/>
                    <a:pt x="30717" y="128917"/>
                  </a:cubicBezTo>
                  <a:cubicBezTo>
                    <a:pt x="30717" y="128917"/>
                    <a:pt x="30717" y="128917"/>
                    <a:pt x="15211" y="128917"/>
                  </a:cubicBezTo>
                  <a:cubicBezTo>
                    <a:pt x="8750" y="128917"/>
                    <a:pt x="2290" y="125060"/>
                    <a:pt x="997" y="118630"/>
                  </a:cubicBezTo>
                  <a:cubicBezTo>
                    <a:pt x="-1587" y="112200"/>
                    <a:pt x="997" y="105770"/>
                    <a:pt x="7458" y="101912"/>
                  </a:cubicBezTo>
                  <a:cubicBezTo>
                    <a:pt x="7458" y="101912"/>
                    <a:pt x="7458" y="101912"/>
                    <a:pt x="157348" y="2893"/>
                  </a:cubicBezTo>
                  <a:close/>
                </a:path>
              </a:pathLst>
            </a:cu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grpSp>
      <p:grpSp>
        <p:nvGrpSpPr>
          <p:cNvPr id="42" name="千图PPT彼岸天：ID 8661124库_组合 5">
            <a:extLst>
              <a:ext uri="{FF2B5EF4-FFF2-40B4-BE49-F238E27FC236}">
                <a16:creationId xmlns:a16="http://schemas.microsoft.com/office/drawing/2014/main" id="{907B17B7-AC04-472F-8EAA-6EBC6ED393C1}"/>
              </a:ext>
            </a:extLst>
          </p:cNvPr>
          <p:cNvGrpSpPr/>
          <p:nvPr>
            <p:custDataLst>
              <p:tags r:id="rId3"/>
            </p:custDataLst>
          </p:nvPr>
        </p:nvGrpSpPr>
        <p:grpSpPr>
          <a:xfrm>
            <a:off x="8646776" y="1736812"/>
            <a:ext cx="2749722" cy="3463424"/>
            <a:chOff x="8170814" y="1912116"/>
            <a:chExt cx="2749722" cy="3463424"/>
          </a:xfrm>
        </p:grpSpPr>
        <p:grpSp>
          <p:nvGrpSpPr>
            <p:cNvPr id="43" name="组合 42">
              <a:extLst>
                <a:ext uri="{FF2B5EF4-FFF2-40B4-BE49-F238E27FC236}">
                  <a16:creationId xmlns:a16="http://schemas.microsoft.com/office/drawing/2014/main" id="{062518F3-6474-46F9-B7AD-E203A431FFB5}"/>
                </a:ext>
              </a:extLst>
            </p:cNvPr>
            <p:cNvGrpSpPr/>
            <p:nvPr/>
          </p:nvGrpSpPr>
          <p:grpSpPr>
            <a:xfrm>
              <a:off x="8170814" y="1912116"/>
              <a:ext cx="2611177" cy="3463424"/>
              <a:chOff x="1193500" y="1491637"/>
              <a:chExt cx="3761195" cy="3463424"/>
            </a:xfrm>
          </p:grpSpPr>
          <p:grpSp>
            <p:nvGrpSpPr>
              <p:cNvPr id="46" name="组合 45">
                <a:extLst>
                  <a:ext uri="{FF2B5EF4-FFF2-40B4-BE49-F238E27FC236}">
                    <a16:creationId xmlns:a16="http://schemas.microsoft.com/office/drawing/2014/main" id="{449EA5C0-23B5-4B9D-8AC4-35E9685E8627}"/>
                  </a:ext>
                </a:extLst>
              </p:cNvPr>
              <p:cNvGrpSpPr/>
              <p:nvPr/>
            </p:nvGrpSpPr>
            <p:grpSpPr>
              <a:xfrm>
                <a:off x="1193500" y="1491637"/>
                <a:ext cx="3761195" cy="815608"/>
                <a:chOff x="1317257" y="1824875"/>
                <a:chExt cx="3761195" cy="815608"/>
              </a:xfrm>
            </p:grpSpPr>
            <p:sp>
              <p:nvSpPr>
                <p:cNvPr id="53" name="文本框 127">
                  <a:extLst>
                    <a:ext uri="{FF2B5EF4-FFF2-40B4-BE49-F238E27FC236}">
                      <a16:creationId xmlns:a16="http://schemas.microsoft.com/office/drawing/2014/main" id="{84BE4113-B37F-4676-9741-180BCF63551E}"/>
                    </a:ext>
                  </a:extLst>
                </p:cNvPr>
                <p:cNvSpPr txBox="1"/>
                <p:nvPr/>
              </p:nvSpPr>
              <p:spPr>
                <a:xfrm>
                  <a:off x="1317257" y="2132652"/>
                  <a:ext cx="3761195" cy="507831"/>
                </a:xfrm>
                <a:prstGeom prst="rect">
                  <a:avLst/>
                </a:prstGeom>
                <a:noFill/>
              </p:spPr>
              <p:txBody>
                <a:bodyPr wrap="square" lIns="0" tIns="0" rIns="0" bIns="0">
                  <a:normAutofit/>
                </a:bodyPr>
                <a:lstStyle/>
                <a:p>
                  <a:pPr algn="r">
                    <a:lnSpc>
                      <a:spcPct val="120000"/>
                    </a:lnSpc>
                  </a:pPr>
                  <a:r>
                    <a:rPr lang="zh-CN" altLang="en-US" sz="1000"/>
                    <a:t>请替换文字内容复制你的内容到此</a:t>
                  </a:r>
                  <a:br>
                    <a:rPr lang="zh-CN" altLang="en-US" sz="1000"/>
                  </a:br>
                  <a:endParaRPr lang="zh-CN" altLang="en-US" sz="1000"/>
                </a:p>
              </p:txBody>
            </p:sp>
            <p:sp>
              <p:nvSpPr>
                <p:cNvPr id="54" name="矩形 53">
                  <a:extLst>
                    <a:ext uri="{FF2B5EF4-FFF2-40B4-BE49-F238E27FC236}">
                      <a16:creationId xmlns:a16="http://schemas.microsoft.com/office/drawing/2014/main" id="{DBCFDBC1-20C9-4597-854E-C0DC17224DFC}"/>
                    </a:ext>
                  </a:extLst>
                </p:cNvPr>
                <p:cNvSpPr/>
                <p:nvPr/>
              </p:nvSpPr>
              <p:spPr>
                <a:xfrm>
                  <a:off x="1317257" y="1824875"/>
                  <a:ext cx="3761195" cy="307777"/>
                </a:xfrm>
                <a:prstGeom prst="rect">
                  <a:avLst/>
                </a:prstGeom>
              </p:spPr>
              <p:txBody>
                <a:bodyPr wrap="none" lIns="0" tIns="0" rIns="0" bIns="0">
                  <a:normAutofit/>
                </a:bodyPr>
                <a:lstStyle/>
                <a:p>
                  <a:pPr algn="r"/>
                  <a:r>
                    <a:rPr lang="zh-CN" altLang="en-US" sz="1600" b="1">
                      <a:solidFill>
                        <a:schemeClr val="accent1"/>
                      </a:solidFill>
                    </a:rPr>
                    <a:t>输入标题文本</a:t>
                  </a:r>
                </a:p>
              </p:txBody>
            </p:sp>
          </p:grpSp>
          <p:grpSp>
            <p:nvGrpSpPr>
              <p:cNvPr id="47" name="组合 46">
                <a:extLst>
                  <a:ext uri="{FF2B5EF4-FFF2-40B4-BE49-F238E27FC236}">
                    <a16:creationId xmlns:a16="http://schemas.microsoft.com/office/drawing/2014/main" id="{47C8F072-8A76-4BE9-A213-75049FDB1C67}"/>
                  </a:ext>
                </a:extLst>
              </p:cNvPr>
              <p:cNvGrpSpPr/>
              <p:nvPr/>
            </p:nvGrpSpPr>
            <p:grpSpPr>
              <a:xfrm>
                <a:off x="1193500" y="2815545"/>
                <a:ext cx="3761195" cy="815608"/>
                <a:chOff x="1317257" y="1824875"/>
                <a:chExt cx="3761195" cy="815608"/>
              </a:xfrm>
            </p:grpSpPr>
            <p:sp>
              <p:nvSpPr>
                <p:cNvPr id="51" name="文本框 125">
                  <a:extLst>
                    <a:ext uri="{FF2B5EF4-FFF2-40B4-BE49-F238E27FC236}">
                      <a16:creationId xmlns:a16="http://schemas.microsoft.com/office/drawing/2014/main" id="{FE644CC0-42FB-490F-BCE1-A88084EC6CB2}"/>
                    </a:ext>
                  </a:extLst>
                </p:cNvPr>
                <p:cNvSpPr txBox="1"/>
                <p:nvPr/>
              </p:nvSpPr>
              <p:spPr>
                <a:xfrm>
                  <a:off x="1317257" y="2132652"/>
                  <a:ext cx="3761195" cy="507831"/>
                </a:xfrm>
                <a:prstGeom prst="rect">
                  <a:avLst/>
                </a:prstGeom>
                <a:noFill/>
              </p:spPr>
              <p:txBody>
                <a:bodyPr wrap="square" lIns="0" tIns="0" rIns="0" bIns="0">
                  <a:normAutofit/>
                </a:bodyPr>
                <a:lstStyle/>
                <a:p>
                  <a:pPr algn="r">
                    <a:lnSpc>
                      <a:spcPct val="120000"/>
                    </a:lnSpc>
                  </a:pPr>
                  <a:r>
                    <a:rPr lang="zh-CN" altLang="en-US" sz="1000"/>
                    <a:t>请替换文字内容复制你的内容到此</a:t>
                  </a:r>
                  <a:br>
                    <a:rPr lang="zh-CN" altLang="en-US" sz="1000"/>
                  </a:br>
                  <a:endParaRPr lang="zh-CN" altLang="en-US" sz="1000"/>
                </a:p>
              </p:txBody>
            </p:sp>
            <p:sp>
              <p:nvSpPr>
                <p:cNvPr id="52" name="矩形 51">
                  <a:extLst>
                    <a:ext uri="{FF2B5EF4-FFF2-40B4-BE49-F238E27FC236}">
                      <a16:creationId xmlns:a16="http://schemas.microsoft.com/office/drawing/2014/main" id="{B5F0316C-6AEB-4AA4-AE99-B9515041CDB6}"/>
                    </a:ext>
                  </a:extLst>
                </p:cNvPr>
                <p:cNvSpPr/>
                <p:nvPr/>
              </p:nvSpPr>
              <p:spPr>
                <a:xfrm>
                  <a:off x="1317257" y="1824875"/>
                  <a:ext cx="3761195" cy="307777"/>
                </a:xfrm>
                <a:prstGeom prst="rect">
                  <a:avLst/>
                </a:prstGeom>
              </p:spPr>
              <p:txBody>
                <a:bodyPr wrap="none" lIns="0" tIns="0" rIns="0" bIns="0">
                  <a:normAutofit/>
                </a:bodyPr>
                <a:lstStyle/>
                <a:p>
                  <a:pPr algn="r"/>
                  <a:r>
                    <a:rPr lang="zh-CN" altLang="en-US" sz="1600" b="1">
                      <a:solidFill>
                        <a:schemeClr val="accent2"/>
                      </a:solidFill>
                    </a:rPr>
                    <a:t>输入标题文本</a:t>
                  </a:r>
                </a:p>
              </p:txBody>
            </p:sp>
          </p:grpSp>
          <p:grpSp>
            <p:nvGrpSpPr>
              <p:cNvPr id="48" name="组合 47">
                <a:extLst>
                  <a:ext uri="{FF2B5EF4-FFF2-40B4-BE49-F238E27FC236}">
                    <a16:creationId xmlns:a16="http://schemas.microsoft.com/office/drawing/2014/main" id="{9504107A-2DD3-4173-BBD6-845A54455909}"/>
                  </a:ext>
                </a:extLst>
              </p:cNvPr>
              <p:cNvGrpSpPr/>
              <p:nvPr/>
            </p:nvGrpSpPr>
            <p:grpSpPr>
              <a:xfrm>
                <a:off x="1193500" y="4139453"/>
                <a:ext cx="3761195" cy="815608"/>
                <a:chOff x="1317257" y="1824875"/>
                <a:chExt cx="3761195" cy="815608"/>
              </a:xfrm>
            </p:grpSpPr>
            <p:sp>
              <p:nvSpPr>
                <p:cNvPr id="49" name="文本框 123">
                  <a:extLst>
                    <a:ext uri="{FF2B5EF4-FFF2-40B4-BE49-F238E27FC236}">
                      <a16:creationId xmlns:a16="http://schemas.microsoft.com/office/drawing/2014/main" id="{1D569BF4-E5BA-49ED-B0B3-C8000CC205BD}"/>
                    </a:ext>
                  </a:extLst>
                </p:cNvPr>
                <p:cNvSpPr txBox="1"/>
                <p:nvPr/>
              </p:nvSpPr>
              <p:spPr>
                <a:xfrm>
                  <a:off x="1317257" y="2132652"/>
                  <a:ext cx="3761195" cy="507831"/>
                </a:xfrm>
                <a:prstGeom prst="rect">
                  <a:avLst/>
                </a:prstGeom>
                <a:noFill/>
              </p:spPr>
              <p:txBody>
                <a:bodyPr wrap="square" lIns="0" tIns="0" rIns="0" bIns="0">
                  <a:normAutofit/>
                </a:bodyPr>
                <a:lstStyle/>
                <a:p>
                  <a:pPr algn="r">
                    <a:lnSpc>
                      <a:spcPct val="120000"/>
                    </a:lnSpc>
                  </a:pPr>
                  <a:r>
                    <a:rPr lang="zh-CN" altLang="en-US" sz="1000"/>
                    <a:t>请替换文字内容复制你的内容到此</a:t>
                  </a:r>
                  <a:br>
                    <a:rPr lang="zh-CN" altLang="en-US" sz="1000"/>
                  </a:br>
                  <a:endParaRPr lang="zh-CN" altLang="en-US" sz="1000"/>
                </a:p>
              </p:txBody>
            </p:sp>
            <p:sp>
              <p:nvSpPr>
                <p:cNvPr id="50" name="矩形 49">
                  <a:extLst>
                    <a:ext uri="{FF2B5EF4-FFF2-40B4-BE49-F238E27FC236}">
                      <a16:creationId xmlns:a16="http://schemas.microsoft.com/office/drawing/2014/main" id="{7322F7F5-2EC5-41BB-86AD-2282ADE9486E}"/>
                    </a:ext>
                  </a:extLst>
                </p:cNvPr>
                <p:cNvSpPr/>
                <p:nvPr/>
              </p:nvSpPr>
              <p:spPr>
                <a:xfrm>
                  <a:off x="1317257" y="1824875"/>
                  <a:ext cx="3761195" cy="307777"/>
                </a:xfrm>
                <a:prstGeom prst="rect">
                  <a:avLst/>
                </a:prstGeom>
              </p:spPr>
              <p:txBody>
                <a:bodyPr wrap="none" lIns="0" tIns="0" rIns="0" bIns="0">
                  <a:normAutofit/>
                </a:bodyPr>
                <a:lstStyle/>
                <a:p>
                  <a:pPr algn="r"/>
                  <a:r>
                    <a:rPr lang="zh-CN" altLang="en-US" sz="1600" b="1">
                      <a:solidFill>
                        <a:schemeClr val="accent5"/>
                      </a:solidFill>
                    </a:rPr>
                    <a:t>输入标题文本</a:t>
                  </a:r>
                </a:p>
              </p:txBody>
            </p:sp>
          </p:grpSp>
        </p:grpSp>
        <p:cxnSp>
          <p:nvCxnSpPr>
            <p:cNvPr id="44" name="直接连接符 43">
              <a:extLst>
                <a:ext uri="{FF2B5EF4-FFF2-40B4-BE49-F238E27FC236}">
                  <a16:creationId xmlns:a16="http://schemas.microsoft.com/office/drawing/2014/main" id="{C98F844F-272A-4A15-AD27-2F740E40A74C}"/>
                </a:ext>
              </a:extLst>
            </p:cNvPr>
            <p:cNvCxnSpPr/>
            <p:nvPr/>
          </p:nvCxnSpPr>
          <p:spPr>
            <a:xfrm>
              <a:off x="8472264" y="2924944"/>
              <a:ext cx="2448272"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6671F51E-4FEF-49A0-B592-3FC633DDF31B}"/>
                </a:ext>
              </a:extLst>
            </p:cNvPr>
            <p:cNvCxnSpPr/>
            <p:nvPr/>
          </p:nvCxnSpPr>
          <p:spPr>
            <a:xfrm>
              <a:off x="8472264" y="4263691"/>
              <a:ext cx="2448272"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grpSp>
      <p:grpSp>
        <p:nvGrpSpPr>
          <p:cNvPr id="55" name="千图PPT彼岸天：ID 8661124库_组合 6">
            <a:extLst>
              <a:ext uri="{FF2B5EF4-FFF2-40B4-BE49-F238E27FC236}">
                <a16:creationId xmlns:a16="http://schemas.microsoft.com/office/drawing/2014/main" id="{B7C8BD8E-E519-49AC-BE89-DD1809FDF912}"/>
              </a:ext>
            </a:extLst>
          </p:cNvPr>
          <p:cNvGrpSpPr/>
          <p:nvPr>
            <p:custDataLst>
              <p:tags r:id="rId4"/>
            </p:custDataLst>
          </p:nvPr>
        </p:nvGrpSpPr>
        <p:grpSpPr>
          <a:xfrm>
            <a:off x="819569" y="1736812"/>
            <a:ext cx="2713719" cy="3463424"/>
            <a:chOff x="1307468" y="1697288"/>
            <a:chExt cx="2713719" cy="3463424"/>
          </a:xfrm>
        </p:grpSpPr>
        <p:grpSp>
          <p:nvGrpSpPr>
            <p:cNvPr id="56" name="组合 55">
              <a:extLst>
                <a:ext uri="{FF2B5EF4-FFF2-40B4-BE49-F238E27FC236}">
                  <a16:creationId xmlns:a16="http://schemas.microsoft.com/office/drawing/2014/main" id="{4A68666D-9793-4521-ACFF-984BA485159B}"/>
                </a:ext>
              </a:extLst>
            </p:cNvPr>
            <p:cNvGrpSpPr/>
            <p:nvPr/>
          </p:nvGrpSpPr>
          <p:grpSpPr>
            <a:xfrm>
              <a:off x="1410010" y="1697288"/>
              <a:ext cx="2611177" cy="3463424"/>
              <a:chOff x="1193500" y="1491637"/>
              <a:chExt cx="3761195" cy="3463424"/>
            </a:xfrm>
          </p:grpSpPr>
          <p:grpSp>
            <p:nvGrpSpPr>
              <p:cNvPr id="60" name="组合 59">
                <a:extLst>
                  <a:ext uri="{FF2B5EF4-FFF2-40B4-BE49-F238E27FC236}">
                    <a16:creationId xmlns:a16="http://schemas.microsoft.com/office/drawing/2014/main" id="{47F75F2B-3B8E-4594-8D49-31EFD3041A5E}"/>
                  </a:ext>
                </a:extLst>
              </p:cNvPr>
              <p:cNvGrpSpPr/>
              <p:nvPr/>
            </p:nvGrpSpPr>
            <p:grpSpPr>
              <a:xfrm>
                <a:off x="1193500" y="1491637"/>
                <a:ext cx="3761195" cy="815608"/>
                <a:chOff x="1317257" y="1824875"/>
                <a:chExt cx="3761195" cy="815608"/>
              </a:xfrm>
            </p:grpSpPr>
            <p:sp>
              <p:nvSpPr>
                <p:cNvPr id="67" name="文本框 141">
                  <a:extLst>
                    <a:ext uri="{FF2B5EF4-FFF2-40B4-BE49-F238E27FC236}">
                      <a16:creationId xmlns:a16="http://schemas.microsoft.com/office/drawing/2014/main" id="{0B4316FA-098A-4ED4-8E4F-DA4B2F188008}"/>
                    </a:ext>
                  </a:extLst>
                </p:cNvPr>
                <p:cNvSpPr txBox="1"/>
                <p:nvPr/>
              </p:nvSpPr>
              <p:spPr>
                <a:xfrm>
                  <a:off x="1317257" y="2132652"/>
                  <a:ext cx="3761195" cy="507831"/>
                </a:xfrm>
                <a:prstGeom prst="rect">
                  <a:avLst/>
                </a:prstGeom>
                <a:noFill/>
              </p:spPr>
              <p:txBody>
                <a:bodyPr wrap="square" lIns="0" tIns="0" rIns="0" bIns="0">
                  <a:normAutofit/>
                </a:bodyPr>
                <a:lstStyle/>
                <a:p>
                  <a:pPr>
                    <a:lnSpc>
                      <a:spcPct val="120000"/>
                    </a:lnSpc>
                  </a:pPr>
                  <a:r>
                    <a:rPr lang="zh-CN" altLang="en-US" sz="1000"/>
                    <a:t>请替换文字内容复制你的内容到此</a:t>
                  </a:r>
                  <a:br>
                    <a:rPr lang="zh-CN" altLang="en-US" sz="1000"/>
                  </a:br>
                  <a:endParaRPr lang="zh-CN" altLang="en-US" sz="1000"/>
                </a:p>
              </p:txBody>
            </p:sp>
            <p:sp>
              <p:nvSpPr>
                <p:cNvPr id="68" name="矩形 67">
                  <a:extLst>
                    <a:ext uri="{FF2B5EF4-FFF2-40B4-BE49-F238E27FC236}">
                      <a16:creationId xmlns:a16="http://schemas.microsoft.com/office/drawing/2014/main" id="{5AF52ECC-AB09-428A-93EA-D3ABA9F9DA15}"/>
                    </a:ext>
                  </a:extLst>
                </p:cNvPr>
                <p:cNvSpPr/>
                <p:nvPr/>
              </p:nvSpPr>
              <p:spPr>
                <a:xfrm>
                  <a:off x="1317257" y="1824875"/>
                  <a:ext cx="3761195" cy="307777"/>
                </a:xfrm>
                <a:prstGeom prst="rect">
                  <a:avLst/>
                </a:prstGeom>
              </p:spPr>
              <p:txBody>
                <a:bodyPr wrap="none" lIns="0" tIns="0" rIns="0" bIns="0">
                  <a:normAutofit/>
                </a:bodyPr>
                <a:lstStyle/>
                <a:p>
                  <a:r>
                    <a:rPr lang="zh-CN" altLang="en-US" sz="1600" b="1">
                      <a:solidFill>
                        <a:schemeClr val="accent1"/>
                      </a:solidFill>
                    </a:rPr>
                    <a:t>输入标题文本</a:t>
                  </a:r>
                </a:p>
              </p:txBody>
            </p:sp>
          </p:grpSp>
          <p:grpSp>
            <p:nvGrpSpPr>
              <p:cNvPr id="61" name="组合 60">
                <a:extLst>
                  <a:ext uri="{FF2B5EF4-FFF2-40B4-BE49-F238E27FC236}">
                    <a16:creationId xmlns:a16="http://schemas.microsoft.com/office/drawing/2014/main" id="{ADB3D6A3-C670-4B76-B37E-A7A5E50EC869}"/>
                  </a:ext>
                </a:extLst>
              </p:cNvPr>
              <p:cNvGrpSpPr/>
              <p:nvPr/>
            </p:nvGrpSpPr>
            <p:grpSpPr>
              <a:xfrm>
                <a:off x="1193500" y="2815545"/>
                <a:ext cx="3761195" cy="815608"/>
                <a:chOff x="1317257" y="1824875"/>
                <a:chExt cx="3761195" cy="815608"/>
              </a:xfrm>
            </p:grpSpPr>
            <p:sp>
              <p:nvSpPr>
                <p:cNvPr id="65" name="文本框 139">
                  <a:extLst>
                    <a:ext uri="{FF2B5EF4-FFF2-40B4-BE49-F238E27FC236}">
                      <a16:creationId xmlns:a16="http://schemas.microsoft.com/office/drawing/2014/main" id="{4B6C0808-0409-4137-B537-13ADE3A5C684}"/>
                    </a:ext>
                  </a:extLst>
                </p:cNvPr>
                <p:cNvSpPr txBox="1"/>
                <p:nvPr/>
              </p:nvSpPr>
              <p:spPr>
                <a:xfrm>
                  <a:off x="1317257" y="2132652"/>
                  <a:ext cx="3761195" cy="507831"/>
                </a:xfrm>
                <a:prstGeom prst="rect">
                  <a:avLst/>
                </a:prstGeom>
                <a:noFill/>
              </p:spPr>
              <p:txBody>
                <a:bodyPr wrap="square" lIns="0" tIns="0" rIns="0" bIns="0">
                  <a:normAutofit/>
                </a:bodyPr>
                <a:lstStyle/>
                <a:p>
                  <a:pPr>
                    <a:lnSpc>
                      <a:spcPct val="120000"/>
                    </a:lnSpc>
                  </a:pPr>
                  <a:r>
                    <a:rPr lang="zh-CN" altLang="en-US" sz="1000"/>
                    <a:t>请替换文字内容复制你的内容到此</a:t>
                  </a:r>
                  <a:br>
                    <a:rPr lang="zh-CN" altLang="en-US" sz="1000"/>
                  </a:br>
                  <a:endParaRPr lang="zh-CN" altLang="en-US" sz="1000"/>
                </a:p>
              </p:txBody>
            </p:sp>
            <p:sp>
              <p:nvSpPr>
                <p:cNvPr id="66" name="矩形 65">
                  <a:extLst>
                    <a:ext uri="{FF2B5EF4-FFF2-40B4-BE49-F238E27FC236}">
                      <a16:creationId xmlns:a16="http://schemas.microsoft.com/office/drawing/2014/main" id="{93B3F96C-D661-4A7A-A9EB-362444505581}"/>
                    </a:ext>
                  </a:extLst>
                </p:cNvPr>
                <p:cNvSpPr/>
                <p:nvPr/>
              </p:nvSpPr>
              <p:spPr>
                <a:xfrm>
                  <a:off x="1317257" y="1824875"/>
                  <a:ext cx="3761195" cy="307777"/>
                </a:xfrm>
                <a:prstGeom prst="rect">
                  <a:avLst/>
                </a:prstGeom>
              </p:spPr>
              <p:txBody>
                <a:bodyPr wrap="none" lIns="0" tIns="0" rIns="0" bIns="0">
                  <a:normAutofit/>
                </a:bodyPr>
                <a:lstStyle/>
                <a:p>
                  <a:r>
                    <a:rPr lang="zh-CN" altLang="en-US" sz="1600" b="1">
                      <a:solidFill>
                        <a:schemeClr val="accent2"/>
                      </a:solidFill>
                    </a:rPr>
                    <a:t>输入标题文本</a:t>
                  </a:r>
                </a:p>
              </p:txBody>
            </p:sp>
          </p:grpSp>
          <p:grpSp>
            <p:nvGrpSpPr>
              <p:cNvPr id="62" name="组合 61">
                <a:extLst>
                  <a:ext uri="{FF2B5EF4-FFF2-40B4-BE49-F238E27FC236}">
                    <a16:creationId xmlns:a16="http://schemas.microsoft.com/office/drawing/2014/main" id="{E2D21E58-B7C3-4C1C-8645-858F0D93AC09}"/>
                  </a:ext>
                </a:extLst>
              </p:cNvPr>
              <p:cNvGrpSpPr/>
              <p:nvPr/>
            </p:nvGrpSpPr>
            <p:grpSpPr>
              <a:xfrm>
                <a:off x="1193500" y="4139453"/>
                <a:ext cx="3761195" cy="815608"/>
                <a:chOff x="1317257" y="1824875"/>
                <a:chExt cx="3761195" cy="815608"/>
              </a:xfrm>
            </p:grpSpPr>
            <p:sp>
              <p:nvSpPr>
                <p:cNvPr id="63" name="文本框 137">
                  <a:extLst>
                    <a:ext uri="{FF2B5EF4-FFF2-40B4-BE49-F238E27FC236}">
                      <a16:creationId xmlns:a16="http://schemas.microsoft.com/office/drawing/2014/main" id="{95D3E28A-C4CB-457B-A2D9-ED7A58C5D1B9}"/>
                    </a:ext>
                  </a:extLst>
                </p:cNvPr>
                <p:cNvSpPr txBox="1"/>
                <p:nvPr/>
              </p:nvSpPr>
              <p:spPr>
                <a:xfrm>
                  <a:off x="1317257" y="2132652"/>
                  <a:ext cx="3761195" cy="507831"/>
                </a:xfrm>
                <a:prstGeom prst="rect">
                  <a:avLst/>
                </a:prstGeom>
                <a:noFill/>
              </p:spPr>
              <p:txBody>
                <a:bodyPr wrap="square" lIns="0" tIns="0" rIns="0" bIns="0">
                  <a:normAutofit/>
                </a:bodyPr>
                <a:lstStyle/>
                <a:p>
                  <a:pPr>
                    <a:lnSpc>
                      <a:spcPct val="120000"/>
                    </a:lnSpc>
                  </a:pPr>
                  <a:r>
                    <a:rPr lang="zh-CN" altLang="en-US" sz="1000"/>
                    <a:t>请替换文字内容复制你的内容到此</a:t>
                  </a:r>
                  <a:br>
                    <a:rPr lang="zh-CN" altLang="en-US" sz="1000"/>
                  </a:br>
                  <a:endParaRPr lang="zh-CN" altLang="en-US" sz="1000"/>
                </a:p>
              </p:txBody>
            </p:sp>
            <p:sp>
              <p:nvSpPr>
                <p:cNvPr id="64" name="矩形 63">
                  <a:extLst>
                    <a:ext uri="{FF2B5EF4-FFF2-40B4-BE49-F238E27FC236}">
                      <a16:creationId xmlns:a16="http://schemas.microsoft.com/office/drawing/2014/main" id="{C401ADE3-D944-45C4-9299-76156C388D0B}"/>
                    </a:ext>
                  </a:extLst>
                </p:cNvPr>
                <p:cNvSpPr/>
                <p:nvPr/>
              </p:nvSpPr>
              <p:spPr>
                <a:xfrm>
                  <a:off x="1317257" y="1824875"/>
                  <a:ext cx="3761195" cy="307777"/>
                </a:xfrm>
                <a:prstGeom prst="rect">
                  <a:avLst/>
                </a:prstGeom>
              </p:spPr>
              <p:txBody>
                <a:bodyPr wrap="none" lIns="0" tIns="0" rIns="0" bIns="0">
                  <a:normAutofit/>
                </a:bodyPr>
                <a:lstStyle/>
                <a:p>
                  <a:r>
                    <a:rPr lang="zh-CN" altLang="en-US" sz="1600" b="1">
                      <a:solidFill>
                        <a:schemeClr val="accent5"/>
                      </a:solidFill>
                    </a:rPr>
                    <a:t>输入标题文本</a:t>
                  </a:r>
                </a:p>
              </p:txBody>
            </p:sp>
          </p:grpSp>
        </p:grpSp>
        <p:grpSp>
          <p:nvGrpSpPr>
            <p:cNvPr id="57" name="组合 56">
              <a:extLst>
                <a:ext uri="{FF2B5EF4-FFF2-40B4-BE49-F238E27FC236}">
                  <a16:creationId xmlns:a16="http://schemas.microsoft.com/office/drawing/2014/main" id="{B359BF70-B599-4BDB-B75E-40B1470EC35A}"/>
                </a:ext>
              </a:extLst>
            </p:cNvPr>
            <p:cNvGrpSpPr/>
            <p:nvPr/>
          </p:nvGrpSpPr>
          <p:grpSpPr>
            <a:xfrm>
              <a:off x="1307468" y="2710116"/>
              <a:ext cx="2448272" cy="1338747"/>
              <a:chOff x="1307468" y="2924944"/>
              <a:chExt cx="2448272" cy="1338747"/>
            </a:xfrm>
          </p:grpSpPr>
          <p:cxnSp>
            <p:nvCxnSpPr>
              <p:cNvPr id="58" name="直接连接符 57">
                <a:extLst>
                  <a:ext uri="{FF2B5EF4-FFF2-40B4-BE49-F238E27FC236}">
                    <a16:creationId xmlns:a16="http://schemas.microsoft.com/office/drawing/2014/main" id="{71F08AF1-1F4E-4C66-B419-4FD556CF54A6}"/>
                  </a:ext>
                </a:extLst>
              </p:cNvPr>
              <p:cNvCxnSpPr/>
              <p:nvPr/>
            </p:nvCxnSpPr>
            <p:spPr>
              <a:xfrm>
                <a:off x="1307468" y="2924944"/>
                <a:ext cx="2448272"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5065F58D-40E6-4167-A827-36B09500F401}"/>
                  </a:ext>
                </a:extLst>
              </p:cNvPr>
              <p:cNvCxnSpPr/>
              <p:nvPr/>
            </p:nvCxnSpPr>
            <p:spPr>
              <a:xfrm>
                <a:off x="1307468" y="4263691"/>
                <a:ext cx="2448272"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477921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Tn>
                        </p:par>
                        <p:par>
                          <p:cTn id="5" fill="hold">
                            <p:stCondLst>
                              <p:cond delay="0"/>
                            </p:stCondLst>
                            <p:childTnLst>
                              <p:par>
                                <p:cTn id="6" presetID="49" presetClass="entr" presetSubtype="0" decel="100000" fill="hold" nodeType="afterEffect">
                                  <p:childTnLst>
                                    <p:set>
                                      <p:cBhvr>
                                        <p:cTn id="7" dur="1" fill="hold">
                                          <p:stCondLst>
                                            <p:cond delay="0"/>
                                          </p:stCondLst>
                                        </p:cTn>
                                        <p:tgtEl>
                                          <p:spTgt spid="20"/>
                                        </p:tgtEl>
                                        <p:attrNameLst>
                                          <p:attrName>style.visibility</p:attrName>
                                        </p:attrNameLst>
                                      </p:cBhvr>
                                      <p:to>
                                        <p:strVal val="visible"/>
                                      </p:to>
                                    </p:set>
                                    <p:anim calcmode="lin" valueType="num">
                                      <p:cBhvr>
                                        <p:cTn id="8" dur="500" fill="hold"/>
                                        <p:tgtEl>
                                          <p:spTgt spid="20"/>
                                        </p:tgtEl>
                                        <p:attrNameLst>
                                          <p:attrName>ppt_w</p:attrName>
                                        </p:attrNameLst>
                                      </p:cBhvr>
                                      <p:tavLst>
                                        <p:tav tm="0">
                                          <p:val>
                                            <p:fltVal val="0"/>
                                          </p:val>
                                        </p:tav>
                                        <p:tav tm="100000">
                                          <p:val>
                                            <p:strVal val="#ppt_w"/>
                                          </p:val>
                                        </p:tav>
                                      </p:tavLst>
                                    </p:anim>
                                    <p:anim calcmode="lin" valueType="num">
                                      <p:cBhvr>
                                        <p:cTn id="9" dur="500" fill="hold"/>
                                        <p:tgtEl>
                                          <p:spTgt spid="20"/>
                                        </p:tgtEl>
                                        <p:attrNameLst>
                                          <p:attrName>ppt_h</p:attrName>
                                        </p:attrNameLst>
                                      </p:cBhvr>
                                      <p:tavLst>
                                        <p:tav tm="0">
                                          <p:val>
                                            <p:fltVal val="0"/>
                                          </p:val>
                                        </p:tav>
                                        <p:tav tm="100000">
                                          <p:val>
                                            <p:strVal val="#ppt_h"/>
                                          </p:val>
                                        </p:tav>
                                      </p:tavLst>
                                    </p:anim>
                                    <p:anim calcmode="lin" valueType="num">
                                      <p:cBhvr>
                                        <p:cTn id="10" dur="500" fill="hold"/>
                                        <p:tgtEl>
                                          <p:spTgt spid="20"/>
                                        </p:tgtEl>
                                        <p:attrNameLst>
                                          <p:attrName>transform.rotation_z</p:attrName>
                                        </p:attrNameLst>
                                      </p:cBhvr>
                                      <p:tavLst>
                                        <p:tav tm="0">
                                          <p:val>
                                            <p:fltVal val="360"/>
                                          </p:val>
                                        </p:tav>
                                        <p:tav tm="100000">
                                          <p:val>
                                            <p:fltVal val="0"/>
                                          </p:val>
                                        </p:tav>
                                      </p:tavLst>
                                    </p:anim>
                                    <p:animEffect transition="in" filter="fade">
                                      <p:cBhvr>
                                        <p:cTn id="11" dur="500"/>
                                        <p:tgtEl>
                                          <p:spTgt spid="20"/>
                                        </p:tgtEl>
                                      </p:cBhvr>
                                    </p:animEffect>
                                  </p:childTnLst>
                                </p:cTn>
                              </p:par>
                            </p:childTnLst>
                          </p:cTn>
                        </p:par>
                        <p:par>
                          <p:cTn id="12" fill="hold">
                            <p:stCondLst>
                              <p:cond delay="500"/>
                            </p:stCondLst>
                            <p:childTnLst>
                              <p:par>
                                <p:cTn id="13" presetID="49" presetClass="entr" presetSubtype="0" decel="100000" fill="hold" nodeType="afterEffect">
                                  <p:childTnLst>
                                    <p:set>
                                      <p:cBhvr>
                                        <p:cTn id="14" dur="1" fill="hold">
                                          <p:stCondLst>
                                            <p:cond delay="0"/>
                                          </p:stCondLst>
                                        </p:cTn>
                                        <p:tgtEl>
                                          <p:spTgt spid="31"/>
                                        </p:tgtEl>
                                        <p:attrNameLst>
                                          <p:attrName>style.visibility</p:attrName>
                                        </p:attrNameLst>
                                      </p:cBhvr>
                                      <p:to>
                                        <p:strVal val="visible"/>
                                      </p:to>
                                    </p:set>
                                    <p:anim calcmode="lin" valueType="num">
                                      <p:cBhvr>
                                        <p:cTn id="15" dur="500" fill="hold"/>
                                        <p:tgtEl>
                                          <p:spTgt spid="31"/>
                                        </p:tgtEl>
                                        <p:attrNameLst>
                                          <p:attrName>ppt_w</p:attrName>
                                        </p:attrNameLst>
                                      </p:cBhvr>
                                      <p:tavLst>
                                        <p:tav tm="0">
                                          <p:val>
                                            <p:fltVal val="0"/>
                                          </p:val>
                                        </p:tav>
                                        <p:tav tm="100000">
                                          <p:val>
                                            <p:strVal val="#ppt_w"/>
                                          </p:val>
                                        </p:tav>
                                      </p:tavLst>
                                    </p:anim>
                                    <p:anim calcmode="lin" valueType="num">
                                      <p:cBhvr>
                                        <p:cTn id="16" dur="500" fill="hold"/>
                                        <p:tgtEl>
                                          <p:spTgt spid="31"/>
                                        </p:tgtEl>
                                        <p:attrNameLst>
                                          <p:attrName>ppt_h</p:attrName>
                                        </p:attrNameLst>
                                      </p:cBhvr>
                                      <p:tavLst>
                                        <p:tav tm="0">
                                          <p:val>
                                            <p:fltVal val="0"/>
                                          </p:val>
                                        </p:tav>
                                        <p:tav tm="100000">
                                          <p:val>
                                            <p:strVal val="#ppt_h"/>
                                          </p:val>
                                        </p:tav>
                                      </p:tavLst>
                                    </p:anim>
                                    <p:anim calcmode="lin" valueType="num">
                                      <p:cBhvr>
                                        <p:cTn id="17" dur="500" fill="hold"/>
                                        <p:tgtEl>
                                          <p:spTgt spid="31"/>
                                        </p:tgtEl>
                                        <p:attrNameLst>
                                          <p:attrName>transform.rotation_z</p:attrName>
                                        </p:attrNameLst>
                                      </p:cBhvr>
                                      <p:tavLst>
                                        <p:tav tm="0">
                                          <p:val>
                                            <p:fltVal val="360"/>
                                          </p:val>
                                        </p:tav>
                                        <p:tav tm="100000">
                                          <p:val>
                                            <p:fltVal val="0"/>
                                          </p:val>
                                        </p:tav>
                                      </p:tavLst>
                                    </p:anim>
                                    <p:animEffect transition="in" filter="fade">
                                      <p:cBhvr>
                                        <p:cTn id="18" dur="500"/>
                                        <p:tgtEl>
                                          <p:spTgt spid="31"/>
                                        </p:tgtEl>
                                      </p:cBhvr>
                                    </p:animEffect>
                                  </p:childTnLst>
                                </p:cTn>
                              </p:par>
                            </p:childTnLst>
                          </p:cTn>
                        </p:par>
                        <p:par>
                          <p:cTn id="19" fill="hold">
                            <p:stCondLst>
                              <p:cond delay="1000"/>
                            </p:stCondLst>
                            <p:childTnLst>
                              <p:par>
                                <p:cTn id="20" presetID="53" presetClass="entr" presetSubtype="0" fill="hold" nodeType="afterEffect">
                                  <p:childTnLst>
                                    <p:set>
                                      <p:cBhvr>
                                        <p:cTn id="21" dur="1" fill="hold">
                                          <p:stCondLst>
                                            <p:cond delay="0"/>
                                          </p:stCondLst>
                                        </p:cTn>
                                        <p:tgtEl>
                                          <p:spTgt spid="55"/>
                                        </p:tgtEl>
                                        <p:attrNameLst>
                                          <p:attrName>style.visibility</p:attrName>
                                        </p:attrNameLst>
                                      </p:cBhvr>
                                      <p:to>
                                        <p:strVal val="visible"/>
                                      </p:to>
                                    </p:set>
                                    <p:anim calcmode="lin" valueType="num">
                                      <p:cBhvr>
                                        <p:cTn id="22" dur="500" fill="hold"/>
                                        <p:tgtEl>
                                          <p:spTgt spid="55"/>
                                        </p:tgtEl>
                                        <p:attrNameLst>
                                          <p:attrName>ppt_w</p:attrName>
                                        </p:attrNameLst>
                                      </p:cBhvr>
                                      <p:tavLst>
                                        <p:tav tm="0">
                                          <p:val>
                                            <p:fltVal val="0"/>
                                          </p:val>
                                        </p:tav>
                                        <p:tav tm="100000">
                                          <p:val>
                                            <p:strVal val="#ppt_w"/>
                                          </p:val>
                                        </p:tav>
                                      </p:tavLst>
                                    </p:anim>
                                    <p:anim calcmode="lin" valueType="num">
                                      <p:cBhvr>
                                        <p:cTn id="23" dur="500" fill="hold"/>
                                        <p:tgtEl>
                                          <p:spTgt spid="55"/>
                                        </p:tgtEl>
                                        <p:attrNameLst>
                                          <p:attrName>ppt_h</p:attrName>
                                        </p:attrNameLst>
                                      </p:cBhvr>
                                      <p:tavLst>
                                        <p:tav tm="0">
                                          <p:val>
                                            <p:fltVal val="0"/>
                                          </p:val>
                                        </p:tav>
                                        <p:tav tm="100000">
                                          <p:val>
                                            <p:strVal val="#ppt_h"/>
                                          </p:val>
                                        </p:tav>
                                      </p:tavLst>
                                    </p:anim>
                                    <p:animEffect transition="in" filter="fade">
                                      <p:cBhvr>
                                        <p:cTn id="24" dur="500"/>
                                        <p:tgtEl>
                                          <p:spTgt spid="55"/>
                                        </p:tgtEl>
                                      </p:cBhvr>
                                    </p:animEffect>
                                    <p:anim calcmode="lin" valueType="num">
                                      <p:cBhvr>
                                        <p:cTn id="25" dur="500" fill="hold"/>
                                        <p:tgtEl>
                                          <p:spTgt spid="55"/>
                                        </p:tgtEl>
                                        <p:attrNameLst>
                                          <p:attrName>ppt_x</p:attrName>
                                        </p:attrNameLst>
                                      </p:cBhvr>
                                      <p:tavLst>
                                        <p:tav tm="0">
                                          <p:val>
                                            <p:fltVal val="0.5"/>
                                          </p:val>
                                        </p:tav>
                                        <p:tav tm="100000">
                                          <p:val>
                                            <p:strVal val="#ppt_x"/>
                                          </p:val>
                                        </p:tav>
                                      </p:tavLst>
                                    </p:anim>
                                    <p:anim calcmode="lin" valueType="num">
                                      <p:cBhvr>
                                        <p:cTn id="26" dur="500" fill="hold"/>
                                        <p:tgtEl>
                                          <p:spTgt spid="55"/>
                                        </p:tgtEl>
                                        <p:attrNameLst>
                                          <p:attrName>ppt_y</p:attrName>
                                        </p:attrNameLst>
                                      </p:cBhvr>
                                      <p:tavLst>
                                        <p:tav tm="0">
                                          <p:val>
                                            <p:fltVal val="0.5"/>
                                          </p:val>
                                        </p:tav>
                                        <p:tav tm="100000">
                                          <p:val>
                                            <p:strVal val="#ppt_y"/>
                                          </p:val>
                                        </p:tav>
                                      </p:tavLst>
                                    </p:anim>
                                  </p:childTnLst>
                                </p:cTn>
                              </p:par>
                            </p:childTnLst>
                          </p:cTn>
                        </p:par>
                        <p:par>
                          <p:cTn id="27" fill="hold">
                            <p:stCondLst>
                              <p:cond delay="1500"/>
                            </p:stCondLst>
                            <p:childTnLst>
                              <p:par>
                                <p:cTn id="28" presetID="53" presetClass="entr" presetSubtype="0" fill="hold" nodeType="afterEffect">
                                  <p:childTnLst>
                                    <p:set>
                                      <p:cBhvr>
                                        <p:cTn id="29" dur="1" fill="hold">
                                          <p:stCondLst>
                                            <p:cond delay="0"/>
                                          </p:stCondLst>
                                        </p:cTn>
                                        <p:tgtEl>
                                          <p:spTgt spid="42"/>
                                        </p:tgtEl>
                                        <p:attrNameLst>
                                          <p:attrName>style.visibility</p:attrName>
                                        </p:attrNameLst>
                                      </p:cBhvr>
                                      <p:to>
                                        <p:strVal val="visible"/>
                                      </p:to>
                                    </p:set>
                                    <p:anim calcmode="lin" valueType="num">
                                      <p:cBhvr>
                                        <p:cTn id="30" dur="500" fill="hold"/>
                                        <p:tgtEl>
                                          <p:spTgt spid="42"/>
                                        </p:tgtEl>
                                        <p:attrNameLst>
                                          <p:attrName>ppt_w</p:attrName>
                                        </p:attrNameLst>
                                      </p:cBhvr>
                                      <p:tavLst>
                                        <p:tav tm="0">
                                          <p:val>
                                            <p:fltVal val="0"/>
                                          </p:val>
                                        </p:tav>
                                        <p:tav tm="100000">
                                          <p:val>
                                            <p:strVal val="#ppt_w"/>
                                          </p:val>
                                        </p:tav>
                                      </p:tavLst>
                                    </p:anim>
                                    <p:anim calcmode="lin" valueType="num">
                                      <p:cBhvr>
                                        <p:cTn id="31" dur="500" fill="hold"/>
                                        <p:tgtEl>
                                          <p:spTgt spid="42"/>
                                        </p:tgtEl>
                                        <p:attrNameLst>
                                          <p:attrName>ppt_h</p:attrName>
                                        </p:attrNameLst>
                                      </p:cBhvr>
                                      <p:tavLst>
                                        <p:tav tm="0">
                                          <p:val>
                                            <p:fltVal val="0"/>
                                          </p:val>
                                        </p:tav>
                                        <p:tav tm="100000">
                                          <p:val>
                                            <p:strVal val="#ppt_h"/>
                                          </p:val>
                                        </p:tav>
                                      </p:tavLst>
                                    </p:anim>
                                    <p:animEffect transition="in" filter="fade">
                                      <p:cBhvr>
                                        <p:cTn id="32" dur="500"/>
                                        <p:tgtEl>
                                          <p:spTgt spid="42"/>
                                        </p:tgtEl>
                                      </p:cBhvr>
                                    </p:animEffect>
                                    <p:anim calcmode="lin" valueType="num">
                                      <p:cBhvr>
                                        <p:cTn id="33" dur="500" fill="hold"/>
                                        <p:tgtEl>
                                          <p:spTgt spid="42"/>
                                        </p:tgtEl>
                                        <p:attrNameLst>
                                          <p:attrName>ppt_x</p:attrName>
                                        </p:attrNameLst>
                                      </p:cBhvr>
                                      <p:tavLst>
                                        <p:tav tm="0">
                                          <p:val>
                                            <p:fltVal val="0.5"/>
                                          </p:val>
                                        </p:tav>
                                        <p:tav tm="100000">
                                          <p:val>
                                            <p:strVal val="#ppt_x"/>
                                          </p:val>
                                        </p:tav>
                                      </p:tavLst>
                                    </p:anim>
                                    <p:anim calcmode="lin" valueType="num">
                                      <p:cBhvr>
                                        <p:cTn id="34" dur="500" fill="hold"/>
                                        <p:tgtEl>
                                          <p:spTgt spid="42"/>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t>市场规模</a:t>
            </a:r>
          </a:p>
        </p:txBody>
      </p:sp>
      <p:sp>
        <p:nvSpPr>
          <p:cNvPr id="3" name="文本占位符 2"/>
          <p:cNvSpPr>
            <a:spLocks noGrp="1"/>
          </p:cNvSpPr>
          <p:nvPr>
            <p:ph type="body" sz="quarter" idx="11"/>
          </p:nvPr>
        </p:nvSpPr>
        <p:spPr/>
        <p:txBody>
          <a:bodyPr/>
          <a:lstStyle/>
          <a:p>
            <a:r>
              <a:rPr lang="zh-CN" altLang="en-US"/>
              <a:t>业绩展示</a:t>
            </a:r>
          </a:p>
        </p:txBody>
      </p:sp>
      <p:sp>
        <p:nvSpPr>
          <p:cNvPr id="4" name="文本占位符 3"/>
          <p:cNvSpPr>
            <a:spLocks noGrp="1"/>
          </p:cNvSpPr>
          <p:nvPr>
            <p:ph type="body" sz="quarter" idx="12"/>
          </p:nvPr>
        </p:nvSpPr>
        <p:spPr/>
        <p:txBody>
          <a:bodyPr/>
          <a:lstStyle/>
          <a:p>
            <a:r>
              <a:rPr lang="zh-CN" altLang="en-US"/>
              <a:t>合作伙伴</a:t>
            </a:r>
          </a:p>
        </p:txBody>
      </p:sp>
      <p:sp>
        <p:nvSpPr>
          <p:cNvPr id="10" name="文本占位符 9"/>
          <p:cNvSpPr>
            <a:spLocks noGrp="1"/>
          </p:cNvSpPr>
          <p:nvPr>
            <p:ph type="body" sz="quarter" idx="13"/>
          </p:nvPr>
        </p:nvSpPr>
        <p:spPr/>
        <p:txBody>
          <a:bodyPr/>
          <a:lstStyle/>
          <a:p>
            <a:r>
              <a:rPr lang="zh-CN" altLang="en-US"/>
              <a:t>成功案例</a:t>
            </a:r>
          </a:p>
        </p:txBody>
      </p:sp>
      <p:sp>
        <p:nvSpPr>
          <p:cNvPr id="11" name="文本占位符 10"/>
          <p:cNvSpPr>
            <a:spLocks noGrp="1"/>
          </p:cNvSpPr>
          <p:nvPr>
            <p:ph type="body" sz="quarter" idx="14"/>
          </p:nvPr>
        </p:nvSpPr>
        <p:spPr/>
        <p:txBody>
          <a:bodyPr/>
          <a:lstStyle/>
          <a:p>
            <a:r>
              <a:rPr lang="zh-CN" altLang="en-US">
                <a:cs typeface="+mn-ea"/>
                <a:sym typeface="+mn-lt"/>
              </a:rPr>
              <a:t>公司实力</a:t>
            </a:r>
          </a:p>
        </p:txBody>
      </p:sp>
      <p:sp>
        <p:nvSpPr>
          <p:cNvPr id="12" name="文本占位符 11"/>
          <p:cNvSpPr>
            <a:spLocks noGrp="1"/>
          </p:cNvSpPr>
          <p:nvPr>
            <p:ph type="body" sz="quarter" idx="15"/>
          </p:nvPr>
        </p:nvSpPr>
        <p:spPr/>
        <p:txBody>
          <a:bodyPr/>
          <a:lstStyle/>
          <a:p>
            <a:r>
              <a:rPr lang="en-US" altLang="zh-CN" dirty="0">
                <a:latin typeface="+mn-ea"/>
                <a:cs typeface="+mn-ea"/>
                <a:sym typeface="+mn-lt"/>
              </a:rPr>
              <a:t>COMPANY POWER</a:t>
            </a:r>
            <a:endParaRPr lang="zh-CN" altLang="en-US">
              <a:latin typeface="+mn-ea"/>
              <a:cs typeface="+mn-ea"/>
              <a:sym typeface="+mn-lt"/>
            </a:endParaRPr>
          </a:p>
        </p:txBody>
      </p:sp>
    </p:spTree>
    <p:extLst>
      <p:ext uri="{BB962C8B-B14F-4D97-AF65-F5344CB8AC3E}">
        <p14:creationId xmlns:p14="http://schemas.microsoft.com/office/powerpoint/2010/main" val="30604360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市场规模</a:t>
            </a:r>
          </a:p>
        </p:txBody>
      </p:sp>
      <p:grpSp>
        <p:nvGrpSpPr>
          <p:cNvPr id="20" name="千图PPT彼岸天：ID 8661124库_组合 42">
            <a:extLst>
              <a:ext uri="{FF2B5EF4-FFF2-40B4-BE49-F238E27FC236}">
                <a16:creationId xmlns:a16="http://schemas.microsoft.com/office/drawing/2014/main" id="{6ECAE1BD-21FC-4633-92B7-07D00A1C834B}"/>
              </a:ext>
            </a:extLst>
          </p:cNvPr>
          <p:cNvGrpSpPr/>
          <p:nvPr>
            <p:custDataLst>
              <p:tags r:id="rId1"/>
            </p:custDataLst>
          </p:nvPr>
        </p:nvGrpSpPr>
        <p:grpSpPr>
          <a:xfrm>
            <a:off x="8400133" y="1697095"/>
            <a:ext cx="3143401" cy="845770"/>
            <a:chOff x="8400133" y="1697095"/>
            <a:chExt cx="3143401" cy="845770"/>
          </a:xfrm>
        </p:grpSpPr>
        <p:sp>
          <p:nvSpPr>
            <p:cNvPr id="21" name="矩形 20">
              <a:extLst>
                <a:ext uri="{FF2B5EF4-FFF2-40B4-BE49-F238E27FC236}">
                  <a16:creationId xmlns:a16="http://schemas.microsoft.com/office/drawing/2014/main" id="{2CFE830C-56AF-4D26-BB99-D4807DF5DC40}"/>
                </a:ext>
              </a:extLst>
            </p:cNvPr>
            <p:cNvSpPr/>
            <p:nvPr/>
          </p:nvSpPr>
          <p:spPr>
            <a:xfrm>
              <a:off x="8400133" y="2007334"/>
              <a:ext cx="3143401" cy="535531"/>
            </a:xfrm>
            <a:prstGeom prst="rect">
              <a:avLst/>
            </a:prstGeom>
          </p:spPr>
          <p:txBody>
            <a:bodyPr wrap="square">
              <a:normAutofit/>
            </a:bodyPr>
            <a:lstStyle/>
            <a:p>
              <a:pPr>
                <a:lnSpc>
                  <a:spcPct val="120000"/>
                </a:lnSpc>
                <a:buClr>
                  <a:srgbClr val="E24848"/>
                </a:buClr>
              </a:pPr>
              <a:r>
                <a:rPr lang="zh-CN" altLang="en-US" sz="1200" noProof="1"/>
                <a:t>请替换文字内容复制你的内容到此</a:t>
              </a:r>
              <a:br>
                <a:rPr lang="zh-CN" altLang="en-US" sz="1200" noProof="1"/>
              </a:br>
              <a:endParaRPr lang="zh-CN" altLang="en-US" sz="1200" noProof="1"/>
            </a:p>
          </p:txBody>
        </p:sp>
        <p:sp>
          <p:nvSpPr>
            <p:cNvPr id="22" name="矩形 21">
              <a:extLst>
                <a:ext uri="{FF2B5EF4-FFF2-40B4-BE49-F238E27FC236}">
                  <a16:creationId xmlns:a16="http://schemas.microsoft.com/office/drawing/2014/main" id="{233C58D9-8EE3-4DFC-8E98-DBB33C93ACDE}"/>
                </a:ext>
              </a:extLst>
            </p:cNvPr>
            <p:cNvSpPr/>
            <p:nvPr/>
          </p:nvSpPr>
          <p:spPr>
            <a:xfrm>
              <a:off x="8400133" y="1697095"/>
              <a:ext cx="1261884" cy="307777"/>
            </a:xfrm>
            <a:prstGeom prst="rect">
              <a:avLst/>
            </a:prstGeom>
          </p:spPr>
          <p:txBody>
            <a:bodyPr wrap="none">
              <a:normAutofit fontScale="92500" lnSpcReduction="20000"/>
            </a:bodyPr>
            <a:lstStyle/>
            <a:p>
              <a:pPr>
                <a:lnSpc>
                  <a:spcPct val="110000"/>
                </a:lnSpc>
                <a:buClr>
                  <a:srgbClr val="E24848"/>
                </a:buClr>
              </a:pPr>
              <a:r>
                <a:rPr lang="zh-CN" altLang="en-US" sz="1600" b="1" noProof="1">
                  <a:solidFill>
                    <a:schemeClr val="accent4">
                      <a:lumMod val="100000"/>
                    </a:schemeClr>
                  </a:solidFill>
                </a:rPr>
                <a:t>输入标题文本</a:t>
              </a:r>
            </a:p>
          </p:txBody>
        </p:sp>
      </p:grpSp>
      <p:grpSp>
        <p:nvGrpSpPr>
          <p:cNvPr id="23" name="千图PPT彼岸天：ID 8661124库_组合 41">
            <a:extLst>
              <a:ext uri="{FF2B5EF4-FFF2-40B4-BE49-F238E27FC236}">
                <a16:creationId xmlns:a16="http://schemas.microsoft.com/office/drawing/2014/main" id="{21F3B2C6-4485-45F8-9571-436221DABE87}"/>
              </a:ext>
            </a:extLst>
          </p:cNvPr>
          <p:cNvGrpSpPr/>
          <p:nvPr>
            <p:custDataLst>
              <p:tags r:id="rId2"/>
            </p:custDataLst>
          </p:nvPr>
        </p:nvGrpSpPr>
        <p:grpSpPr>
          <a:xfrm>
            <a:off x="8400132" y="3058311"/>
            <a:ext cx="3143402" cy="845770"/>
            <a:chOff x="8400132" y="3058311"/>
            <a:chExt cx="3143402" cy="845770"/>
          </a:xfrm>
        </p:grpSpPr>
        <p:sp>
          <p:nvSpPr>
            <p:cNvPr id="24" name="矩形 23">
              <a:extLst>
                <a:ext uri="{FF2B5EF4-FFF2-40B4-BE49-F238E27FC236}">
                  <a16:creationId xmlns:a16="http://schemas.microsoft.com/office/drawing/2014/main" id="{5B9F1CCA-C24B-4926-8F0D-0E95DD5A86D3}"/>
                </a:ext>
              </a:extLst>
            </p:cNvPr>
            <p:cNvSpPr/>
            <p:nvPr/>
          </p:nvSpPr>
          <p:spPr>
            <a:xfrm>
              <a:off x="8400133" y="3368550"/>
              <a:ext cx="3143401" cy="535531"/>
            </a:xfrm>
            <a:prstGeom prst="rect">
              <a:avLst/>
            </a:prstGeom>
          </p:spPr>
          <p:txBody>
            <a:bodyPr wrap="square">
              <a:normAutofit/>
            </a:bodyPr>
            <a:lstStyle/>
            <a:p>
              <a:pPr>
                <a:lnSpc>
                  <a:spcPct val="120000"/>
                </a:lnSpc>
                <a:buClr>
                  <a:srgbClr val="E24848"/>
                </a:buClr>
              </a:pPr>
              <a:r>
                <a:rPr lang="zh-CN" altLang="en-US" sz="1200" noProof="1"/>
                <a:t>请替换文字内容复制你的内容到此</a:t>
              </a:r>
              <a:br>
                <a:rPr lang="zh-CN" altLang="en-US" sz="1200" noProof="1"/>
              </a:br>
              <a:endParaRPr lang="zh-CN" altLang="en-US" sz="1200" noProof="1"/>
            </a:p>
          </p:txBody>
        </p:sp>
        <p:sp>
          <p:nvSpPr>
            <p:cNvPr id="25" name="矩形 24">
              <a:extLst>
                <a:ext uri="{FF2B5EF4-FFF2-40B4-BE49-F238E27FC236}">
                  <a16:creationId xmlns:a16="http://schemas.microsoft.com/office/drawing/2014/main" id="{39DC71B3-E6C4-41D2-833B-65A616A6C7E0}"/>
                </a:ext>
              </a:extLst>
            </p:cNvPr>
            <p:cNvSpPr/>
            <p:nvPr/>
          </p:nvSpPr>
          <p:spPr>
            <a:xfrm>
              <a:off x="8400132" y="3058311"/>
              <a:ext cx="1261884" cy="307777"/>
            </a:xfrm>
            <a:prstGeom prst="rect">
              <a:avLst/>
            </a:prstGeom>
          </p:spPr>
          <p:txBody>
            <a:bodyPr wrap="none">
              <a:normAutofit fontScale="92500" lnSpcReduction="20000"/>
            </a:bodyPr>
            <a:lstStyle/>
            <a:p>
              <a:pPr>
                <a:lnSpc>
                  <a:spcPct val="110000"/>
                </a:lnSpc>
                <a:buClr>
                  <a:srgbClr val="E24848"/>
                </a:buClr>
              </a:pPr>
              <a:r>
                <a:rPr lang="zh-CN" altLang="en-US" sz="1600" b="1" noProof="1">
                  <a:solidFill>
                    <a:schemeClr val="accent5">
                      <a:lumMod val="100000"/>
                    </a:schemeClr>
                  </a:solidFill>
                </a:rPr>
                <a:t>输入标题文本</a:t>
              </a:r>
            </a:p>
          </p:txBody>
        </p:sp>
      </p:grpSp>
      <p:grpSp>
        <p:nvGrpSpPr>
          <p:cNvPr id="26" name="千图PPT彼岸天：ID 8661124库_组合 40">
            <a:extLst>
              <a:ext uri="{FF2B5EF4-FFF2-40B4-BE49-F238E27FC236}">
                <a16:creationId xmlns:a16="http://schemas.microsoft.com/office/drawing/2014/main" id="{CE010665-50BC-4CE0-8973-EE0D12FF3606}"/>
              </a:ext>
            </a:extLst>
          </p:cNvPr>
          <p:cNvGrpSpPr/>
          <p:nvPr>
            <p:custDataLst>
              <p:tags r:id="rId3"/>
            </p:custDataLst>
          </p:nvPr>
        </p:nvGrpSpPr>
        <p:grpSpPr>
          <a:xfrm>
            <a:off x="8400133" y="4419529"/>
            <a:ext cx="3143401" cy="845770"/>
            <a:chOff x="8400133" y="4419529"/>
            <a:chExt cx="3143401" cy="845770"/>
          </a:xfrm>
        </p:grpSpPr>
        <p:sp>
          <p:nvSpPr>
            <p:cNvPr id="27" name="矩形 26">
              <a:extLst>
                <a:ext uri="{FF2B5EF4-FFF2-40B4-BE49-F238E27FC236}">
                  <a16:creationId xmlns:a16="http://schemas.microsoft.com/office/drawing/2014/main" id="{C5A6D649-F5EB-4796-A16B-E8A0CBDF0EFB}"/>
                </a:ext>
              </a:extLst>
            </p:cNvPr>
            <p:cNvSpPr/>
            <p:nvPr/>
          </p:nvSpPr>
          <p:spPr>
            <a:xfrm>
              <a:off x="8400133" y="4729768"/>
              <a:ext cx="3143401" cy="535531"/>
            </a:xfrm>
            <a:prstGeom prst="rect">
              <a:avLst/>
            </a:prstGeom>
          </p:spPr>
          <p:txBody>
            <a:bodyPr wrap="square">
              <a:normAutofit/>
            </a:bodyPr>
            <a:lstStyle/>
            <a:p>
              <a:pPr>
                <a:lnSpc>
                  <a:spcPct val="120000"/>
                </a:lnSpc>
                <a:buClr>
                  <a:srgbClr val="E24848"/>
                </a:buClr>
              </a:pPr>
              <a:r>
                <a:rPr lang="zh-CN" altLang="en-US" sz="1200" noProof="1"/>
                <a:t>请替换文字内容复制你的内容到此</a:t>
              </a:r>
              <a:br>
                <a:rPr lang="zh-CN" altLang="en-US" sz="1200" noProof="1"/>
              </a:br>
              <a:endParaRPr lang="zh-CN" altLang="en-US" sz="1200" noProof="1"/>
            </a:p>
          </p:txBody>
        </p:sp>
        <p:sp>
          <p:nvSpPr>
            <p:cNvPr id="28" name="矩形 27">
              <a:extLst>
                <a:ext uri="{FF2B5EF4-FFF2-40B4-BE49-F238E27FC236}">
                  <a16:creationId xmlns:a16="http://schemas.microsoft.com/office/drawing/2014/main" id="{4310729C-95F8-467F-8ADB-C1793E48303E}"/>
                </a:ext>
              </a:extLst>
            </p:cNvPr>
            <p:cNvSpPr/>
            <p:nvPr/>
          </p:nvSpPr>
          <p:spPr>
            <a:xfrm>
              <a:off x="8400133" y="4419529"/>
              <a:ext cx="1261884" cy="307777"/>
            </a:xfrm>
            <a:prstGeom prst="rect">
              <a:avLst/>
            </a:prstGeom>
          </p:spPr>
          <p:txBody>
            <a:bodyPr wrap="none">
              <a:normAutofit fontScale="92500" lnSpcReduction="20000"/>
            </a:bodyPr>
            <a:lstStyle/>
            <a:p>
              <a:pPr>
                <a:lnSpc>
                  <a:spcPct val="110000"/>
                </a:lnSpc>
                <a:buClr>
                  <a:srgbClr val="E24848"/>
                </a:buClr>
              </a:pPr>
              <a:r>
                <a:rPr lang="zh-CN" altLang="en-US" sz="1600" b="1" noProof="1">
                  <a:solidFill>
                    <a:schemeClr val="accent6">
                      <a:lumMod val="100000"/>
                    </a:schemeClr>
                  </a:solidFill>
                </a:rPr>
                <a:t>输入标题文本</a:t>
              </a:r>
            </a:p>
          </p:txBody>
        </p:sp>
      </p:grpSp>
      <p:grpSp>
        <p:nvGrpSpPr>
          <p:cNvPr id="29" name="千图PPT彼岸天：ID 8661124库_组合 37">
            <a:extLst>
              <a:ext uri="{FF2B5EF4-FFF2-40B4-BE49-F238E27FC236}">
                <a16:creationId xmlns:a16="http://schemas.microsoft.com/office/drawing/2014/main" id="{1CF714DB-F49A-4ACE-8869-DA9A9CAA9067}"/>
              </a:ext>
            </a:extLst>
          </p:cNvPr>
          <p:cNvGrpSpPr/>
          <p:nvPr>
            <p:custDataLst>
              <p:tags r:id="rId4"/>
            </p:custDataLst>
          </p:nvPr>
        </p:nvGrpSpPr>
        <p:grpSpPr>
          <a:xfrm>
            <a:off x="648466" y="1697091"/>
            <a:ext cx="3143401" cy="845770"/>
            <a:chOff x="648466" y="1697091"/>
            <a:chExt cx="3143401" cy="845770"/>
          </a:xfrm>
        </p:grpSpPr>
        <p:sp>
          <p:nvSpPr>
            <p:cNvPr id="30" name="矩形 29">
              <a:extLst>
                <a:ext uri="{FF2B5EF4-FFF2-40B4-BE49-F238E27FC236}">
                  <a16:creationId xmlns:a16="http://schemas.microsoft.com/office/drawing/2014/main" id="{10D5BCE5-D768-49A0-B70B-D4896677D8B7}"/>
                </a:ext>
              </a:extLst>
            </p:cNvPr>
            <p:cNvSpPr/>
            <p:nvPr/>
          </p:nvSpPr>
          <p:spPr>
            <a:xfrm>
              <a:off x="648466" y="2007330"/>
              <a:ext cx="3143401" cy="535531"/>
            </a:xfrm>
            <a:prstGeom prst="rect">
              <a:avLst/>
            </a:prstGeom>
          </p:spPr>
          <p:txBody>
            <a:bodyPr wrap="square">
              <a:normAutofit/>
            </a:bodyPr>
            <a:lstStyle/>
            <a:p>
              <a:pPr algn="r">
                <a:lnSpc>
                  <a:spcPct val="120000"/>
                </a:lnSpc>
                <a:buClr>
                  <a:srgbClr val="E24848"/>
                </a:buClr>
              </a:pPr>
              <a:r>
                <a:rPr lang="zh-CN" altLang="en-US" sz="1200" noProof="1"/>
                <a:t>请替换文字内容复制你的内容到此</a:t>
              </a:r>
              <a:br>
                <a:rPr lang="zh-CN" altLang="en-US" sz="1200" noProof="1"/>
              </a:br>
              <a:endParaRPr lang="zh-CN" altLang="en-US" sz="1200" noProof="1"/>
            </a:p>
          </p:txBody>
        </p:sp>
        <p:sp>
          <p:nvSpPr>
            <p:cNvPr id="31" name="矩形 30">
              <a:extLst>
                <a:ext uri="{FF2B5EF4-FFF2-40B4-BE49-F238E27FC236}">
                  <a16:creationId xmlns:a16="http://schemas.microsoft.com/office/drawing/2014/main" id="{6280B2AE-155B-4222-8D24-F64CA26C8174}"/>
                </a:ext>
              </a:extLst>
            </p:cNvPr>
            <p:cNvSpPr/>
            <p:nvPr/>
          </p:nvSpPr>
          <p:spPr>
            <a:xfrm>
              <a:off x="2529983" y="1697091"/>
              <a:ext cx="1261884" cy="307777"/>
            </a:xfrm>
            <a:prstGeom prst="rect">
              <a:avLst/>
            </a:prstGeom>
          </p:spPr>
          <p:txBody>
            <a:bodyPr wrap="none">
              <a:normAutofit fontScale="92500" lnSpcReduction="20000"/>
            </a:bodyPr>
            <a:lstStyle/>
            <a:p>
              <a:pPr algn="r">
                <a:lnSpc>
                  <a:spcPct val="110000"/>
                </a:lnSpc>
                <a:buClr>
                  <a:srgbClr val="E24848"/>
                </a:buClr>
              </a:pPr>
              <a:r>
                <a:rPr lang="zh-CN" altLang="en-US" sz="1600" b="1" noProof="1">
                  <a:solidFill>
                    <a:schemeClr val="accent1">
                      <a:lumMod val="100000"/>
                    </a:schemeClr>
                  </a:solidFill>
                </a:rPr>
                <a:t>输入标题文本</a:t>
              </a:r>
            </a:p>
          </p:txBody>
        </p:sp>
      </p:grpSp>
      <p:grpSp>
        <p:nvGrpSpPr>
          <p:cNvPr id="32" name="千图PPT彼岸天：ID 8661124库_组合 38">
            <a:extLst>
              <a:ext uri="{FF2B5EF4-FFF2-40B4-BE49-F238E27FC236}">
                <a16:creationId xmlns:a16="http://schemas.microsoft.com/office/drawing/2014/main" id="{93F995B4-7CCD-4008-A6E0-FC455B80E2FD}"/>
              </a:ext>
            </a:extLst>
          </p:cNvPr>
          <p:cNvGrpSpPr/>
          <p:nvPr>
            <p:custDataLst>
              <p:tags r:id="rId5"/>
            </p:custDataLst>
          </p:nvPr>
        </p:nvGrpSpPr>
        <p:grpSpPr>
          <a:xfrm>
            <a:off x="648466" y="3058307"/>
            <a:ext cx="3143401" cy="845770"/>
            <a:chOff x="648466" y="3058307"/>
            <a:chExt cx="3143401" cy="845770"/>
          </a:xfrm>
        </p:grpSpPr>
        <p:sp>
          <p:nvSpPr>
            <p:cNvPr id="33" name="矩形 32">
              <a:extLst>
                <a:ext uri="{FF2B5EF4-FFF2-40B4-BE49-F238E27FC236}">
                  <a16:creationId xmlns:a16="http://schemas.microsoft.com/office/drawing/2014/main" id="{24C33C26-857E-4472-B917-499ED2A27EBA}"/>
                </a:ext>
              </a:extLst>
            </p:cNvPr>
            <p:cNvSpPr/>
            <p:nvPr/>
          </p:nvSpPr>
          <p:spPr>
            <a:xfrm>
              <a:off x="648466" y="3368546"/>
              <a:ext cx="3143401" cy="535531"/>
            </a:xfrm>
            <a:prstGeom prst="rect">
              <a:avLst/>
            </a:prstGeom>
          </p:spPr>
          <p:txBody>
            <a:bodyPr wrap="square">
              <a:normAutofit/>
            </a:bodyPr>
            <a:lstStyle/>
            <a:p>
              <a:pPr algn="r">
                <a:lnSpc>
                  <a:spcPct val="120000"/>
                </a:lnSpc>
                <a:buClr>
                  <a:srgbClr val="E24848"/>
                </a:buClr>
              </a:pPr>
              <a:r>
                <a:rPr lang="zh-CN" altLang="en-US" sz="1200" noProof="1"/>
                <a:t>请替换文字内容复制你的内容到此</a:t>
              </a:r>
              <a:br>
                <a:rPr lang="zh-CN" altLang="en-US" sz="1200" noProof="1"/>
              </a:br>
              <a:endParaRPr lang="zh-CN" altLang="en-US" sz="1200" noProof="1"/>
            </a:p>
          </p:txBody>
        </p:sp>
        <p:sp>
          <p:nvSpPr>
            <p:cNvPr id="34" name="矩形 33">
              <a:extLst>
                <a:ext uri="{FF2B5EF4-FFF2-40B4-BE49-F238E27FC236}">
                  <a16:creationId xmlns:a16="http://schemas.microsoft.com/office/drawing/2014/main" id="{941A1E90-8120-4E44-9AB4-BFBE48EF38EE}"/>
                </a:ext>
              </a:extLst>
            </p:cNvPr>
            <p:cNvSpPr/>
            <p:nvPr/>
          </p:nvSpPr>
          <p:spPr>
            <a:xfrm>
              <a:off x="2529983" y="3058307"/>
              <a:ext cx="1261884" cy="307777"/>
            </a:xfrm>
            <a:prstGeom prst="rect">
              <a:avLst/>
            </a:prstGeom>
          </p:spPr>
          <p:txBody>
            <a:bodyPr wrap="none">
              <a:normAutofit fontScale="92500" lnSpcReduction="20000"/>
            </a:bodyPr>
            <a:lstStyle/>
            <a:p>
              <a:pPr algn="r">
                <a:lnSpc>
                  <a:spcPct val="110000"/>
                </a:lnSpc>
                <a:buClr>
                  <a:srgbClr val="E24848"/>
                </a:buClr>
              </a:pPr>
              <a:r>
                <a:rPr lang="zh-CN" altLang="en-US" sz="1600" b="1" noProof="1">
                  <a:solidFill>
                    <a:schemeClr val="accent2">
                      <a:lumMod val="100000"/>
                    </a:schemeClr>
                  </a:solidFill>
                </a:rPr>
                <a:t>输入标题文本</a:t>
              </a:r>
            </a:p>
          </p:txBody>
        </p:sp>
      </p:grpSp>
      <p:grpSp>
        <p:nvGrpSpPr>
          <p:cNvPr id="35" name="千图PPT彼岸天：ID 8661124库_组合 39">
            <a:extLst>
              <a:ext uri="{FF2B5EF4-FFF2-40B4-BE49-F238E27FC236}">
                <a16:creationId xmlns:a16="http://schemas.microsoft.com/office/drawing/2014/main" id="{167BE94E-9899-4522-BEC3-19038DF3F18D}"/>
              </a:ext>
            </a:extLst>
          </p:cNvPr>
          <p:cNvGrpSpPr/>
          <p:nvPr>
            <p:custDataLst>
              <p:tags r:id="rId6"/>
            </p:custDataLst>
          </p:nvPr>
        </p:nvGrpSpPr>
        <p:grpSpPr>
          <a:xfrm>
            <a:off x="648466" y="4419525"/>
            <a:ext cx="3143401" cy="845770"/>
            <a:chOff x="648466" y="4419525"/>
            <a:chExt cx="3143401" cy="845770"/>
          </a:xfrm>
        </p:grpSpPr>
        <p:sp>
          <p:nvSpPr>
            <p:cNvPr id="36" name="矩形 35">
              <a:extLst>
                <a:ext uri="{FF2B5EF4-FFF2-40B4-BE49-F238E27FC236}">
                  <a16:creationId xmlns:a16="http://schemas.microsoft.com/office/drawing/2014/main" id="{2BF13BD6-6944-4FF9-8324-17F20ACA588B}"/>
                </a:ext>
              </a:extLst>
            </p:cNvPr>
            <p:cNvSpPr/>
            <p:nvPr/>
          </p:nvSpPr>
          <p:spPr>
            <a:xfrm>
              <a:off x="648466" y="4729764"/>
              <a:ext cx="3143401" cy="535531"/>
            </a:xfrm>
            <a:prstGeom prst="rect">
              <a:avLst/>
            </a:prstGeom>
          </p:spPr>
          <p:txBody>
            <a:bodyPr wrap="square">
              <a:normAutofit/>
            </a:bodyPr>
            <a:lstStyle/>
            <a:p>
              <a:pPr algn="r">
                <a:lnSpc>
                  <a:spcPct val="120000"/>
                </a:lnSpc>
                <a:buClr>
                  <a:srgbClr val="E24848"/>
                </a:buClr>
              </a:pPr>
              <a:r>
                <a:rPr lang="zh-CN" altLang="en-US" sz="1200" noProof="1"/>
                <a:t>请替换文字内容复制你的内容到此</a:t>
              </a:r>
              <a:br>
                <a:rPr lang="zh-CN" altLang="en-US" sz="1200" noProof="1"/>
              </a:br>
              <a:endParaRPr lang="zh-CN" altLang="en-US" sz="1200" noProof="1"/>
            </a:p>
          </p:txBody>
        </p:sp>
        <p:sp>
          <p:nvSpPr>
            <p:cNvPr id="37" name="矩形 36">
              <a:extLst>
                <a:ext uri="{FF2B5EF4-FFF2-40B4-BE49-F238E27FC236}">
                  <a16:creationId xmlns:a16="http://schemas.microsoft.com/office/drawing/2014/main" id="{0D7D8D2E-C279-40BF-80B4-AA04F920623B}"/>
                </a:ext>
              </a:extLst>
            </p:cNvPr>
            <p:cNvSpPr/>
            <p:nvPr/>
          </p:nvSpPr>
          <p:spPr>
            <a:xfrm>
              <a:off x="2529983" y="4419525"/>
              <a:ext cx="1261884" cy="307777"/>
            </a:xfrm>
            <a:prstGeom prst="rect">
              <a:avLst/>
            </a:prstGeom>
          </p:spPr>
          <p:txBody>
            <a:bodyPr wrap="none">
              <a:normAutofit fontScale="92500" lnSpcReduction="20000"/>
            </a:bodyPr>
            <a:lstStyle/>
            <a:p>
              <a:pPr algn="r">
                <a:lnSpc>
                  <a:spcPct val="110000"/>
                </a:lnSpc>
                <a:buClr>
                  <a:srgbClr val="E24848"/>
                </a:buClr>
              </a:pPr>
              <a:r>
                <a:rPr lang="zh-CN" altLang="en-US" sz="1600" b="1" noProof="1">
                  <a:solidFill>
                    <a:schemeClr val="accent3">
                      <a:lumMod val="100000"/>
                    </a:schemeClr>
                  </a:solidFill>
                </a:rPr>
                <a:t>输入标题文本</a:t>
              </a:r>
            </a:p>
          </p:txBody>
        </p:sp>
      </p:grpSp>
      <p:grpSp>
        <p:nvGrpSpPr>
          <p:cNvPr id="38" name="千图PPT彼岸天：ID 8661124库_组合 1">
            <a:extLst>
              <a:ext uri="{FF2B5EF4-FFF2-40B4-BE49-F238E27FC236}">
                <a16:creationId xmlns:a16="http://schemas.microsoft.com/office/drawing/2014/main" id="{6C3FA2C7-5059-4E9B-8BAE-7829E0628BB1}"/>
              </a:ext>
            </a:extLst>
          </p:cNvPr>
          <p:cNvGrpSpPr/>
          <p:nvPr>
            <p:custDataLst>
              <p:tags r:id="rId7"/>
            </p:custDataLst>
          </p:nvPr>
        </p:nvGrpSpPr>
        <p:grpSpPr>
          <a:xfrm>
            <a:off x="3831102" y="1831812"/>
            <a:ext cx="4546303" cy="3541704"/>
            <a:chOff x="3831102" y="1831812"/>
            <a:chExt cx="4546303" cy="3541704"/>
          </a:xfrm>
        </p:grpSpPr>
        <p:sp>
          <p:nvSpPr>
            <p:cNvPr id="39" name="任意多边形: 形状 38">
              <a:extLst>
                <a:ext uri="{FF2B5EF4-FFF2-40B4-BE49-F238E27FC236}">
                  <a16:creationId xmlns:a16="http://schemas.microsoft.com/office/drawing/2014/main" id="{70DB5646-5AE7-4FD6-8133-C6CADFBDD8AA}"/>
                </a:ext>
              </a:extLst>
            </p:cNvPr>
            <p:cNvSpPr/>
            <p:nvPr/>
          </p:nvSpPr>
          <p:spPr>
            <a:xfrm rot="16200000" flipH="1">
              <a:off x="4831350" y="1868750"/>
              <a:ext cx="3539962" cy="3469570"/>
            </a:xfrm>
            <a:custGeom>
              <a:avLst/>
              <a:gdLst>
                <a:gd name="connsiteX0" fmla="*/ 0 w 3539962"/>
                <a:gd name="connsiteY0" fmla="*/ 2597215 h 2597215"/>
                <a:gd name="connsiteX1" fmla="*/ 1769981 w 3539962"/>
                <a:gd name="connsiteY1" fmla="*/ 0 h 2597215"/>
                <a:gd name="connsiteX2" fmla="*/ 3539962 w 3539962"/>
                <a:gd name="connsiteY2" fmla="*/ 2597215 h 2597215"/>
                <a:gd name="connsiteX3" fmla="*/ 0 w 3539962"/>
                <a:gd name="connsiteY3" fmla="*/ 2597215 h 2597215"/>
              </a:gdLst>
              <a:ahLst/>
              <a:cxnLst>
                <a:cxn ang="0">
                  <a:pos x="connsiteX0" y="connsiteY0"/>
                </a:cxn>
                <a:cxn ang="0">
                  <a:pos x="connsiteX1" y="connsiteY1"/>
                </a:cxn>
                <a:cxn ang="0">
                  <a:pos x="connsiteX2" y="connsiteY2"/>
                </a:cxn>
                <a:cxn ang="0">
                  <a:pos x="connsiteX3" y="connsiteY3"/>
                </a:cxn>
              </a:cxnLst>
              <a:rect l="l" t="t" r="r" b="b"/>
              <a:pathLst>
                <a:path w="3539962" h="2597215">
                  <a:moveTo>
                    <a:pt x="0" y="2597215"/>
                  </a:moveTo>
                  <a:lnTo>
                    <a:pt x="1769981" y="0"/>
                  </a:lnTo>
                  <a:lnTo>
                    <a:pt x="3539962" y="2597215"/>
                  </a:lnTo>
                  <a:lnTo>
                    <a:pt x="0" y="2597215"/>
                  </a:lnTo>
                  <a:close/>
                </a:path>
              </a:pathLst>
            </a:custGeom>
            <a:solidFill>
              <a:schemeClr val="tx2">
                <a:lumMod val="20000"/>
                <a:lumOff val="80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40" name="任意多边形: 形状 39">
              <a:extLst>
                <a:ext uri="{FF2B5EF4-FFF2-40B4-BE49-F238E27FC236}">
                  <a16:creationId xmlns:a16="http://schemas.microsoft.com/office/drawing/2014/main" id="{A5A2403F-D604-4EA2-943F-6FD6AD3CDA62}"/>
                </a:ext>
              </a:extLst>
            </p:cNvPr>
            <p:cNvSpPr/>
            <p:nvPr/>
          </p:nvSpPr>
          <p:spPr>
            <a:xfrm rot="5400000">
              <a:off x="3963373" y="1745741"/>
              <a:ext cx="3539962" cy="3715588"/>
            </a:xfrm>
            <a:custGeom>
              <a:avLst/>
              <a:gdLst>
                <a:gd name="connsiteX0" fmla="*/ 0 w 3539962"/>
                <a:gd name="connsiteY0" fmla="*/ 2568186 h 2568186"/>
                <a:gd name="connsiteX1" fmla="*/ 1769984 w 3539962"/>
                <a:gd name="connsiteY1" fmla="*/ 0 h 2568186"/>
                <a:gd name="connsiteX2" fmla="*/ 3539962 w 3539962"/>
                <a:gd name="connsiteY2" fmla="*/ 2568186 h 2568186"/>
                <a:gd name="connsiteX3" fmla="*/ 0 w 3539962"/>
                <a:gd name="connsiteY3" fmla="*/ 2568186 h 2568186"/>
              </a:gdLst>
              <a:ahLst/>
              <a:cxnLst>
                <a:cxn ang="0">
                  <a:pos x="connsiteX0" y="connsiteY0"/>
                </a:cxn>
                <a:cxn ang="0">
                  <a:pos x="connsiteX1" y="connsiteY1"/>
                </a:cxn>
                <a:cxn ang="0">
                  <a:pos x="connsiteX2" y="connsiteY2"/>
                </a:cxn>
                <a:cxn ang="0">
                  <a:pos x="connsiteX3" y="connsiteY3"/>
                </a:cxn>
              </a:cxnLst>
              <a:rect l="l" t="t" r="r" b="b"/>
              <a:pathLst>
                <a:path w="3539962" h="2568186">
                  <a:moveTo>
                    <a:pt x="0" y="2568186"/>
                  </a:moveTo>
                  <a:lnTo>
                    <a:pt x="1769984" y="0"/>
                  </a:lnTo>
                  <a:lnTo>
                    <a:pt x="3539962" y="2568186"/>
                  </a:lnTo>
                  <a:lnTo>
                    <a:pt x="0" y="2568186"/>
                  </a:lnTo>
                  <a:close/>
                </a:path>
              </a:pathLst>
            </a:custGeom>
            <a:solidFill>
              <a:schemeClr val="tx2">
                <a:lumMod val="20000"/>
                <a:lumOff val="80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grpSp>
          <p:nvGrpSpPr>
            <p:cNvPr id="41" name="组合 40">
              <a:extLst>
                <a:ext uri="{FF2B5EF4-FFF2-40B4-BE49-F238E27FC236}">
                  <a16:creationId xmlns:a16="http://schemas.microsoft.com/office/drawing/2014/main" id="{4BC23113-DFB0-411D-A5C3-5C2CB2E4BC29}"/>
                </a:ext>
              </a:extLst>
            </p:cNvPr>
            <p:cNvGrpSpPr/>
            <p:nvPr/>
          </p:nvGrpSpPr>
          <p:grpSpPr>
            <a:xfrm rot="10800000" flipH="1" flipV="1">
              <a:off x="3831102" y="1831812"/>
              <a:ext cx="184355" cy="213188"/>
              <a:chOff x="4873960" y="2329812"/>
              <a:chExt cx="256898" cy="297081"/>
            </a:xfrm>
            <a:solidFill>
              <a:schemeClr val="accent2"/>
            </a:solidFill>
          </p:grpSpPr>
          <p:sp>
            <p:nvSpPr>
              <p:cNvPr id="59" name="任意多边形: 形状 58">
                <a:extLst>
                  <a:ext uri="{FF2B5EF4-FFF2-40B4-BE49-F238E27FC236}">
                    <a16:creationId xmlns:a16="http://schemas.microsoft.com/office/drawing/2014/main" id="{E1342E12-EE2C-43CC-9EF3-CB3D4DBA35D6}"/>
                  </a:ext>
                </a:extLst>
              </p:cNvPr>
              <p:cNvSpPr/>
              <p:nvPr/>
            </p:nvSpPr>
            <p:spPr>
              <a:xfrm rot="13514935">
                <a:off x="4966269" y="2462305"/>
                <a:ext cx="72279" cy="256898"/>
              </a:xfrm>
              <a:custGeom>
                <a:avLst/>
                <a:gdLst>
                  <a:gd name="connsiteX0" fmla="*/ 125628 w 125628"/>
                  <a:gd name="connsiteY0" fmla="*/ 446518 h 446518"/>
                  <a:gd name="connsiteX1" fmla="*/ 0 w 125628"/>
                  <a:gd name="connsiteY1" fmla="*/ 446518 h 446518"/>
                  <a:gd name="connsiteX2" fmla="*/ 0 w 125628"/>
                  <a:gd name="connsiteY2" fmla="*/ 0 h 446518"/>
                  <a:gd name="connsiteX3" fmla="*/ 125628 w 125628"/>
                  <a:gd name="connsiteY3" fmla="*/ 124541 h 446518"/>
                </a:gdLst>
                <a:ahLst/>
                <a:cxnLst>
                  <a:cxn ang="0">
                    <a:pos x="connsiteX0" y="connsiteY0"/>
                  </a:cxn>
                  <a:cxn ang="0">
                    <a:pos x="connsiteX1" y="connsiteY1"/>
                  </a:cxn>
                  <a:cxn ang="0">
                    <a:pos x="connsiteX2" y="connsiteY2"/>
                  </a:cxn>
                  <a:cxn ang="0">
                    <a:pos x="connsiteX3" y="connsiteY3"/>
                  </a:cxn>
                </a:cxnLst>
                <a:rect l="l" t="t" r="r" b="b"/>
                <a:pathLst>
                  <a:path w="125628" h="446518">
                    <a:moveTo>
                      <a:pt x="125628" y="446518"/>
                    </a:moveTo>
                    <a:lnTo>
                      <a:pt x="0" y="446518"/>
                    </a:lnTo>
                    <a:lnTo>
                      <a:pt x="0" y="0"/>
                    </a:lnTo>
                    <a:lnTo>
                      <a:pt x="125628" y="124541"/>
                    </a:lnTo>
                    <a:close/>
                  </a:path>
                </a:pathLst>
              </a:cu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60" name="任意多边形: 形状 59">
                <a:extLst>
                  <a:ext uri="{FF2B5EF4-FFF2-40B4-BE49-F238E27FC236}">
                    <a16:creationId xmlns:a16="http://schemas.microsoft.com/office/drawing/2014/main" id="{2839620C-F0AC-4C34-AFC8-61FE22DC6016}"/>
                  </a:ext>
                </a:extLst>
              </p:cNvPr>
              <p:cNvSpPr/>
              <p:nvPr/>
            </p:nvSpPr>
            <p:spPr>
              <a:xfrm rot="18903744">
                <a:off x="4966494" y="2329812"/>
                <a:ext cx="72278" cy="259243"/>
              </a:xfrm>
              <a:custGeom>
                <a:avLst/>
                <a:gdLst>
                  <a:gd name="connsiteX0" fmla="*/ 125628 w 125628"/>
                  <a:gd name="connsiteY0" fmla="*/ 0 h 450590"/>
                  <a:gd name="connsiteX1" fmla="*/ 125628 w 125628"/>
                  <a:gd name="connsiteY1" fmla="*/ 450590 h 450590"/>
                  <a:gd name="connsiteX2" fmla="*/ 0 w 125628"/>
                  <a:gd name="connsiteY2" fmla="*/ 450590 h 450590"/>
                  <a:gd name="connsiteX3" fmla="*/ 0 w 125628"/>
                  <a:gd name="connsiteY3" fmla="*/ 125902 h 450590"/>
                </a:gdLst>
                <a:ahLst/>
                <a:cxnLst>
                  <a:cxn ang="0">
                    <a:pos x="connsiteX0" y="connsiteY0"/>
                  </a:cxn>
                  <a:cxn ang="0">
                    <a:pos x="connsiteX1" y="connsiteY1"/>
                  </a:cxn>
                  <a:cxn ang="0">
                    <a:pos x="connsiteX2" y="connsiteY2"/>
                  </a:cxn>
                  <a:cxn ang="0">
                    <a:pos x="connsiteX3" y="connsiteY3"/>
                  </a:cxn>
                </a:cxnLst>
                <a:rect l="l" t="t" r="r" b="b"/>
                <a:pathLst>
                  <a:path w="125628" h="450590">
                    <a:moveTo>
                      <a:pt x="125628" y="0"/>
                    </a:moveTo>
                    <a:lnTo>
                      <a:pt x="125628" y="450590"/>
                    </a:lnTo>
                    <a:lnTo>
                      <a:pt x="0" y="450590"/>
                    </a:lnTo>
                    <a:lnTo>
                      <a:pt x="0" y="125902"/>
                    </a:lnTo>
                    <a:close/>
                  </a:path>
                </a:pathLst>
              </a:cu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grpSp>
        <p:grpSp>
          <p:nvGrpSpPr>
            <p:cNvPr id="42" name="组合 41">
              <a:extLst>
                <a:ext uri="{FF2B5EF4-FFF2-40B4-BE49-F238E27FC236}">
                  <a16:creationId xmlns:a16="http://schemas.microsoft.com/office/drawing/2014/main" id="{1EB5A989-D790-43DE-AA01-17C15CB2016C}"/>
                </a:ext>
              </a:extLst>
            </p:cNvPr>
            <p:cNvGrpSpPr/>
            <p:nvPr/>
          </p:nvGrpSpPr>
          <p:grpSpPr>
            <a:xfrm rot="10800000" flipH="1" flipV="1">
              <a:off x="3831102" y="3150259"/>
              <a:ext cx="184355" cy="213188"/>
              <a:chOff x="4873960" y="2329812"/>
              <a:chExt cx="256898" cy="297081"/>
            </a:xfrm>
            <a:solidFill>
              <a:schemeClr val="accent2"/>
            </a:solidFill>
          </p:grpSpPr>
          <p:sp>
            <p:nvSpPr>
              <p:cNvPr id="57" name="任意多边形: 形状 56">
                <a:extLst>
                  <a:ext uri="{FF2B5EF4-FFF2-40B4-BE49-F238E27FC236}">
                    <a16:creationId xmlns:a16="http://schemas.microsoft.com/office/drawing/2014/main" id="{E1B0898B-9E94-45E0-B758-DA8D79409B80}"/>
                  </a:ext>
                </a:extLst>
              </p:cNvPr>
              <p:cNvSpPr/>
              <p:nvPr/>
            </p:nvSpPr>
            <p:spPr>
              <a:xfrm rot="13514935">
                <a:off x="4966269" y="2462305"/>
                <a:ext cx="72279" cy="256898"/>
              </a:xfrm>
              <a:custGeom>
                <a:avLst/>
                <a:gdLst>
                  <a:gd name="connsiteX0" fmla="*/ 125628 w 125628"/>
                  <a:gd name="connsiteY0" fmla="*/ 446518 h 446518"/>
                  <a:gd name="connsiteX1" fmla="*/ 0 w 125628"/>
                  <a:gd name="connsiteY1" fmla="*/ 446518 h 446518"/>
                  <a:gd name="connsiteX2" fmla="*/ 0 w 125628"/>
                  <a:gd name="connsiteY2" fmla="*/ 0 h 446518"/>
                  <a:gd name="connsiteX3" fmla="*/ 125628 w 125628"/>
                  <a:gd name="connsiteY3" fmla="*/ 124541 h 446518"/>
                </a:gdLst>
                <a:ahLst/>
                <a:cxnLst>
                  <a:cxn ang="0">
                    <a:pos x="connsiteX0" y="connsiteY0"/>
                  </a:cxn>
                  <a:cxn ang="0">
                    <a:pos x="connsiteX1" y="connsiteY1"/>
                  </a:cxn>
                  <a:cxn ang="0">
                    <a:pos x="connsiteX2" y="connsiteY2"/>
                  </a:cxn>
                  <a:cxn ang="0">
                    <a:pos x="connsiteX3" y="connsiteY3"/>
                  </a:cxn>
                </a:cxnLst>
                <a:rect l="l" t="t" r="r" b="b"/>
                <a:pathLst>
                  <a:path w="125628" h="446518">
                    <a:moveTo>
                      <a:pt x="125628" y="446518"/>
                    </a:moveTo>
                    <a:lnTo>
                      <a:pt x="0" y="446518"/>
                    </a:lnTo>
                    <a:lnTo>
                      <a:pt x="0" y="0"/>
                    </a:lnTo>
                    <a:lnTo>
                      <a:pt x="125628" y="124541"/>
                    </a:lnTo>
                    <a:close/>
                  </a:path>
                </a:pathLst>
              </a:cu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58" name="任意多边形: 形状 57">
                <a:extLst>
                  <a:ext uri="{FF2B5EF4-FFF2-40B4-BE49-F238E27FC236}">
                    <a16:creationId xmlns:a16="http://schemas.microsoft.com/office/drawing/2014/main" id="{95A583A2-FA64-4135-8845-D080BB3CBDA8}"/>
                  </a:ext>
                </a:extLst>
              </p:cNvPr>
              <p:cNvSpPr/>
              <p:nvPr/>
            </p:nvSpPr>
            <p:spPr>
              <a:xfrm rot="18903744">
                <a:off x="4966494" y="2329812"/>
                <a:ext cx="72278" cy="259243"/>
              </a:xfrm>
              <a:custGeom>
                <a:avLst/>
                <a:gdLst>
                  <a:gd name="connsiteX0" fmla="*/ 125628 w 125628"/>
                  <a:gd name="connsiteY0" fmla="*/ 0 h 450590"/>
                  <a:gd name="connsiteX1" fmla="*/ 125628 w 125628"/>
                  <a:gd name="connsiteY1" fmla="*/ 450590 h 450590"/>
                  <a:gd name="connsiteX2" fmla="*/ 0 w 125628"/>
                  <a:gd name="connsiteY2" fmla="*/ 450590 h 450590"/>
                  <a:gd name="connsiteX3" fmla="*/ 0 w 125628"/>
                  <a:gd name="connsiteY3" fmla="*/ 125902 h 450590"/>
                </a:gdLst>
                <a:ahLst/>
                <a:cxnLst>
                  <a:cxn ang="0">
                    <a:pos x="connsiteX0" y="connsiteY0"/>
                  </a:cxn>
                  <a:cxn ang="0">
                    <a:pos x="connsiteX1" y="connsiteY1"/>
                  </a:cxn>
                  <a:cxn ang="0">
                    <a:pos x="connsiteX2" y="connsiteY2"/>
                  </a:cxn>
                  <a:cxn ang="0">
                    <a:pos x="connsiteX3" y="connsiteY3"/>
                  </a:cxn>
                </a:cxnLst>
                <a:rect l="l" t="t" r="r" b="b"/>
                <a:pathLst>
                  <a:path w="125628" h="450590">
                    <a:moveTo>
                      <a:pt x="125628" y="0"/>
                    </a:moveTo>
                    <a:lnTo>
                      <a:pt x="125628" y="450590"/>
                    </a:lnTo>
                    <a:lnTo>
                      <a:pt x="0" y="450590"/>
                    </a:lnTo>
                    <a:lnTo>
                      <a:pt x="0" y="125902"/>
                    </a:lnTo>
                    <a:close/>
                  </a:path>
                </a:pathLst>
              </a:cu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grpSp>
        <p:grpSp>
          <p:nvGrpSpPr>
            <p:cNvPr id="43" name="组合 42">
              <a:extLst>
                <a:ext uri="{FF2B5EF4-FFF2-40B4-BE49-F238E27FC236}">
                  <a16:creationId xmlns:a16="http://schemas.microsoft.com/office/drawing/2014/main" id="{41EC4E17-2054-4599-8BB3-CAAA6763012B}"/>
                </a:ext>
              </a:extLst>
            </p:cNvPr>
            <p:cNvGrpSpPr/>
            <p:nvPr/>
          </p:nvGrpSpPr>
          <p:grpSpPr>
            <a:xfrm rot="10800000" flipH="1" flipV="1">
              <a:off x="3831102" y="4524113"/>
              <a:ext cx="184355" cy="213188"/>
              <a:chOff x="4873960" y="2329812"/>
              <a:chExt cx="256898" cy="297081"/>
            </a:xfrm>
            <a:solidFill>
              <a:schemeClr val="accent2"/>
            </a:solidFill>
          </p:grpSpPr>
          <p:sp>
            <p:nvSpPr>
              <p:cNvPr id="55" name="任意多边形: 形状 54">
                <a:extLst>
                  <a:ext uri="{FF2B5EF4-FFF2-40B4-BE49-F238E27FC236}">
                    <a16:creationId xmlns:a16="http://schemas.microsoft.com/office/drawing/2014/main" id="{C7ECFDFD-C8CF-4E85-B1AE-98A769118F20}"/>
                  </a:ext>
                </a:extLst>
              </p:cNvPr>
              <p:cNvSpPr/>
              <p:nvPr/>
            </p:nvSpPr>
            <p:spPr>
              <a:xfrm rot="13514935">
                <a:off x="4966269" y="2462305"/>
                <a:ext cx="72279" cy="256898"/>
              </a:xfrm>
              <a:custGeom>
                <a:avLst/>
                <a:gdLst>
                  <a:gd name="connsiteX0" fmla="*/ 125628 w 125628"/>
                  <a:gd name="connsiteY0" fmla="*/ 446518 h 446518"/>
                  <a:gd name="connsiteX1" fmla="*/ 0 w 125628"/>
                  <a:gd name="connsiteY1" fmla="*/ 446518 h 446518"/>
                  <a:gd name="connsiteX2" fmla="*/ 0 w 125628"/>
                  <a:gd name="connsiteY2" fmla="*/ 0 h 446518"/>
                  <a:gd name="connsiteX3" fmla="*/ 125628 w 125628"/>
                  <a:gd name="connsiteY3" fmla="*/ 124541 h 446518"/>
                </a:gdLst>
                <a:ahLst/>
                <a:cxnLst>
                  <a:cxn ang="0">
                    <a:pos x="connsiteX0" y="connsiteY0"/>
                  </a:cxn>
                  <a:cxn ang="0">
                    <a:pos x="connsiteX1" y="connsiteY1"/>
                  </a:cxn>
                  <a:cxn ang="0">
                    <a:pos x="connsiteX2" y="connsiteY2"/>
                  </a:cxn>
                  <a:cxn ang="0">
                    <a:pos x="connsiteX3" y="connsiteY3"/>
                  </a:cxn>
                </a:cxnLst>
                <a:rect l="l" t="t" r="r" b="b"/>
                <a:pathLst>
                  <a:path w="125628" h="446518">
                    <a:moveTo>
                      <a:pt x="125628" y="446518"/>
                    </a:moveTo>
                    <a:lnTo>
                      <a:pt x="0" y="446518"/>
                    </a:lnTo>
                    <a:lnTo>
                      <a:pt x="0" y="0"/>
                    </a:lnTo>
                    <a:lnTo>
                      <a:pt x="125628" y="124541"/>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56" name="任意多边形: 形状 55">
                <a:extLst>
                  <a:ext uri="{FF2B5EF4-FFF2-40B4-BE49-F238E27FC236}">
                    <a16:creationId xmlns:a16="http://schemas.microsoft.com/office/drawing/2014/main" id="{9BDE0387-7250-41AD-96F1-C293C401F6F0}"/>
                  </a:ext>
                </a:extLst>
              </p:cNvPr>
              <p:cNvSpPr/>
              <p:nvPr/>
            </p:nvSpPr>
            <p:spPr>
              <a:xfrm rot="18903744">
                <a:off x="4966494" y="2329812"/>
                <a:ext cx="72278" cy="259243"/>
              </a:xfrm>
              <a:custGeom>
                <a:avLst/>
                <a:gdLst>
                  <a:gd name="connsiteX0" fmla="*/ 125628 w 125628"/>
                  <a:gd name="connsiteY0" fmla="*/ 0 h 450590"/>
                  <a:gd name="connsiteX1" fmla="*/ 125628 w 125628"/>
                  <a:gd name="connsiteY1" fmla="*/ 450590 h 450590"/>
                  <a:gd name="connsiteX2" fmla="*/ 0 w 125628"/>
                  <a:gd name="connsiteY2" fmla="*/ 450590 h 450590"/>
                  <a:gd name="connsiteX3" fmla="*/ 0 w 125628"/>
                  <a:gd name="connsiteY3" fmla="*/ 125902 h 450590"/>
                </a:gdLst>
                <a:ahLst/>
                <a:cxnLst>
                  <a:cxn ang="0">
                    <a:pos x="connsiteX0" y="connsiteY0"/>
                  </a:cxn>
                  <a:cxn ang="0">
                    <a:pos x="connsiteX1" y="connsiteY1"/>
                  </a:cxn>
                  <a:cxn ang="0">
                    <a:pos x="connsiteX2" y="connsiteY2"/>
                  </a:cxn>
                  <a:cxn ang="0">
                    <a:pos x="connsiteX3" y="connsiteY3"/>
                  </a:cxn>
                </a:cxnLst>
                <a:rect l="l" t="t" r="r" b="b"/>
                <a:pathLst>
                  <a:path w="125628" h="450590">
                    <a:moveTo>
                      <a:pt x="125628" y="0"/>
                    </a:moveTo>
                    <a:lnTo>
                      <a:pt x="125628" y="450590"/>
                    </a:lnTo>
                    <a:lnTo>
                      <a:pt x="0" y="450590"/>
                    </a:lnTo>
                    <a:lnTo>
                      <a:pt x="0" y="125902"/>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grpSp>
        <p:grpSp>
          <p:nvGrpSpPr>
            <p:cNvPr id="44" name="组合 43">
              <a:extLst>
                <a:ext uri="{FF2B5EF4-FFF2-40B4-BE49-F238E27FC236}">
                  <a16:creationId xmlns:a16="http://schemas.microsoft.com/office/drawing/2014/main" id="{0F1DD85B-FDA6-439C-BD90-B0863CB0D876}"/>
                </a:ext>
              </a:extLst>
            </p:cNvPr>
            <p:cNvGrpSpPr/>
            <p:nvPr/>
          </p:nvGrpSpPr>
          <p:grpSpPr>
            <a:xfrm rot="10800000" flipV="1">
              <a:off x="8193050" y="1831812"/>
              <a:ext cx="184355" cy="213188"/>
              <a:chOff x="4873960" y="2329812"/>
              <a:chExt cx="256898" cy="297081"/>
            </a:xfrm>
            <a:solidFill>
              <a:schemeClr val="accent2"/>
            </a:solidFill>
          </p:grpSpPr>
          <p:sp>
            <p:nvSpPr>
              <p:cNvPr id="53" name="任意多边形: 形状 52">
                <a:extLst>
                  <a:ext uri="{FF2B5EF4-FFF2-40B4-BE49-F238E27FC236}">
                    <a16:creationId xmlns:a16="http://schemas.microsoft.com/office/drawing/2014/main" id="{F52649EA-6802-44AC-AC53-C956CBE0849A}"/>
                  </a:ext>
                </a:extLst>
              </p:cNvPr>
              <p:cNvSpPr/>
              <p:nvPr/>
            </p:nvSpPr>
            <p:spPr>
              <a:xfrm rot="13514935">
                <a:off x="4966269" y="2462305"/>
                <a:ext cx="72279" cy="256898"/>
              </a:xfrm>
              <a:custGeom>
                <a:avLst/>
                <a:gdLst>
                  <a:gd name="connsiteX0" fmla="*/ 125628 w 125628"/>
                  <a:gd name="connsiteY0" fmla="*/ 446518 h 446518"/>
                  <a:gd name="connsiteX1" fmla="*/ 0 w 125628"/>
                  <a:gd name="connsiteY1" fmla="*/ 446518 h 446518"/>
                  <a:gd name="connsiteX2" fmla="*/ 0 w 125628"/>
                  <a:gd name="connsiteY2" fmla="*/ 0 h 446518"/>
                  <a:gd name="connsiteX3" fmla="*/ 125628 w 125628"/>
                  <a:gd name="connsiteY3" fmla="*/ 124541 h 446518"/>
                </a:gdLst>
                <a:ahLst/>
                <a:cxnLst>
                  <a:cxn ang="0">
                    <a:pos x="connsiteX0" y="connsiteY0"/>
                  </a:cxn>
                  <a:cxn ang="0">
                    <a:pos x="connsiteX1" y="connsiteY1"/>
                  </a:cxn>
                  <a:cxn ang="0">
                    <a:pos x="connsiteX2" y="connsiteY2"/>
                  </a:cxn>
                  <a:cxn ang="0">
                    <a:pos x="connsiteX3" y="connsiteY3"/>
                  </a:cxn>
                </a:cxnLst>
                <a:rect l="l" t="t" r="r" b="b"/>
                <a:pathLst>
                  <a:path w="125628" h="446518">
                    <a:moveTo>
                      <a:pt x="125628" y="446518"/>
                    </a:moveTo>
                    <a:lnTo>
                      <a:pt x="0" y="446518"/>
                    </a:lnTo>
                    <a:lnTo>
                      <a:pt x="0" y="0"/>
                    </a:lnTo>
                    <a:lnTo>
                      <a:pt x="125628" y="124541"/>
                    </a:lnTo>
                    <a:close/>
                  </a:path>
                </a:pathLst>
              </a:cu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54" name="任意多边形: 形状 53">
                <a:extLst>
                  <a:ext uri="{FF2B5EF4-FFF2-40B4-BE49-F238E27FC236}">
                    <a16:creationId xmlns:a16="http://schemas.microsoft.com/office/drawing/2014/main" id="{D0718902-0EB1-430C-9F93-31050662C0D4}"/>
                  </a:ext>
                </a:extLst>
              </p:cNvPr>
              <p:cNvSpPr/>
              <p:nvPr/>
            </p:nvSpPr>
            <p:spPr>
              <a:xfrm rot="18903744">
                <a:off x="4966494" y="2329812"/>
                <a:ext cx="72278" cy="259243"/>
              </a:xfrm>
              <a:custGeom>
                <a:avLst/>
                <a:gdLst>
                  <a:gd name="connsiteX0" fmla="*/ 125628 w 125628"/>
                  <a:gd name="connsiteY0" fmla="*/ 0 h 450590"/>
                  <a:gd name="connsiteX1" fmla="*/ 125628 w 125628"/>
                  <a:gd name="connsiteY1" fmla="*/ 450590 h 450590"/>
                  <a:gd name="connsiteX2" fmla="*/ 0 w 125628"/>
                  <a:gd name="connsiteY2" fmla="*/ 450590 h 450590"/>
                  <a:gd name="connsiteX3" fmla="*/ 0 w 125628"/>
                  <a:gd name="connsiteY3" fmla="*/ 125902 h 450590"/>
                </a:gdLst>
                <a:ahLst/>
                <a:cxnLst>
                  <a:cxn ang="0">
                    <a:pos x="connsiteX0" y="connsiteY0"/>
                  </a:cxn>
                  <a:cxn ang="0">
                    <a:pos x="connsiteX1" y="connsiteY1"/>
                  </a:cxn>
                  <a:cxn ang="0">
                    <a:pos x="connsiteX2" y="connsiteY2"/>
                  </a:cxn>
                  <a:cxn ang="0">
                    <a:pos x="connsiteX3" y="connsiteY3"/>
                  </a:cxn>
                </a:cxnLst>
                <a:rect l="l" t="t" r="r" b="b"/>
                <a:pathLst>
                  <a:path w="125628" h="450590">
                    <a:moveTo>
                      <a:pt x="125628" y="0"/>
                    </a:moveTo>
                    <a:lnTo>
                      <a:pt x="125628" y="450590"/>
                    </a:lnTo>
                    <a:lnTo>
                      <a:pt x="0" y="450590"/>
                    </a:lnTo>
                    <a:lnTo>
                      <a:pt x="0" y="125902"/>
                    </a:lnTo>
                    <a:close/>
                  </a:path>
                </a:pathLst>
              </a:cu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grpSp>
        <p:grpSp>
          <p:nvGrpSpPr>
            <p:cNvPr id="45" name="组合 44">
              <a:extLst>
                <a:ext uri="{FF2B5EF4-FFF2-40B4-BE49-F238E27FC236}">
                  <a16:creationId xmlns:a16="http://schemas.microsoft.com/office/drawing/2014/main" id="{D3F872DC-A421-4083-B377-EF06303EFA48}"/>
                </a:ext>
              </a:extLst>
            </p:cNvPr>
            <p:cNvGrpSpPr/>
            <p:nvPr/>
          </p:nvGrpSpPr>
          <p:grpSpPr>
            <a:xfrm rot="10800000" flipV="1">
              <a:off x="8193050" y="3150259"/>
              <a:ext cx="184355" cy="213188"/>
              <a:chOff x="4873960" y="2329812"/>
              <a:chExt cx="256898" cy="297081"/>
            </a:xfrm>
            <a:solidFill>
              <a:schemeClr val="accent2"/>
            </a:solidFill>
          </p:grpSpPr>
          <p:sp>
            <p:nvSpPr>
              <p:cNvPr id="51" name="任意多边形: 形状 50">
                <a:extLst>
                  <a:ext uri="{FF2B5EF4-FFF2-40B4-BE49-F238E27FC236}">
                    <a16:creationId xmlns:a16="http://schemas.microsoft.com/office/drawing/2014/main" id="{1D5D29EB-B320-4389-B60E-76A1EC19D0FA}"/>
                  </a:ext>
                </a:extLst>
              </p:cNvPr>
              <p:cNvSpPr/>
              <p:nvPr/>
            </p:nvSpPr>
            <p:spPr>
              <a:xfrm rot="13514935">
                <a:off x="4966269" y="2462305"/>
                <a:ext cx="72279" cy="256898"/>
              </a:xfrm>
              <a:custGeom>
                <a:avLst/>
                <a:gdLst>
                  <a:gd name="connsiteX0" fmla="*/ 125628 w 125628"/>
                  <a:gd name="connsiteY0" fmla="*/ 446518 h 446518"/>
                  <a:gd name="connsiteX1" fmla="*/ 0 w 125628"/>
                  <a:gd name="connsiteY1" fmla="*/ 446518 h 446518"/>
                  <a:gd name="connsiteX2" fmla="*/ 0 w 125628"/>
                  <a:gd name="connsiteY2" fmla="*/ 0 h 446518"/>
                  <a:gd name="connsiteX3" fmla="*/ 125628 w 125628"/>
                  <a:gd name="connsiteY3" fmla="*/ 124541 h 446518"/>
                </a:gdLst>
                <a:ahLst/>
                <a:cxnLst>
                  <a:cxn ang="0">
                    <a:pos x="connsiteX0" y="connsiteY0"/>
                  </a:cxn>
                  <a:cxn ang="0">
                    <a:pos x="connsiteX1" y="connsiteY1"/>
                  </a:cxn>
                  <a:cxn ang="0">
                    <a:pos x="connsiteX2" y="connsiteY2"/>
                  </a:cxn>
                  <a:cxn ang="0">
                    <a:pos x="connsiteX3" y="connsiteY3"/>
                  </a:cxn>
                </a:cxnLst>
                <a:rect l="l" t="t" r="r" b="b"/>
                <a:pathLst>
                  <a:path w="125628" h="446518">
                    <a:moveTo>
                      <a:pt x="125628" y="446518"/>
                    </a:moveTo>
                    <a:lnTo>
                      <a:pt x="0" y="446518"/>
                    </a:lnTo>
                    <a:lnTo>
                      <a:pt x="0" y="0"/>
                    </a:lnTo>
                    <a:lnTo>
                      <a:pt x="125628" y="124541"/>
                    </a:lnTo>
                    <a:close/>
                  </a:path>
                </a:pathLst>
              </a:custGeom>
              <a:solidFill>
                <a:schemeClr val="accent5">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52" name="任意多边形: 形状 51">
                <a:extLst>
                  <a:ext uri="{FF2B5EF4-FFF2-40B4-BE49-F238E27FC236}">
                    <a16:creationId xmlns:a16="http://schemas.microsoft.com/office/drawing/2014/main" id="{9987DCB8-0EF8-4719-8E9B-747B5DAD3636}"/>
                  </a:ext>
                </a:extLst>
              </p:cNvPr>
              <p:cNvSpPr/>
              <p:nvPr/>
            </p:nvSpPr>
            <p:spPr>
              <a:xfrm rot="18903744">
                <a:off x="4966494" y="2329812"/>
                <a:ext cx="72278" cy="259243"/>
              </a:xfrm>
              <a:custGeom>
                <a:avLst/>
                <a:gdLst>
                  <a:gd name="connsiteX0" fmla="*/ 125628 w 125628"/>
                  <a:gd name="connsiteY0" fmla="*/ 0 h 450590"/>
                  <a:gd name="connsiteX1" fmla="*/ 125628 w 125628"/>
                  <a:gd name="connsiteY1" fmla="*/ 450590 h 450590"/>
                  <a:gd name="connsiteX2" fmla="*/ 0 w 125628"/>
                  <a:gd name="connsiteY2" fmla="*/ 450590 h 450590"/>
                  <a:gd name="connsiteX3" fmla="*/ 0 w 125628"/>
                  <a:gd name="connsiteY3" fmla="*/ 125902 h 450590"/>
                </a:gdLst>
                <a:ahLst/>
                <a:cxnLst>
                  <a:cxn ang="0">
                    <a:pos x="connsiteX0" y="connsiteY0"/>
                  </a:cxn>
                  <a:cxn ang="0">
                    <a:pos x="connsiteX1" y="connsiteY1"/>
                  </a:cxn>
                  <a:cxn ang="0">
                    <a:pos x="connsiteX2" y="connsiteY2"/>
                  </a:cxn>
                  <a:cxn ang="0">
                    <a:pos x="connsiteX3" y="connsiteY3"/>
                  </a:cxn>
                </a:cxnLst>
                <a:rect l="l" t="t" r="r" b="b"/>
                <a:pathLst>
                  <a:path w="125628" h="450590">
                    <a:moveTo>
                      <a:pt x="125628" y="0"/>
                    </a:moveTo>
                    <a:lnTo>
                      <a:pt x="125628" y="450590"/>
                    </a:lnTo>
                    <a:lnTo>
                      <a:pt x="0" y="450590"/>
                    </a:lnTo>
                    <a:lnTo>
                      <a:pt x="0" y="125902"/>
                    </a:lnTo>
                    <a:close/>
                  </a:path>
                </a:pathLst>
              </a:custGeom>
              <a:solidFill>
                <a:schemeClr val="accent5">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grpSp>
        <p:grpSp>
          <p:nvGrpSpPr>
            <p:cNvPr id="46" name="组合 45">
              <a:extLst>
                <a:ext uri="{FF2B5EF4-FFF2-40B4-BE49-F238E27FC236}">
                  <a16:creationId xmlns:a16="http://schemas.microsoft.com/office/drawing/2014/main" id="{6DDF37DF-2592-4AE4-82BE-E87017DC9EF1}"/>
                </a:ext>
              </a:extLst>
            </p:cNvPr>
            <p:cNvGrpSpPr/>
            <p:nvPr/>
          </p:nvGrpSpPr>
          <p:grpSpPr>
            <a:xfrm rot="10800000" flipV="1">
              <a:off x="8193050" y="4524113"/>
              <a:ext cx="184355" cy="213188"/>
              <a:chOff x="4873960" y="2329812"/>
              <a:chExt cx="256898" cy="297081"/>
            </a:xfrm>
            <a:solidFill>
              <a:schemeClr val="accent2"/>
            </a:solidFill>
          </p:grpSpPr>
          <p:sp>
            <p:nvSpPr>
              <p:cNvPr id="49" name="任意多边形: 形状 48">
                <a:extLst>
                  <a:ext uri="{FF2B5EF4-FFF2-40B4-BE49-F238E27FC236}">
                    <a16:creationId xmlns:a16="http://schemas.microsoft.com/office/drawing/2014/main" id="{C4170EB0-31DD-4542-9FC7-7BF3A8A111E8}"/>
                  </a:ext>
                </a:extLst>
              </p:cNvPr>
              <p:cNvSpPr/>
              <p:nvPr/>
            </p:nvSpPr>
            <p:spPr>
              <a:xfrm rot="13514935">
                <a:off x="4966269" y="2462305"/>
                <a:ext cx="72279" cy="256898"/>
              </a:xfrm>
              <a:custGeom>
                <a:avLst/>
                <a:gdLst>
                  <a:gd name="connsiteX0" fmla="*/ 125628 w 125628"/>
                  <a:gd name="connsiteY0" fmla="*/ 446518 h 446518"/>
                  <a:gd name="connsiteX1" fmla="*/ 0 w 125628"/>
                  <a:gd name="connsiteY1" fmla="*/ 446518 h 446518"/>
                  <a:gd name="connsiteX2" fmla="*/ 0 w 125628"/>
                  <a:gd name="connsiteY2" fmla="*/ 0 h 446518"/>
                  <a:gd name="connsiteX3" fmla="*/ 125628 w 125628"/>
                  <a:gd name="connsiteY3" fmla="*/ 124541 h 446518"/>
                </a:gdLst>
                <a:ahLst/>
                <a:cxnLst>
                  <a:cxn ang="0">
                    <a:pos x="connsiteX0" y="connsiteY0"/>
                  </a:cxn>
                  <a:cxn ang="0">
                    <a:pos x="connsiteX1" y="connsiteY1"/>
                  </a:cxn>
                  <a:cxn ang="0">
                    <a:pos x="connsiteX2" y="connsiteY2"/>
                  </a:cxn>
                  <a:cxn ang="0">
                    <a:pos x="connsiteX3" y="connsiteY3"/>
                  </a:cxn>
                </a:cxnLst>
                <a:rect l="l" t="t" r="r" b="b"/>
                <a:pathLst>
                  <a:path w="125628" h="446518">
                    <a:moveTo>
                      <a:pt x="125628" y="446518"/>
                    </a:moveTo>
                    <a:lnTo>
                      <a:pt x="0" y="446518"/>
                    </a:lnTo>
                    <a:lnTo>
                      <a:pt x="0" y="0"/>
                    </a:lnTo>
                    <a:lnTo>
                      <a:pt x="125628" y="124541"/>
                    </a:lnTo>
                    <a:close/>
                  </a:path>
                </a:pathLst>
              </a:cu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50" name="任意多边形: 形状 49">
                <a:extLst>
                  <a:ext uri="{FF2B5EF4-FFF2-40B4-BE49-F238E27FC236}">
                    <a16:creationId xmlns:a16="http://schemas.microsoft.com/office/drawing/2014/main" id="{C41784C2-3265-4647-95FC-34D3BEBF5100}"/>
                  </a:ext>
                </a:extLst>
              </p:cNvPr>
              <p:cNvSpPr/>
              <p:nvPr/>
            </p:nvSpPr>
            <p:spPr>
              <a:xfrm rot="18903744">
                <a:off x="4966494" y="2329812"/>
                <a:ext cx="72278" cy="259243"/>
              </a:xfrm>
              <a:custGeom>
                <a:avLst/>
                <a:gdLst>
                  <a:gd name="connsiteX0" fmla="*/ 125628 w 125628"/>
                  <a:gd name="connsiteY0" fmla="*/ 0 h 450590"/>
                  <a:gd name="connsiteX1" fmla="*/ 125628 w 125628"/>
                  <a:gd name="connsiteY1" fmla="*/ 450590 h 450590"/>
                  <a:gd name="connsiteX2" fmla="*/ 0 w 125628"/>
                  <a:gd name="connsiteY2" fmla="*/ 450590 h 450590"/>
                  <a:gd name="connsiteX3" fmla="*/ 0 w 125628"/>
                  <a:gd name="connsiteY3" fmla="*/ 125902 h 450590"/>
                </a:gdLst>
                <a:ahLst/>
                <a:cxnLst>
                  <a:cxn ang="0">
                    <a:pos x="connsiteX0" y="connsiteY0"/>
                  </a:cxn>
                  <a:cxn ang="0">
                    <a:pos x="connsiteX1" y="connsiteY1"/>
                  </a:cxn>
                  <a:cxn ang="0">
                    <a:pos x="connsiteX2" y="connsiteY2"/>
                  </a:cxn>
                  <a:cxn ang="0">
                    <a:pos x="connsiteX3" y="connsiteY3"/>
                  </a:cxn>
                </a:cxnLst>
                <a:rect l="l" t="t" r="r" b="b"/>
                <a:pathLst>
                  <a:path w="125628" h="450590">
                    <a:moveTo>
                      <a:pt x="125628" y="0"/>
                    </a:moveTo>
                    <a:lnTo>
                      <a:pt x="125628" y="450590"/>
                    </a:lnTo>
                    <a:lnTo>
                      <a:pt x="0" y="450590"/>
                    </a:lnTo>
                    <a:lnTo>
                      <a:pt x="0" y="125902"/>
                    </a:lnTo>
                    <a:close/>
                  </a:path>
                </a:pathLst>
              </a:cu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grpSp>
        <p:sp>
          <p:nvSpPr>
            <p:cNvPr id="47" name="菱形 46">
              <a:extLst>
                <a:ext uri="{FF2B5EF4-FFF2-40B4-BE49-F238E27FC236}">
                  <a16:creationId xmlns:a16="http://schemas.microsoft.com/office/drawing/2014/main" id="{DDC4FD8F-FEB8-4B44-A05E-993707A35376}"/>
                </a:ext>
              </a:extLst>
            </p:cNvPr>
            <p:cNvSpPr/>
            <p:nvPr/>
          </p:nvSpPr>
          <p:spPr>
            <a:xfrm rot="5400000">
              <a:off x="4911401" y="2250216"/>
              <a:ext cx="2575383" cy="2665094"/>
            </a:xfrm>
            <a:prstGeom prst="diamond">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48" name="任意多边形: 形状 47">
              <a:extLst>
                <a:ext uri="{FF2B5EF4-FFF2-40B4-BE49-F238E27FC236}">
                  <a16:creationId xmlns:a16="http://schemas.microsoft.com/office/drawing/2014/main" id="{40218E9B-1917-4ED2-AD77-F890DF3AA86D}"/>
                </a:ext>
              </a:extLst>
            </p:cNvPr>
            <p:cNvSpPr/>
            <p:nvPr/>
          </p:nvSpPr>
          <p:spPr bwMode="auto">
            <a:xfrm>
              <a:off x="5761439" y="3195788"/>
              <a:ext cx="875307" cy="875307"/>
            </a:xfrm>
            <a:custGeom>
              <a:avLst/>
              <a:gdLst>
                <a:gd name="connsiteX0" fmla="*/ 164953 w 331788"/>
                <a:gd name="connsiteY0" fmla="*/ 74613 h 331788"/>
                <a:gd name="connsiteX1" fmla="*/ 155892 w 331788"/>
                <a:gd name="connsiteY1" fmla="*/ 82366 h 331788"/>
                <a:gd name="connsiteX2" fmla="*/ 155892 w 331788"/>
                <a:gd name="connsiteY2" fmla="*/ 99164 h 331788"/>
                <a:gd name="connsiteX3" fmla="*/ 122237 w 331788"/>
                <a:gd name="connsiteY3" fmla="*/ 132760 h 331788"/>
                <a:gd name="connsiteX4" fmla="*/ 155892 w 331788"/>
                <a:gd name="connsiteY4" fmla="*/ 166356 h 331788"/>
                <a:gd name="connsiteX5" fmla="*/ 172720 w 331788"/>
                <a:gd name="connsiteY5" fmla="*/ 166356 h 331788"/>
                <a:gd name="connsiteX6" fmla="*/ 189547 w 331788"/>
                <a:gd name="connsiteY6" fmla="*/ 183154 h 331788"/>
                <a:gd name="connsiteX7" fmla="*/ 172720 w 331788"/>
                <a:gd name="connsiteY7" fmla="*/ 199952 h 331788"/>
                <a:gd name="connsiteX8" fmla="*/ 139065 w 331788"/>
                <a:gd name="connsiteY8" fmla="*/ 199952 h 331788"/>
                <a:gd name="connsiteX9" fmla="*/ 131298 w 331788"/>
                <a:gd name="connsiteY9" fmla="*/ 207705 h 331788"/>
                <a:gd name="connsiteX10" fmla="*/ 139065 w 331788"/>
                <a:gd name="connsiteY10" fmla="*/ 216750 h 331788"/>
                <a:gd name="connsiteX11" fmla="*/ 155892 w 331788"/>
                <a:gd name="connsiteY11" fmla="*/ 216750 h 331788"/>
                <a:gd name="connsiteX12" fmla="*/ 155892 w 331788"/>
                <a:gd name="connsiteY12" fmla="*/ 233548 h 331788"/>
                <a:gd name="connsiteX13" fmla="*/ 164953 w 331788"/>
                <a:gd name="connsiteY13" fmla="*/ 241301 h 331788"/>
                <a:gd name="connsiteX14" fmla="*/ 172720 w 331788"/>
                <a:gd name="connsiteY14" fmla="*/ 233548 h 331788"/>
                <a:gd name="connsiteX15" fmla="*/ 172720 w 331788"/>
                <a:gd name="connsiteY15" fmla="*/ 216750 h 331788"/>
                <a:gd name="connsiteX16" fmla="*/ 206375 w 331788"/>
                <a:gd name="connsiteY16" fmla="*/ 183154 h 331788"/>
                <a:gd name="connsiteX17" fmla="*/ 172720 w 331788"/>
                <a:gd name="connsiteY17" fmla="*/ 149558 h 331788"/>
                <a:gd name="connsiteX18" fmla="*/ 155892 w 331788"/>
                <a:gd name="connsiteY18" fmla="*/ 149558 h 331788"/>
                <a:gd name="connsiteX19" fmla="*/ 139065 w 331788"/>
                <a:gd name="connsiteY19" fmla="*/ 132760 h 331788"/>
                <a:gd name="connsiteX20" fmla="*/ 155892 w 331788"/>
                <a:gd name="connsiteY20" fmla="*/ 115962 h 331788"/>
                <a:gd name="connsiteX21" fmla="*/ 189547 w 331788"/>
                <a:gd name="connsiteY21" fmla="*/ 115962 h 331788"/>
                <a:gd name="connsiteX22" fmla="*/ 198608 w 331788"/>
                <a:gd name="connsiteY22" fmla="*/ 108209 h 331788"/>
                <a:gd name="connsiteX23" fmla="*/ 189547 w 331788"/>
                <a:gd name="connsiteY23" fmla="*/ 99164 h 331788"/>
                <a:gd name="connsiteX24" fmla="*/ 172720 w 331788"/>
                <a:gd name="connsiteY24" fmla="*/ 99164 h 331788"/>
                <a:gd name="connsiteX25" fmla="*/ 172720 w 331788"/>
                <a:gd name="connsiteY25" fmla="*/ 82366 h 331788"/>
                <a:gd name="connsiteX26" fmla="*/ 164953 w 331788"/>
                <a:gd name="connsiteY26" fmla="*/ 74613 h 331788"/>
                <a:gd name="connsiteX27" fmla="*/ 165100 w 331788"/>
                <a:gd name="connsiteY27" fmla="*/ 52388 h 331788"/>
                <a:gd name="connsiteX28" fmla="*/ 279400 w 331788"/>
                <a:gd name="connsiteY28" fmla="*/ 166688 h 331788"/>
                <a:gd name="connsiteX29" fmla="*/ 165100 w 331788"/>
                <a:gd name="connsiteY29" fmla="*/ 280988 h 331788"/>
                <a:gd name="connsiteX30" fmla="*/ 50800 w 331788"/>
                <a:gd name="connsiteY30" fmla="*/ 166688 h 331788"/>
                <a:gd name="connsiteX31" fmla="*/ 165100 w 331788"/>
                <a:gd name="connsiteY31" fmla="*/ 52388 h 331788"/>
                <a:gd name="connsiteX32" fmla="*/ 165894 w 331788"/>
                <a:gd name="connsiteY32" fmla="*/ 34925 h 331788"/>
                <a:gd name="connsiteX33" fmla="*/ 34925 w 331788"/>
                <a:gd name="connsiteY33" fmla="*/ 165894 h 331788"/>
                <a:gd name="connsiteX34" fmla="*/ 165894 w 331788"/>
                <a:gd name="connsiteY34" fmla="*/ 296863 h 331788"/>
                <a:gd name="connsiteX35" fmla="*/ 296863 w 331788"/>
                <a:gd name="connsiteY35" fmla="*/ 165894 h 331788"/>
                <a:gd name="connsiteX36" fmla="*/ 165894 w 331788"/>
                <a:gd name="connsiteY36" fmla="*/ 34925 h 331788"/>
                <a:gd name="connsiteX37" fmla="*/ 165894 w 331788"/>
                <a:gd name="connsiteY37" fmla="*/ 0 h 331788"/>
                <a:gd name="connsiteX38" fmla="*/ 331788 w 331788"/>
                <a:gd name="connsiteY38" fmla="*/ 165894 h 331788"/>
                <a:gd name="connsiteX39" fmla="*/ 165894 w 331788"/>
                <a:gd name="connsiteY39" fmla="*/ 331788 h 331788"/>
                <a:gd name="connsiteX40" fmla="*/ 0 w 331788"/>
                <a:gd name="connsiteY40" fmla="*/ 165894 h 331788"/>
                <a:gd name="connsiteX41" fmla="*/ 165894 w 331788"/>
                <a:gd name="connsiteY41"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331788" h="331788">
                  <a:moveTo>
                    <a:pt x="164953" y="74613"/>
                  </a:moveTo>
                  <a:cubicBezTo>
                    <a:pt x="159776" y="74613"/>
                    <a:pt x="155892" y="77197"/>
                    <a:pt x="155892" y="82366"/>
                  </a:cubicBezTo>
                  <a:cubicBezTo>
                    <a:pt x="155892" y="82366"/>
                    <a:pt x="155892" y="82366"/>
                    <a:pt x="155892" y="99164"/>
                  </a:cubicBezTo>
                  <a:cubicBezTo>
                    <a:pt x="137770" y="99164"/>
                    <a:pt x="122237" y="113378"/>
                    <a:pt x="122237" y="132760"/>
                  </a:cubicBezTo>
                  <a:cubicBezTo>
                    <a:pt x="122237" y="150850"/>
                    <a:pt x="137770" y="166356"/>
                    <a:pt x="155892" y="166356"/>
                  </a:cubicBezTo>
                  <a:cubicBezTo>
                    <a:pt x="155892" y="166356"/>
                    <a:pt x="155892" y="166356"/>
                    <a:pt x="172720" y="166356"/>
                  </a:cubicBezTo>
                  <a:cubicBezTo>
                    <a:pt x="183075" y="166356"/>
                    <a:pt x="189547" y="172817"/>
                    <a:pt x="189547" y="183154"/>
                  </a:cubicBezTo>
                  <a:cubicBezTo>
                    <a:pt x="189547" y="193491"/>
                    <a:pt x="181781" y="199952"/>
                    <a:pt x="172720" y="199952"/>
                  </a:cubicBezTo>
                  <a:cubicBezTo>
                    <a:pt x="172720" y="199952"/>
                    <a:pt x="172720" y="199952"/>
                    <a:pt x="139065" y="199952"/>
                  </a:cubicBezTo>
                  <a:cubicBezTo>
                    <a:pt x="133887" y="199952"/>
                    <a:pt x="131298" y="202536"/>
                    <a:pt x="131298" y="207705"/>
                  </a:cubicBezTo>
                  <a:cubicBezTo>
                    <a:pt x="131298" y="212874"/>
                    <a:pt x="133887" y="216750"/>
                    <a:pt x="139065" y="216750"/>
                  </a:cubicBezTo>
                  <a:cubicBezTo>
                    <a:pt x="139065" y="216750"/>
                    <a:pt x="139065" y="216750"/>
                    <a:pt x="155892" y="216750"/>
                  </a:cubicBezTo>
                  <a:cubicBezTo>
                    <a:pt x="155892" y="216750"/>
                    <a:pt x="155892" y="216750"/>
                    <a:pt x="155892" y="233548"/>
                  </a:cubicBezTo>
                  <a:cubicBezTo>
                    <a:pt x="155892" y="236132"/>
                    <a:pt x="159776" y="241301"/>
                    <a:pt x="164953" y="241301"/>
                  </a:cubicBezTo>
                  <a:cubicBezTo>
                    <a:pt x="170131" y="241301"/>
                    <a:pt x="172720" y="238717"/>
                    <a:pt x="172720" y="233548"/>
                  </a:cubicBezTo>
                  <a:cubicBezTo>
                    <a:pt x="172720" y="233548"/>
                    <a:pt x="172720" y="233548"/>
                    <a:pt x="172720" y="216750"/>
                  </a:cubicBezTo>
                  <a:cubicBezTo>
                    <a:pt x="190842" y="216750"/>
                    <a:pt x="206375" y="201244"/>
                    <a:pt x="206375" y="183154"/>
                  </a:cubicBezTo>
                  <a:cubicBezTo>
                    <a:pt x="206375" y="165064"/>
                    <a:pt x="190842" y="149558"/>
                    <a:pt x="172720" y="149558"/>
                  </a:cubicBezTo>
                  <a:cubicBezTo>
                    <a:pt x="172720" y="149558"/>
                    <a:pt x="172720" y="149558"/>
                    <a:pt x="155892" y="149558"/>
                  </a:cubicBezTo>
                  <a:cubicBezTo>
                    <a:pt x="145537" y="149558"/>
                    <a:pt x="139065" y="143097"/>
                    <a:pt x="139065" y="132760"/>
                  </a:cubicBezTo>
                  <a:cubicBezTo>
                    <a:pt x="139065" y="122423"/>
                    <a:pt x="148126" y="115962"/>
                    <a:pt x="155892" y="115962"/>
                  </a:cubicBezTo>
                  <a:cubicBezTo>
                    <a:pt x="155892" y="115962"/>
                    <a:pt x="155892" y="115962"/>
                    <a:pt x="189547" y="115962"/>
                  </a:cubicBezTo>
                  <a:cubicBezTo>
                    <a:pt x="194725" y="115962"/>
                    <a:pt x="198608" y="113378"/>
                    <a:pt x="198608" y="108209"/>
                  </a:cubicBezTo>
                  <a:cubicBezTo>
                    <a:pt x="198608" y="103040"/>
                    <a:pt x="194725" y="99164"/>
                    <a:pt x="189547" y="99164"/>
                  </a:cubicBezTo>
                  <a:cubicBezTo>
                    <a:pt x="189547" y="99164"/>
                    <a:pt x="189547" y="99164"/>
                    <a:pt x="172720" y="99164"/>
                  </a:cubicBezTo>
                  <a:cubicBezTo>
                    <a:pt x="172720" y="99164"/>
                    <a:pt x="172720" y="99164"/>
                    <a:pt x="172720" y="82366"/>
                  </a:cubicBezTo>
                  <a:cubicBezTo>
                    <a:pt x="172720" y="77197"/>
                    <a:pt x="170131" y="74613"/>
                    <a:pt x="164953" y="74613"/>
                  </a:cubicBezTo>
                  <a:close/>
                  <a:moveTo>
                    <a:pt x="165100" y="52388"/>
                  </a:moveTo>
                  <a:cubicBezTo>
                    <a:pt x="227445" y="52388"/>
                    <a:pt x="279400" y="103044"/>
                    <a:pt x="279400" y="166688"/>
                  </a:cubicBezTo>
                  <a:cubicBezTo>
                    <a:pt x="279400" y="230332"/>
                    <a:pt x="227445" y="280988"/>
                    <a:pt x="165100" y="280988"/>
                  </a:cubicBezTo>
                  <a:cubicBezTo>
                    <a:pt x="101456" y="280988"/>
                    <a:pt x="50800" y="229033"/>
                    <a:pt x="50800" y="166688"/>
                  </a:cubicBezTo>
                  <a:cubicBezTo>
                    <a:pt x="50800" y="103044"/>
                    <a:pt x="102755" y="52388"/>
                    <a:pt x="165100" y="52388"/>
                  </a:cubicBezTo>
                  <a:close/>
                  <a:moveTo>
                    <a:pt x="165894" y="34925"/>
                  </a:moveTo>
                  <a:cubicBezTo>
                    <a:pt x="93562" y="34925"/>
                    <a:pt x="34925" y="93562"/>
                    <a:pt x="34925" y="165894"/>
                  </a:cubicBezTo>
                  <a:cubicBezTo>
                    <a:pt x="34925" y="238226"/>
                    <a:pt x="93562" y="296863"/>
                    <a:pt x="165894" y="296863"/>
                  </a:cubicBezTo>
                  <a:cubicBezTo>
                    <a:pt x="238226" y="296863"/>
                    <a:pt x="296863" y="238226"/>
                    <a:pt x="296863" y="165894"/>
                  </a:cubicBezTo>
                  <a:cubicBezTo>
                    <a:pt x="296863" y="93562"/>
                    <a:pt x="238226" y="34925"/>
                    <a:pt x="165894" y="34925"/>
                  </a:cubicBezTo>
                  <a:close/>
                  <a:moveTo>
                    <a:pt x="165894" y="0"/>
                  </a:moveTo>
                  <a:cubicBezTo>
                    <a:pt x="257913" y="0"/>
                    <a:pt x="331788" y="75171"/>
                    <a:pt x="331788" y="165894"/>
                  </a:cubicBezTo>
                  <a:cubicBezTo>
                    <a:pt x="331788" y="256617"/>
                    <a:pt x="257913" y="331788"/>
                    <a:pt x="165894" y="331788"/>
                  </a:cubicBezTo>
                  <a:cubicBezTo>
                    <a:pt x="75171" y="331788"/>
                    <a:pt x="0" y="257913"/>
                    <a:pt x="0" y="165894"/>
                  </a:cubicBezTo>
                  <a:cubicBezTo>
                    <a:pt x="0" y="75171"/>
                    <a:pt x="73875" y="0"/>
                    <a:pt x="165894"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p>
          </p:txBody>
        </p:sp>
      </p:grpSp>
    </p:spTree>
    <p:extLst>
      <p:ext uri="{BB962C8B-B14F-4D97-AF65-F5344CB8AC3E}">
        <p14:creationId xmlns:p14="http://schemas.microsoft.com/office/powerpoint/2010/main" val="36567676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Tn>
                        </p:par>
                        <p:par>
                          <p:cTn id="5" fill="hold">
                            <p:stCondLst>
                              <p:cond delay="0"/>
                            </p:stCondLst>
                            <p:childTnLst>
                              <p:par>
                                <p:cTn id="6" presetID="17" presetClass="entr" presetSubtype="10" fill="hold" nodeType="afterEffect">
                                  <p:childTnLst>
                                    <p:set>
                                      <p:cBhvr>
                                        <p:cTn id="7" dur="1" fill="hold">
                                          <p:stCondLst>
                                            <p:cond delay="0"/>
                                          </p:stCondLst>
                                        </p:cTn>
                                        <p:tgtEl>
                                          <p:spTgt spid="38"/>
                                        </p:tgtEl>
                                        <p:attrNameLst>
                                          <p:attrName>style.visibility</p:attrName>
                                        </p:attrNameLst>
                                      </p:cBhvr>
                                      <p:to>
                                        <p:strVal val="visible"/>
                                      </p:to>
                                    </p:set>
                                    <p:anim calcmode="lin" valueType="num">
                                      <p:cBhvr>
                                        <p:cTn id="8" dur="500" fill="hold"/>
                                        <p:tgtEl>
                                          <p:spTgt spid="38"/>
                                        </p:tgtEl>
                                        <p:attrNameLst>
                                          <p:attrName>ppt_w</p:attrName>
                                        </p:attrNameLst>
                                      </p:cBhvr>
                                      <p:tavLst>
                                        <p:tav tm="0">
                                          <p:val>
                                            <p:fltVal val="0"/>
                                          </p:val>
                                        </p:tav>
                                        <p:tav tm="100000">
                                          <p:val>
                                            <p:strVal val="#ppt_w"/>
                                          </p:val>
                                        </p:tav>
                                      </p:tavLst>
                                    </p:anim>
                                    <p:anim calcmode="lin" valueType="num">
                                      <p:cBhvr>
                                        <p:cTn id="9" dur="500" fill="hold"/>
                                        <p:tgtEl>
                                          <p:spTgt spid="38"/>
                                        </p:tgtEl>
                                        <p:attrNameLst>
                                          <p:attrName>ppt_h</p:attrName>
                                        </p:attrNameLst>
                                      </p:cBhvr>
                                      <p:tavLst>
                                        <p:tav tm="0">
                                          <p:val>
                                            <p:strVal val="#ppt_h"/>
                                          </p:val>
                                        </p:tav>
                                        <p:tav tm="100000">
                                          <p:val>
                                            <p:strVal val="#ppt_h"/>
                                          </p:val>
                                        </p:tav>
                                      </p:tavLst>
                                    </p:anim>
                                  </p:childTnLst>
                                </p:cTn>
                              </p:par>
                            </p:childTnLst>
                          </p:cTn>
                        </p:par>
                        <p:par>
                          <p:cTn id="10" fill="hold">
                            <p:stCondLst>
                              <p:cond delay="500"/>
                            </p:stCondLst>
                            <p:childTnLst>
                              <p:par>
                                <p:cTn id="11" presetID="5" presetClass="entr" presetSubtype="10" fill="hold" nodeType="afterEffect">
                                  <p:childTnLst>
                                    <p:set>
                                      <p:cBhvr>
                                        <p:cTn id="12" dur="1" fill="hold">
                                          <p:stCondLst>
                                            <p:cond delay="0"/>
                                          </p:stCondLst>
                                        </p:cTn>
                                        <p:tgtEl>
                                          <p:spTgt spid="29"/>
                                        </p:tgtEl>
                                        <p:attrNameLst>
                                          <p:attrName>style.visibility</p:attrName>
                                        </p:attrNameLst>
                                      </p:cBhvr>
                                      <p:to>
                                        <p:strVal val="visible"/>
                                      </p:to>
                                    </p:set>
                                    <p:animEffect transition="in" filter="checkerboard(across)">
                                      <p:cBhvr>
                                        <p:cTn id="13" dur="500"/>
                                        <p:tgtEl>
                                          <p:spTgt spid="29"/>
                                        </p:tgtEl>
                                      </p:cBhvr>
                                    </p:animEffect>
                                  </p:childTnLst>
                                </p:cTn>
                              </p:par>
                            </p:childTnLst>
                          </p:cTn>
                        </p:par>
                        <p:par>
                          <p:cTn id="14" fill="hold">
                            <p:stCondLst>
                              <p:cond delay="1000"/>
                            </p:stCondLst>
                            <p:childTnLst>
                              <p:par>
                                <p:cTn id="15" presetID="5" presetClass="entr" presetSubtype="10" fill="hold" nodeType="afterEffect">
                                  <p:childTnLst>
                                    <p:set>
                                      <p:cBhvr>
                                        <p:cTn id="16" dur="1" fill="hold">
                                          <p:stCondLst>
                                            <p:cond delay="0"/>
                                          </p:stCondLst>
                                        </p:cTn>
                                        <p:tgtEl>
                                          <p:spTgt spid="32"/>
                                        </p:tgtEl>
                                        <p:attrNameLst>
                                          <p:attrName>style.visibility</p:attrName>
                                        </p:attrNameLst>
                                      </p:cBhvr>
                                      <p:to>
                                        <p:strVal val="visible"/>
                                      </p:to>
                                    </p:set>
                                    <p:animEffect transition="in" filter="checkerboard(across)">
                                      <p:cBhvr>
                                        <p:cTn id="17" dur="500"/>
                                        <p:tgtEl>
                                          <p:spTgt spid="32"/>
                                        </p:tgtEl>
                                      </p:cBhvr>
                                    </p:animEffect>
                                  </p:childTnLst>
                                </p:cTn>
                              </p:par>
                            </p:childTnLst>
                          </p:cTn>
                        </p:par>
                        <p:par>
                          <p:cTn id="18" fill="hold">
                            <p:stCondLst>
                              <p:cond delay="1500"/>
                            </p:stCondLst>
                            <p:childTnLst>
                              <p:par>
                                <p:cTn id="19" presetID="5" presetClass="entr" presetSubtype="10" fill="hold" nodeType="afterEffect">
                                  <p:childTnLst>
                                    <p:set>
                                      <p:cBhvr>
                                        <p:cTn id="20" dur="1" fill="hold">
                                          <p:stCondLst>
                                            <p:cond delay="0"/>
                                          </p:stCondLst>
                                        </p:cTn>
                                        <p:tgtEl>
                                          <p:spTgt spid="35"/>
                                        </p:tgtEl>
                                        <p:attrNameLst>
                                          <p:attrName>style.visibility</p:attrName>
                                        </p:attrNameLst>
                                      </p:cBhvr>
                                      <p:to>
                                        <p:strVal val="visible"/>
                                      </p:to>
                                    </p:set>
                                    <p:animEffect transition="in" filter="checkerboard(across)">
                                      <p:cBhvr>
                                        <p:cTn id="21" dur="500"/>
                                        <p:tgtEl>
                                          <p:spTgt spid="35"/>
                                        </p:tgtEl>
                                      </p:cBhvr>
                                    </p:animEffect>
                                  </p:childTnLst>
                                </p:cTn>
                              </p:par>
                            </p:childTnLst>
                          </p:cTn>
                        </p:par>
                        <p:par>
                          <p:cTn id="22" fill="hold">
                            <p:stCondLst>
                              <p:cond delay="2000"/>
                            </p:stCondLst>
                            <p:childTnLst>
                              <p:par>
                                <p:cTn id="23" presetID="5" presetClass="entr" presetSubtype="10" fill="hold" nodeType="afterEffect">
                                  <p:childTnLst>
                                    <p:set>
                                      <p:cBhvr>
                                        <p:cTn id="24" dur="1" fill="hold">
                                          <p:stCondLst>
                                            <p:cond delay="0"/>
                                          </p:stCondLst>
                                        </p:cTn>
                                        <p:tgtEl>
                                          <p:spTgt spid="20"/>
                                        </p:tgtEl>
                                        <p:attrNameLst>
                                          <p:attrName>style.visibility</p:attrName>
                                        </p:attrNameLst>
                                      </p:cBhvr>
                                      <p:to>
                                        <p:strVal val="visible"/>
                                      </p:to>
                                    </p:set>
                                    <p:animEffect transition="in" filter="checkerboard(across)">
                                      <p:cBhvr>
                                        <p:cTn id="25" dur="500"/>
                                        <p:tgtEl>
                                          <p:spTgt spid="20"/>
                                        </p:tgtEl>
                                      </p:cBhvr>
                                    </p:animEffect>
                                  </p:childTnLst>
                                </p:cTn>
                              </p:par>
                            </p:childTnLst>
                          </p:cTn>
                        </p:par>
                        <p:par>
                          <p:cTn id="26" fill="hold">
                            <p:stCondLst>
                              <p:cond delay="2500"/>
                            </p:stCondLst>
                            <p:childTnLst>
                              <p:par>
                                <p:cTn id="27" presetID="5" presetClass="entr" presetSubtype="10" fill="hold" nodeType="afterEffect">
                                  <p:childTnLst>
                                    <p:set>
                                      <p:cBhvr>
                                        <p:cTn id="28" dur="1" fill="hold">
                                          <p:stCondLst>
                                            <p:cond delay="0"/>
                                          </p:stCondLst>
                                        </p:cTn>
                                        <p:tgtEl>
                                          <p:spTgt spid="23"/>
                                        </p:tgtEl>
                                        <p:attrNameLst>
                                          <p:attrName>style.visibility</p:attrName>
                                        </p:attrNameLst>
                                      </p:cBhvr>
                                      <p:to>
                                        <p:strVal val="visible"/>
                                      </p:to>
                                    </p:set>
                                    <p:animEffect transition="in" filter="checkerboard(across)">
                                      <p:cBhvr>
                                        <p:cTn id="29" dur="500"/>
                                        <p:tgtEl>
                                          <p:spTgt spid="23"/>
                                        </p:tgtEl>
                                      </p:cBhvr>
                                    </p:animEffect>
                                  </p:childTnLst>
                                </p:cTn>
                              </p:par>
                            </p:childTnLst>
                          </p:cTn>
                        </p:par>
                        <p:par>
                          <p:cTn id="30" fill="hold">
                            <p:stCondLst>
                              <p:cond delay="3000"/>
                            </p:stCondLst>
                            <p:childTnLst>
                              <p:par>
                                <p:cTn id="31" presetID="5" presetClass="entr" presetSubtype="10" fill="hold" nodeType="afterEffect">
                                  <p:childTnLst>
                                    <p:set>
                                      <p:cBhvr>
                                        <p:cTn id="32" dur="1" fill="hold">
                                          <p:stCondLst>
                                            <p:cond delay="0"/>
                                          </p:stCondLst>
                                        </p:cTn>
                                        <p:tgtEl>
                                          <p:spTgt spid="26"/>
                                        </p:tgtEl>
                                        <p:attrNameLst>
                                          <p:attrName>style.visibility</p:attrName>
                                        </p:attrNameLst>
                                      </p:cBhvr>
                                      <p:to>
                                        <p:strVal val="visible"/>
                                      </p:to>
                                    </p:set>
                                    <p:animEffect transition="in" filter="checkerboard(across)">
                                      <p:cBhvr>
                                        <p:cTn id="3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业绩展示</a:t>
            </a:r>
          </a:p>
        </p:txBody>
      </p:sp>
      <p:grpSp>
        <p:nvGrpSpPr>
          <p:cNvPr id="40" name="千图PPT彼岸天：ID 8661124库_组合 4">
            <a:extLst>
              <a:ext uri="{FF2B5EF4-FFF2-40B4-BE49-F238E27FC236}">
                <a16:creationId xmlns:a16="http://schemas.microsoft.com/office/drawing/2014/main" id="{FED09457-86E1-402F-931C-DAA02482FED2}"/>
              </a:ext>
            </a:extLst>
          </p:cNvPr>
          <p:cNvGrpSpPr/>
          <p:nvPr>
            <p:custDataLst>
              <p:tags r:id="rId1"/>
            </p:custDataLst>
          </p:nvPr>
        </p:nvGrpSpPr>
        <p:grpSpPr>
          <a:xfrm>
            <a:off x="1307468" y="2624665"/>
            <a:ext cx="9613068" cy="2139516"/>
            <a:chOff x="1307468" y="2624665"/>
            <a:chExt cx="9613068" cy="2139516"/>
          </a:xfrm>
        </p:grpSpPr>
        <p:grpSp>
          <p:nvGrpSpPr>
            <p:cNvPr id="41" name="组合 40">
              <a:extLst>
                <a:ext uri="{FF2B5EF4-FFF2-40B4-BE49-F238E27FC236}">
                  <a16:creationId xmlns:a16="http://schemas.microsoft.com/office/drawing/2014/main" id="{8A3087D3-BD18-409F-8560-7A3179245A58}"/>
                </a:ext>
              </a:extLst>
            </p:cNvPr>
            <p:cNvGrpSpPr/>
            <p:nvPr/>
          </p:nvGrpSpPr>
          <p:grpSpPr>
            <a:xfrm>
              <a:off x="8170814" y="2624665"/>
              <a:ext cx="2749722" cy="2139516"/>
              <a:chOff x="8170814" y="1912116"/>
              <a:chExt cx="2749722" cy="2139516"/>
            </a:xfrm>
          </p:grpSpPr>
          <p:grpSp>
            <p:nvGrpSpPr>
              <p:cNvPr id="51" name="组合 50">
                <a:extLst>
                  <a:ext uri="{FF2B5EF4-FFF2-40B4-BE49-F238E27FC236}">
                    <a16:creationId xmlns:a16="http://schemas.microsoft.com/office/drawing/2014/main" id="{C41D0CE2-D9F7-4AD3-9AEB-A0128ABDFDCF}"/>
                  </a:ext>
                </a:extLst>
              </p:cNvPr>
              <p:cNvGrpSpPr/>
              <p:nvPr/>
            </p:nvGrpSpPr>
            <p:grpSpPr>
              <a:xfrm>
                <a:off x="8170814" y="1912116"/>
                <a:ext cx="2611177" cy="2139516"/>
                <a:chOff x="1193500" y="1491637"/>
                <a:chExt cx="3761195" cy="2139516"/>
              </a:xfrm>
            </p:grpSpPr>
            <p:grpSp>
              <p:nvGrpSpPr>
                <p:cNvPr id="53" name="组合 52">
                  <a:extLst>
                    <a:ext uri="{FF2B5EF4-FFF2-40B4-BE49-F238E27FC236}">
                      <a16:creationId xmlns:a16="http://schemas.microsoft.com/office/drawing/2014/main" id="{8877F4A3-5552-4F3D-9F8D-48C4A2AEE66D}"/>
                    </a:ext>
                  </a:extLst>
                </p:cNvPr>
                <p:cNvGrpSpPr/>
                <p:nvPr/>
              </p:nvGrpSpPr>
              <p:grpSpPr>
                <a:xfrm>
                  <a:off x="1193500" y="1491637"/>
                  <a:ext cx="3761195" cy="815608"/>
                  <a:chOff x="1317257" y="1824875"/>
                  <a:chExt cx="3761195" cy="815608"/>
                </a:xfrm>
              </p:grpSpPr>
              <p:sp>
                <p:nvSpPr>
                  <p:cNvPr id="57" name="文本框 52">
                    <a:extLst>
                      <a:ext uri="{FF2B5EF4-FFF2-40B4-BE49-F238E27FC236}">
                        <a16:creationId xmlns:a16="http://schemas.microsoft.com/office/drawing/2014/main" id="{DEA39908-43FF-45CC-AAA8-D4AE46D6F37E}"/>
                      </a:ext>
                    </a:extLst>
                  </p:cNvPr>
                  <p:cNvSpPr txBox="1"/>
                  <p:nvPr/>
                </p:nvSpPr>
                <p:spPr>
                  <a:xfrm>
                    <a:off x="1317257" y="2132652"/>
                    <a:ext cx="3761195" cy="507831"/>
                  </a:xfrm>
                  <a:prstGeom prst="rect">
                    <a:avLst/>
                  </a:prstGeom>
                  <a:noFill/>
                </p:spPr>
                <p:txBody>
                  <a:bodyPr wrap="square" lIns="0" tIns="0" rIns="0" bIns="0">
                    <a:normAutofit/>
                  </a:bodyPr>
                  <a:lstStyle/>
                  <a:p>
                    <a:pPr algn="r">
                      <a:lnSpc>
                        <a:spcPct val="120000"/>
                      </a:lnSpc>
                    </a:pPr>
                    <a:r>
                      <a:rPr lang="zh-CN" altLang="en-US" sz="1000"/>
                      <a:t>请替换文字内容复制你的内容到此</a:t>
                    </a:r>
                    <a:br>
                      <a:rPr lang="zh-CN" altLang="en-US" sz="1000"/>
                    </a:br>
                    <a:endParaRPr lang="zh-CN" altLang="en-US" sz="1000"/>
                  </a:p>
                </p:txBody>
              </p:sp>
              <p:sp>
                <p:nvSpPr>
                  <p:cNvPr id="58" name="矩形 57">
                    <a:extLst>
                      <a:ext uri="{FF2B5EF4-FFF2-40B4-BE49-F238E27FC236}">
                        <a16:creationId xmlns:a16="http://schemas.microsoft.com/office/drawing/2014/main" id="{BE547659-B7B1-4A2A-AF31-22BF46930B99}"/>
                      </a:ext>
                    </a:extLst>
                  </p:cNvPr>
                  <p:cNvSpPr/>
                  <p:nvPr/>
                </p:nvSpPr>
                <p:spPr>
                  <a:xfrm>
                    <a:off x="1317257" y="1824875"/>
                    <a:ext cx="3761195" cy="307777"/>
                  </a:xfrm>
                  <a:prstGeom prst="rect">
                    <a:avLst/>
                  </a:prstGeom>
                </p:spPr>
                <p:txBody>
                  <a:bodyPr wrap="none" lIns="0" tIns="0" rIns="0" bIns="0">
                    <a:normAutofit/>
                  </a:bodyPr>
                  <a:lstStyle/>
                  <a:p>
                    <a:pPr algn="r"/>
                    <a:r>
                      <a:rPr lang="zh-CN" altLang="en-US" sz="1600" b="1">
                        <a:solidFill>
                          <a:schemeClr val="accent1"/>
                        </a:solidFill>
                      </a:rPr>
                      <a:t>输入标题文本</a:t>
                    </a:r>
                  </a:p>
                </p:txBody>
              </p:sp>
            </p:grpSp>
            <p:grpSp>
              <p:nvGrpSpPr>
                <p:cNvPr id="54" name="组合 53">
                  <a:extLst>
                    <a:ext uri="{FF2B5EF4-FFF2-40B4-BE49-F238E27FC236}">
                      <a16:creationId xmlns:a16="http://schemas.microsoft.com/office/drawing/2014/main" id="{51A7AB5C-89FA-4098-BA64-5B5988D14C97}"/>
                    </a:ext>
                  </a:extLst>
                </p:cNvPr>
                <p:cNvGrpSpPr/>
                <p:nvPr/>
              </p:nvGrpSpPr>
              <p:grpSpPr>
                <a:xfrm>
                  <a:off x="1193500" y="2815545"/>
                  <a:ext cx="3761195" cy="815608"/>
                  <a:chOff x="1317257" y="1824875"/>
                  <a:chExt cx="3761195" cy="815608"/>
                </a:xfrm>
              </p:grpSpPr>
              <p:sp>
                <p:nvSpPr>
                  <p:cNvPr id="55" name="文本框 50">
                    <a:extLst>
                      <a:ext uri="{FF2B5EF4-FFF2-40B4-BE49-F238E27FC236}">
                        <a16:creationId xmlns:a16="http://schemas.microsoft.com/office/drawing/2014/main" id="{10C9FB1D-5DF6-4FDE-9FD8-CD187BC97FDB}"/>
                      </a:ext>
                    </a:extLst>
                  </p:cNvPr>
                  <p:cNvSpPr txBox="1"/>
                  <p:nvPr/>
                </p:nvSpPr>
                <p:spPr>
                  <a:xfrm>
                    <a:off x="1317257" y="2132652"/>
                    <a:ext cx="3761195" cy="507831"/>
                  </a:xfrm>
                  <a:prstGeom prst="rect">
                    <a:avLst/>
                  </a:prstGeom>
                  <a:noFill/>
                </p:spPr>
                <p:txBody>
                  <a:bodyPr wrap="square" lIns="0" tIns="0" rIns="0" bIns="0">
                    <a:normAutofit/>
                  </a:bodyPr>
                  <a:lstStyle/>
                  <a:p>
                    <a:pPr algn="r">
                      <a:lnSpc>
                        <a:spcPct val="120000"/>
                      </a:lnSpc>
                    </a:pPr>
                    <a:r>
                      <a:rPr lang="zh-CN" altLang="en-US" sz="1000"/>
                      <a:t>请替换文字内容复制你的内容到此</a:t>
                    </a:r>
                    <a:br>
                      <a:rPr lang="zh-CN" altLang="en-US" sz="1000"/>
                    </a:br>
                    <a:endParaRPr lang="zh-CN" altLang="en-US" sz="1000"/>
                  </a:p>
                </p:txBody>
              </p:sp>
              <p:sp>
                <p:nvSpPr>
                  <p:cNvPr id="56" name="矩形 55">
                    <a:extLst>
                      <a:ext uri="{FF2B5EF4-FFF2-40B4-BE49-F238E27FC236}">
                        <a16:creationId xmlns:a16="http://schemas.microsoft.com/office/drawing/2014/main" id="{90A11D84-7220-4087-AD8C-2B0FCCC05008}"/>
                      </a:ext>
                    </a:extLst>
                  </p:cNvPr>
                  <p:cNvSpPr/>
                  <p:nvPr/>
                </p:nvSpPr>
                <p:spPr>
                  <a:xfrm>
                    <a:off x="1317257" y="1824875"/>
                    <a:ext cx="3761195" cy="307777"/>
                  </a:xfrm>
                  <a:prstGeom prst="rect">
                    <a:avLst/>
                  </a:prstGeom>
                </p:spPr>
                <p:txBody>
                  <a:bodyPr wrap="none" lIns="0" tIns="0" rIns="0" bIns="0">
                    <a:normAutofit/>
                  </a:bodyPr>
                  <a:lstStyle/>
                  <a:p>
                    <a:pPr algn="r"/>
                    <a:r>
                      <a:rPr lang="zh-CN" altLang="en-US" sz="1600" b="1">
                        <a:solidFill>
                          <a:schemeClr val="accent2"/>
                        </a:solidFill>
                      </a:rPr>
                      <a:t>输入标题文本</a:t>
                    </a:r>
                  </a:p>
                </p:txBody>
              </p:sp>
            </p:grpSp>
          </p:grpSp>
          <p:cxnSp>
            <p:nvCxnSpPr>
              <p:cNvPr id="52" name="直接连接符 51">
                <a:extLst>
                  <a:ext uri="{FF2B5EF4-FFF2-40B4-BE49-F238E27FC236}">
                    <a16:creationId xmlns:a16="http://schemas.microsoft.com/office/drawing/2014/main" id="{BC54F786-8A69-40BA-8878-067C96052012}"/>
                  </a:ext>
                </a:extLst>
              </p:cNvPr>
              <p:cNvCxnSpPr/>
              <p:nvPr/>
            </p:nvCxnSpPr>
            <p:spPr>
              <a:xfrm>
                <a:off x="8472264" y="2924944"/>
                <a:ext cx="2448272"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grpSp>
        <p:grpSp>
          <p:nvGrpSpPr>
            <p:cNvPr id="42" name="组合 41">
              <a:extLst>
                <a:ext uri="{FF2B5EF4-FFF2-40B4-BE49-F238E27FC236}">
                  <a16:creationId xmlns:a16="http://schemas.microsoft.com/office/drawing/2014/main" id="{5F16ECCB-557A-4626-89F2-3AB8B51E56FE}"/>
                </a:ext>
              </a:extLst>
            </p:cNvPr>
            <p:cNvGrpSpPr/>
            <p:nvPr/>
          </p:nvGrpSpPr>
          <p:grpSpPr>
            <a:xfrm>
              <a:off x="1307468" y="2624665"/>
              <a:ext cx="2713719" cy="2139516"/>
              <a:chOff x="1307468" y="1697288"/>
              <a:chExt cx="2713719" cy="2139516"/>
            </a:xfrm>
          </p:grpSpPr>
          <p:grpSp>
            <p:nvGrpSpPr>
              <p:cNvPr id="43" name="组合 42">
                <a:extLst>
                  <a:ext uri="{FF2B5EF4-FFF2-40B4-BE49-F238E27FC236}">
                    <a16:creationId xmlns:a16="http://schemas.microsoft.com/office/drawing/2014/main" id="{96E5B274-1C55-4C0B-8E42-5E336D5CCA0E}"/>
                  </a:ext>
                </a:extLst>
              </p:cNvPr>
              <p:cNvGrpSpPr/>
              <p:nvPr/>
            </p:nvGrpSpPr>
            <p:grpSpPr>
              <a:xfrm>
                <a:off x="1410010" y="1697288"/>
                <a:ext cx="2611177" cy="2139516"/>
                <a:chOff x="1193500" y="1491637"/>
                <a:chExt cx="3761195" cy="2139516"/>
              </a:xfrm>
            </p:grpSpPr>
            <p:grpSp>
              <p:nvGrpSpPr>
                <p:cNvPr id="45" name="组合 44">
                  <a:extLst>
                    <a:ext uri="{FF2B5EF4-FFF2-40B4-BE49-F238E27FC236}">
                      <a16:creationId xmlns:a16="http://schemas.microsoft.com/office/drawing/2014/main" id="{E8777E3E-111D-4BA4-98F9-848C12B79DED}"/>
                    </a:ext>
                  </a:extLst>
                </p:cNvPr>
                <p:cNvGrpSpPr/>
                <p:nvPr/>
              </p:nvGrpSpPr>
              <p:grpSpPr>
                <a:xfrm>
                  <a:off x="1193500" y="1491637"/>
                  <a:ext cx="3761195" cy="815608"/>
                  <a:chOff x="1317257" y="1824875"/>
                  <a:chExt cx="3761195" cy="815608"/>
                </a:xfrm>
              </p:grpSpPr>
              <p:sp>
                <p:nvSpPr>
                  <p:cNvPr id="49" name="文本框 44">
                    <a:extLst>
                      <a:ext uri="{FF2B5EF4-FFF2-40B4-BE49-F238E27FC236}">
                        <a16:creationId xmlns:a16="http://schemas.microsoft.com/office/drawing/2014/main" id="{DE3EB6F0-2B56-4E44-BA0F-004BB628D4B5}"/>
                      </a:ext>
                    </a:extLst>
                  </p:cNvPr>
                  <p:cNvSpPr txBox="1"/>
                  <p:nvPr/>
                </p:nvSpPr>
                <p:spPr>
                  <a:xfrm>
                    <a:off x="1317257" y="2132652"/>
                    <a:ext cx="3761195" cy="507831"/>
                  </a:xfrm>
                  <a:prstGeom prst="rect">
                    <a:avLst/>
                  </a:prstGeom>
                  <a:noFill/>
                </p:spPr>
                <p:txBody>
                  <a:bodyPr wrap="square" lIns="0" tIns="0" rIns="0" bIns="0">
                    <a:normAutofit/>
                  </a:bodyPr>
                  <a:lstStyle/>
                  <a:p>
                    <a:pPr>
                      <a:lnSpc>
                        <a:spcPct val="120000"/>
                      </a:lnSpc>
                    </a:pPr>
                    <a:r>
                      <a:rPr lang="zh-CN" altLang="en-US" sz="1000"/>
                      <a:t>请替换文字内容复制你的内容到此</a:t>
                    </a:r>
                    <a:br>
                      <a:rPr lang="zh-CN" altLang="en-US" sz="1000"/>
                    </a:br>
                    <a:endParaRPr lang="zh-CN" altLang="en-US" sz="1000"/>
                  </a:p>
                </p:txBody>
              </p:sp>
              <p:sp>
                <p:nvSpPr>
                  <p:cNvPr id="50" name="矩形 49">
                    <a:extLst>
                      <a:ext uri="{FF2B5EF4-FFF2-40B4-BE49-F238E27FC236}">
                        <a16:creationId xmlns:a16="http://schemas.microsoft.com/office/drawing/2014/main" id="{56326FFF-95AE-4BD4-BED4-E5DC8EBF0B9B}"/>
                      </a:ext>
                    </a:extLst>
                  </p:cNvPr>
                  <p:cNvSpPr/>
                  <p:nvPr/>
                </p:nvSpPr>
                <p:spPr>
                  <a:xfrm>
                    <a:off x="1317257" y="1824875"/>
                    <a:ext cx="3761195" cy="307777"/>
                  </a:xfrm>
                  <a:prstGeom prst="rect">
                    <a:avLst/>
                  </a:prstGeom>
                </p:spPr>
                <p:txBody>
                  <a:bodyPr wrap="none" lIns="0" tIns="0" rIns="0" bIns="0">
                    <a:normAutofit/>
                  </a:bodyPr>
                  <a:lstStyle/>
                  <a:p>
                    <a:r>
                      <a:rPr lang="zh-CN" altLang="en-US" sz="1600" b="1">
                        <a:solidFill>
                          <a:schemeClr val="accent1"/>
                        </a:solidFill>
                      </a:rPr>
                      <a:t>输入标题文本</a:t>
                    </a:r>
                  </a:p>
                </p:txBody>
              </p:sp>
            </p:grpSp>
            <p:grpSp>
              <p:nvGrpSpPr>
                <p:cNvPr id="46" name="组合 45">
                  <a:extLst>
                    <a:ext uri="{FF2B5EF4-FFF2-40B4-BE49-F238E27FC236}">
                      <a16:creationId xmlns:a16="http://schemas.microsoft.com/office/drawing/2014/main" id="{AB06F9F4-48C2-43B5-A7AA-9FF08F76B24E}"/>
                    </a:ext>
                  </a:extLst>
                </p:cNvPr>
                <p:cNvGrpSpPr/>
                <p:nvPr/>
              </p:nvGrpSpPr>
              <p:grpSpPr>
                <a:xfrm>
                  <a:off x="1193500" y="2815545"/>
                  <a:ext cx="3761195" cy="815608"/>
                  <a:chOff x="1317257" y="1824875"/>
                  <a:chExt cx="3761195" cy="815608"/>
                </a:xfrm>
              </p:grpSpPr>
              <p:sp>
                <p:nvSpPr>
                  <p:cNvPr id="47" name="文本框 42">
                    <a:extLst>
                      <a:ext uri="{FF2B5EF4-FFF2-40B4-BE49-F238E27FC236}">
                        <a16:creationId xmlns:a16="http://schemas.microsoft.com/office/drawing/2014/main" id="{E9E80288-46D3-4A07-B806-8E2542D410DE}"/>
                      </a:ext>
                    </a:extLst>
                  </p:cNvPr>
                  <p:cNvSpPr txBox="1"/>
                  <p:nvPr/>
                </p:nvSpPr>
                <p:spPr>
                  <a:xfrm>
                    <a:off x="1317257" y="2132652"/>
                    <a:ext cx="3761195" cy="507831"/>
                  </a:xfrm>
                  <a:prstGeom prst="rect">
                    <a:avLst/>
                  </a:prstGeom>
                  <a:noFill/>
                </p:spPr>
                <p:txBody>
                  <a:bodyPr wrap="square" lIns="0" tIns="0" rIns="0" bIns="0">
                    <a:normAutofit/>
                  </a:bodyPr>
                  <a:lstStyle/>
                  <a:p>
                    <a:pPr>
                      <a:lnSpc>
                        <a:spcPct val="120000"/>
                      </a:lnSpc>
                    </a:pPr>
                    <a:r>
                      <a:rPr lang="zh-CN" altLang="en-US" sz="1000"/>
                      <a:t>请替换文字内容复制你的内容到此</a:t>
                    </a:r>
                    <a:br>
                      <a:rPr lang="zh-CN" altLang="en-US" sz="1000"/>
                    </a:br>
                    <a:endParaRPr lang="zh-CN" altLang="en-US" sz="1000"/>
                  </a:p>
                </p:txBody>
              </p:sp>
              <p:sp>
                <p:nvSpPr>
                  <p:cNvPr id="48" name="矩形 47">
                    <a:extLst>
                      <a:ext uri="{FF2B5EF4-FFF2-40B4-BE49-F238E27FC236}">
                        <a16:creationId xmlns:a16="http://schemas.microsoft.com/office/drawing/2014/main" id="{519B7783-484D-40D8-88EE-F730A6AEABA6}"/>
                      </a:ext>
                    </a:extLst>
                  </p:cNvPr>
                  <p:cNvSpPr/>
                  <p:nvPr/>
                </p:nvSpPr>
                <p:spPr>
                  <a:xfrm>
                    <a:off x="1317257" y="1824875"/>
                    <a:ext cx="3761195" cy="307777"/>
                  </a:xfrm>
                  <a:prstGeom prst="rect">
                    <a:avLst/>
                  </a:prstGeom>
                </p:spPr>
                <p:txBody>
                  <a:bodyPr wrap="none" lIns="0" tIns="0" rIns="0" bIns="0">
                    <a:normAutofit/>
                  </a:bodyPr>
                  <a:lstStyle/>
                  <a:p>
                    <a:r>
                      <a:rPr lang="zh-CN" altLang="en-US" sz="1600" b="1">
                        <a:solidFill>
                          <a:schemeClr val="accent2"/>
                        </a:solidFill>
                      </a:rPr>
                      <a:t>输入标题文本</a:t>
                    </a:r>
                  </a:p>
                </p:txBody>
              </p:sp>
            </p:grpSp>
          </p:grpSp>
          <p:cxnSp>
            <p:nvCxnSpPr>
              <p:cNvPr id="44" name="直接连接符 43">
                <a:extLst>
                  <a:ext uri="{FF2B5EF4-FFF2-40B4-BE49-F238E27FC236}">
                    <a16:creationId xmlns:a16="http://schemas.microsoft.com/office/drawing/2014/main" id="{E575CE20-2DE7-433B-A519-30769A27B3A0}"/>
                  </a:ext>
                </a:extLst>
              </p:cNvPr>
              <p:cNvCxnSpPr/>
              <p:nvPr/>
            </p:nvCxnSpPr>
            <p:spPr>
              <a:xfrm>
                <a:off x="1307468" y="2710116"/>
                <a:ext cx="2448272"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grpSp>
      </p:grpSp>
      <p:grpSp>
        <p:nvGrpSpPr>
          <p:cNvPr id="59" name="千图PPT彼岸天：ID 8661124库_组合 58">
            <a:extLst>
              <a:ext uri="{FF2B5EF4-FFF2-40B4-BE49-F238E27FC236}">
                <a16:creationId xmlns:a16="http://schemas.microsoft.com/office/drawing/2014/main" id="{0EEFD45E-F04F-4B43-9E25-D1B0F309144E}"/>
              </a:ext>
            </a:extLst>
          </p:cNvPr>
          <p:cNvGrpSpPr/>
          <p:nvPr>
            <p:custDataLst>
              <p:tags r:id="rId2"/>
            </p:custDataLst>
          </p:nvPr>
        </p:nvGrpSpPr>
        <p:grpSpPr>
          <a:xfrm>
            <a:off x="2857609" y="4919846"/>
            <a:ext cx="3163550" cy="983675"/>
            <a:chOff x="2857609" y="4919846"/>
            <a:chExt cx="3163550" cy="983675"/>
          </a:xfrm>
        </p:grpSpPr>
        <p:sp>
          <p:nvSpPr>
            <p:cNvPr id="60" name="文本框 55">
              <a:extLst>
                <a:ext uri="{FF2B5EF4-FFF2-40B4-BE49-F238E27FC236}">
                  <a16:creationId xmlns:a16="http://schemas.microsoft.com/office/drawing/2014/main" id="{2DFC59C6-8FBB-46AD-BB2E-235BCC464FE4}"/>
                </a:ext>
              </a:extLst>
            </p:cNvPr>
            <p:cNvSpPr txBox="1"/>
            <p:nvPr/>
          </p:nvSpPr>
          <p:spPr>
            <a:xfrm>
              <a:off x="2857609" y="4919846"/>
              <a:ext cx="3163550" cy="242645"/>
            </a:xfrm>
            <a:prstGeom prst="rect">
              <a:avLst/>
            </a:prstGeom>
          </p:spPr>
          <p:txBody>
            <a:bodyPr wrap="none" lIns="0" tIns="0" rIns="0" bIns="0" anchor="ctr" anchorCtr="0">
              <a:noAutofit/>
            </a:bodyPr>
            <a:lstStyle/>
            <a:p>
              <a:pPr marL="0" indent="0" algn="r">
                <a:lnSpc>
                  <a:spcPct val="120000"/>
                </a:lnSpc>
                <a:buNone/>
              </a:pPr>
              <a:r>
                <a:rPr lang="zh-CN" altLang="en-US" sz="1400" b="1"/>
                <a:t>输入标题文本</a:t>
              </a:r>
            </a:p>
          </p:txBody>
        </p:sp>
        <p:sp>
          <p:nvSpPr>
            <p:cNvPr id="61" name="文本框 56">
              <a:extLst>
                <a:ext uri="{FF2B5EF4-FFF2-40B4-BE49-F238E27FC236}">
                  <a16:creationId xmlns:a16="http://schemas.microsoft.com/office/drawing/2014/main" id="{3D9DC0C5-F29C-4FFC-BDDE-9E3CDD76B5B4}"/>
                </a:ext>
              </a:extLst>
            </p:cNvPr>
            <p:cNvSpPr txBox="1"/>
            <p:nvPr/>
          </p:nvSpPr>
          <p:spPr>
            <a:xfrm>
              <a:off x="2869911" y="5162491"/>
              <a:ext cx="3151248" cy="741030"/>
            </a:xfrm>
            <a:prstGeom prst="rect">
              <a:avLst/>
            </a:prstGeom>
            <a:noFill/>
          </p:spPr>
          <p:txBody>
            <a:bodyPr wrap="square" lIns="72000" tIns="72000" rIns="72000" bIns="72000">
              <a:normAutofit/>
            </a:bodyPr>
            <a:lstStyle/>
            <a:p>
              <a:pPr algn="r">
                <a:lnSpc>
                  <a:spcPct val="120000"/>
                </a:lnSpc>
              </a:pPr>
              <a:r>
                <a:rPr lang="zh-CN" altLang="en-US" sz="1100"/>
                <a:t>请替换文字内容复制你的内容到此，</a:t>
              </a:r>
              <a:br>
                <a:rPr lang="zh-CN" altLang="en-US" sz="1100"/>
              </a:br>
              <a:r>
                <a:rPr lang="zh-CN" altLang="en-US" sz="1100"/>
                <a:t>请选择只保留文本，已保持全文档文本格式的统一</a:t>
              </a:r>
            </a:p>
          </p:txBody>
        </p:sp>
      </p:grpSp>
      <p:grpSp>
        <p:nvGrpSpPr>
          <p:cNvPr id="62" name="千图PPT彼岸天：ID 8661124库_组合 59">
            <a:extLst>
              <a:ext uri="{FF2B5EF4-FFF2-40B4-BE49-F238E27FC236}">
                <a16:creationId xmlns:a16="http://schemas.microsoft.com/office/drawing/2014/main" id="{89E864DA-5552-4EF2-B473-96670D69D0E1}"/>
              </a:ext>
            </a:extLst>
          </p:cNvPr>
          <p:cNvGrpSpPr/>
          <p:nvPr>
            <p:custDataLst>
              <p:tags r:id="rId3"/>
            </p:custDataLst>
          </p:nvPr>
        </p:nvGrpSpPr>
        <p:grpSpPr>
          <a:xfrm>
            <a:off x="6377633" y="4919846"/>
            <a:ext cx="3163550" cy="983675"/>
            <a:chOff x="6377633" y="4919846"/>
            <a:chExt cx="3163550" cy="983675"/>
          </a:xfrm>
        </p:grpSpPr>
        <p:sp>
          <p:nvSpPr>
            <p:cNvPr id="63" name="文本框 58">
              <a:extLst>
                <a:ext uri="{FF2B5EF4-FFF2-40B4-BE49-F238E27FC236}">
                  <a16:creationId xmlns:a16="http://schemas.microsoft.com/office/drawing/2014/main" id="{18C85831-F080-4B7A-A2D0-BFF7C08E3238}"/>
                </a:ext>
              </a:extLst>
            </p:cNvPr>
            <p:cNvSpPr txBox="1"/>
            <p:nvPr/>
          </p:nvSpPr>
          <p:spPr>
            <a:xfrm>
              <a:off x="6377633" y="4919846"/>
              <a:ext cx="3163550" cy="242645"/>
            </a:xfrm>
            <a:prstGeom prst="rect">
              <a:avLst/>
            </a:prstGeom>
          </p:spPr>
          <p:txBody>
            <a:bodyPr wrap="none" lIns="0" tIns="0" rIns="0" bIns="0" anchor="ctr" anchorCtr="0">
              <a:noAutofit/>
            </a:bodyPr>
            <a:lstStyle/>
            <a:p>
              <a:pPr marL="0" indent="0">
                <a:lnSpc>
                  <a:spcPct val="120000"/>
                </a:lnSpc>
                <a:buNone/>
              </a:pPr>
              <a:r>
                <a:rPr lang="zh-CN" altLang="en-US" sz="1400" b="1"/>
                <a:t>输入标题文本</a:t>
              </a:r>
            </a:p>
          </p:txBody>
        </p:sp>
        <p:sp>
          <p:nvSpPr>
            <p:cNvPr id="64" name="文本框 59">
              <a:extLst>
                <a:ext uri="{FF2B5EF4-FFF2-40B4-BE49-F238E27FC236}">
                  <a16:creationId xmlns:a16="http://schemas.microsoft.com/office/drawing/2014/main" id="{464567C2-3511-4773-848F-E51BAB7D8732}"/>
                </a:ext>
              </a:extLst>
            </p:cNvPr>
            <p:cNvSpPr txBox="1"/>
            <p:nvPr/>
          </p:nvSpPr>
          <p:spPr>
            <a:xfrm>
              <a:off x="6389935" y="5162491"/>
              <a:ext cx="3151248" cy="741030"/>
            </a:xfrm>
            <a:prstGeom prst="rect">
              <a:avLst/>
            </a:prstGeom>
            <a:noFill/>
          </p:spPr>
          <p:txBody>
            <a:bodyPr wrap="square" lIns="72000" tIns="72000" rIns="72000" bIns="72000">
              <a:normAutofit/>
            </a:bodyPr>
            <a:lstStyle/>
            <a:p>
              <a:pPr>
                <a:lnSpc>
                  <a:spcPct val="120000"/>
                </a:lnSpc>
              </a:pPr>
              <a:r>
                <a:rPr lang="zh-CN" altLang="en-US" sz="1100"/>
                <a:t>请替换文字内容复制你的内容到此，</a:t>
              </a:r>
              <a:br>
                <a:rPr lang="zh-CN" altLang="en-US" sz="1100"/>
              </a:br>
              <a:r>
                <a:rPr lang="zh-CN" altLang="en-US" sz="1100"/>
                <a:t>请选择只保留文本，已保持全文档文本格式的统一</a:t>
              </a:r>
            </a:p>
          </p:txBody>
        </p:sp>
      </p:grpSp>
      <p:grpSp>
        <p:nvGrpSpPr>
          <p:cNvPr id="65" name="千图PPT彼岸天：ID 8661124库_组合 32">
            <a:extLst>
              <a:ext uri="{FF2B5EF4-FFF2-40B4-BE49-F238E27FC236}">
                <a16:creationId xmlns:a16="http://schemas.microsoft.com/office/drawing/2014/main" id="{8D485716-9414-4A4B-99C3-1AED804C1C67}"/>
              </a:ext>
            </a:extLst>
          </p:cNvPr>
          <p:cNvGrpSpPr/>
          <p:nvPr>
            <p:custDataLst>
              <p:tags r:id="rId4"/>
            </p:custDataLst>
          </p:nvPr>
        </p:nvGrpSpPr>
        <p:grpSpPr>
          <a:xfrm>
            <a:off x="3755740" y="1028700"/>
            <a:ext cx="4584272" cy="2419583"/>
            <a:chOff x="3755740" y="1028700"/>
            <a:chExt cx="4584272" cy="2419583"/>
          </a:xfrm>
        </p:grpSpPr>
        <p:sp>
          <p:nvSpPr>
            <p:cNvPr id="66" name="直接连接符 65">
              <a:extLst>
                <a:ext uri="{FF2B5EF4-FFF2-40B4-BE49-F238E27FC236}">
                  <a16:creationId xmlns:a16="http://schemas.microsoft.com/office/drawing/2014/main" id="{D9791440-49EB-456F-9B36-C0964BE3A93E}"/>
                </a:ext>
              </a:extLst>
            </p:cNvPr>
            <p:cNvSpPr/>
            <p:nvPr/>
          </p:nvSpPr>
          <p:spPr>
            <a:xfrm flipV="1">
              <a:off x="3755740" y="2238561"/>
              <a:ext cx="1" cy="1120543"/>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gradFill>
              <a:miter lim="400000"/>
            </a:ln>
          </p:spPr>
          <p:txBody>
            <a:bodyPr anchor="ctr"/>
            <a:lstStyle/>
            <a:p>
              <a:pPr algn="ctr"/>
              <a:endParaRPr dirty="0"/>
            </a:p>
          </p:txBody>
        </p:sp>
        <p:sp>
          <p:nvSpPr>
            <p:cNvPr id="67" name="直接连接符 66">
              <a:extLst>
                <a:ext uri="{FF2B5EF4-FFF2-40B4-BE49-F238E27FC236}">
                  <a16:creationId xmlns:a16="http://schemas.microsoft.com/office/drawing/2014/main" id="{4B49F698-88C8-45B0-9B94-5D07F9ECF645}"/>
                </a:ext>
              </a:extLst>
            </p:cNvPr>
            <p:cNvSpPr/>
            <p:nvPr/>
          </p:nvSpPr>
          <p:spPr>
            <a:xfrm flipV="1">
              <a:off x="4039303" y="2238561"/>
              <a:ext cx="1" cy="1120543"/>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gradFill>
              <a:miter lim="400000"/>
            </a:ln>
          </p:spPr>
          <p:txBody>
            <a:bodyPr anchor="ctr"/>
            <a:lstStyle/>
            <a:p>
              <a:pPr algn="ctr"/>
              <a:endParaRPr dirty="0"/>
            </a:p>
          </p:txBody>
        </p:sp>
        <p:sp>
          <p:nvSpPr>
            <p:cNvPr id="68" name="直接连接符 67">
              <a:extLst>
                <a:ext uri="{FF2B5EF4-FFF2-40B4-BE49-F238E27FC236}">
                  <a16:creationId xmlns:a16="http://schemas.microsoft.com/office/drawing/2014/main" id="{7A249EC6-AE51-4A30-AC55-04BC961F50A6}"/>
                </a:ext>
              </a:extLst>
            </p:cNvPr>
            <p:cNvSpPr/>
            <p:nvPr/>
          </p:nvSpPr>
          <p:spPr>
            <a:xfrm flipV="1">
              <a:off x="4535538" y="1884107"/>
              <a:ext cx="1" cy="1120543"/>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gradFill>
              <a:miter lim="400000"/>
            </a:ln>
          </p:spPr>
          <p:txBody>
            <a:bodyPr anchor="ctr"/>
            <a:lstStyle/>
            <a:p>
              <a:pPr algn="ctr"/>
              <a:endParaRPr dirty="0"/>
            </a:p>
          </p:txBody>
        </p:sp>
        <p:sp>
          <p:nvSpPr>
            <p:cNvPr id="69" name="直接连接符 68">
              <a:extLst>
                <a:ext uri="{FF2B5EF4-FFF2-40B4-BE49-F238E27FC236}">
                  <a16:creationId xmlns:a16="http://schemas.microsoft.com/office/drawing/2014/main" id="{739277AE-4DDD-4DF2-96D6-7371CA7B9BA3}"/>
                </a:ext>
              </a:extLst>
            </p:cNvPr>
            <p:cNvSpPr/>
            <p:nvPr/>
          </p:nvSpPr>
          <p:spPr>
            <a:xfrm flipV="1">
              <a:off x="5197186" y="1624174"/>
              <a:ext cx="1" cy="1120544"/>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gradFill>
              <a:miter lim="400000"/>
            </a:ln>
          </p:spPr>
          <p:txBody>
            <a:bodyPr anchor="ctr"/>
            <a:lstStyle/>
            <a:p>
              <a:pPr algn="ctr"/>
              <a:endParaRPr dirty="0"/>
            </a:p>
          </p:txBody>
        </p:sp>
        <p:sp>
          <p:nvSpPr>
            <p:cNvPr id="70" name="直接连接符 69">
              <a:extLst>
                <a:ext uri="{FF2B5EF4-FFF2-40B4-BE49-F238E27FC236}">
                  <a16:creationId xmlns:a16="http://schemas.microsoft.com/office/drawing/2014/main" id="{907E22B6-C007-4DAC-B4EB-13E097A2EE68}"/>
                </a:ext>
              </a:extLst>
            </p:cNvPr>
            <p:cNvSpPr/>
            <p:nvPr/>
          </p:nvSpPr>
          <p:spPr>
            <a:xfrm flipV="1">
              <a:off x="5693421" y="1028700"/>
              <a:ext cx="1" cy="1120543"/>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gradFill>
              <a:miter lim="400000"/>
            </a:ln>
          </p:spPr>
          <p:txBody>
            <a:bodyPr anchor="ctr"/>
            <a:lstStyle/>
            <a:p>
              <a:pPr algn="ctr"/>
              <a:endParaRPr dirty="0"/>
            </a:p>
          </p:txBody>
        </p:sp>
        <p:sp>
          <p:nvSpPr>
            <p:cNvPr id="71" name="直接连接符 70">
              <a:extLst>
                <a:ext uri="{FF2B5EF4-FFF2-40B4-BE49-F238E27FC236}">
                  <a16:creationId xmlns:a16="http://schemas.microsoft.com/office/drawing/2014/main" id="{EBD2E823-B514-47D7-B0CB-901681E0BD7D}"/>
                </a:ext>
              </a:extLst>
            </p:cNvPr>
            <p:cNvSpPr/>
            <p:nvPr/>
          </p:nvSpPr>
          <p:spPr>
            <a:xfrm flipV="1">
              <a:off x="6355070" y="1028700"/>
              <a:ext cx="1" cy="1120543"/>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gradFill>
              <a:miter lim="400000"/>
            </a:ln>
          </p:spPr>
          <p:txBody>
            <a:bodyPr anchor="ctr"/>
            <a:lstStyle/>
            <a:p>
              <a:pPr algn="ctr"/>
              <a:endParaRPr dirty="0"/>
            </a:p>
          </p:txBody>
        </p:sp>
        <p:sp>
          <p:nvSpPr>
            <p:cNvPr id="72" name="直接连接符 71">
              <a:extLst>
                <a:ext uri="{FF2B5EF4-FFF2-40B4-BE49-F238E27FC236}">
                  <a16:creationId xmlns:a16="http://schemas.microsoft.com/office/drawing/2014/main" id="{6F0186AC-F407-4DD9-A6D5-40CC21E319CE}"/>
                </a:ext>
              </a:extLst>
            </p:cNvPr>
            <p:cNvSpPr/>
            <p:nvPr/>
          </p:nvSpPr>
          <p:spPr>
            <a:xfrm flipV="1">
              <a:off x="6851305" y="1265004"/>
              <a:ext cx="1" cy="1120543"/>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gradFill>
              <a:miter lim="400000"/>
            </a:ln>
          </p:spPr>
          <p:txBody>
            <a:bodyPr anchor="ctr"/>
            <a:lstStyle/>
            <a:p>
              <a:pPr algn="ctr"/>
              <a:endParaRPr dirty="0"/>
            </a:p>
          </p:txBody>
        </p:sp>
        <p:sp>
          <p:nvSpPr>
            <p:cNvPr id="73" name="直接连接符 72">
              <a:extLst>
                <a:ext uri="{FF2B5EF4-FFF2-40B4-BE49-F238E27FC236}">
                  <a16:creationId xmlns:a16="http://schemas.microsoft.com/office/drawing/2014/main" id="{7E05757A-8CB0-43DB-888C-391FE0339A3E}"/>
                </a:ext>
              </a:extLst>
            </p:cNvPr>
            <p:cNvSpPr/>
            <p:nvPr/>
          </p:nvSpPr>
          <p:spPr>
            <a:xfrm flipV="1">
              <a:off x="7347541" y="1624174"/>
              <a:ext cx="1" cy="1120544"/>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gradFill>
              <a:miter lim="400000"/>
            </a:ln>
          </p:spPr>
          <p:txBody>
            <a:bodyPr anchor="ctr"/>
            <a:lstStyle/>
            <a:p>
              <a:pPr algn="ctr"/>
              <a:endParaRPr dirty="0"/>
            </a:p>
          </p:txBody>
        </p:sp>
        <p:sp>
          <p:nvSpPr>
            <p:cNvPr id="74" name="直接连接符 73">
              <a:extLst>
                <a:ext uri="{FF2B5EF4-FFF2-40B4-BE49-F238E27FC236}">
                  <a16:creationId xmlns:a16="http://schemas.microsoft.com/office/drawing/2014/main" id="{CC6C5D65-951F-427E-BFED-F135936898C4}"/>
                </a:ext>
              </a:extLst>
            </p:cNvPr>
            <p:cNvSpPr/>
            <p:nvPr/>
          </p:nvSpPr>
          <p:spPr>
            <a:xfrm flipV="1">
              <a:off x="7843775" y="1884107"/>
              <a:ext cx="1" cy="1120543"/>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gradFill>
              <a:miter lim="400000"/>
            </a:ln>
          </p:spPr>
          <p:txBody>
            <a:bodyPr anchor="ctr"/>
            <a:lstStyle/>
            <a:p>
              <a:pPr algn="ctr"/>
              <a:endParaRPr dirty="0"/>
            </a:p>
          </p:txBody>
        </p:sp>
        <p:sp>
          <p:nvSpPr>
            <p:cNvPr id="75" name="直接连接符 74">
              <a:extLst>
                <a:ext uri="{FF2B5EF4-FFF2-40B4-BE49-F238E27FC236}">
                  <a16:creationId xmlns:a16="http://schemas.microsoft.com/office/drawing/2014/main" id="{775741FE-7A72-4D87-AA9A-6E4C9077EEF4}"/>
                </a:ext>
              </a:extLst>
            </p:cNvPr>
            <p:cNvSpPr/>
            <p:nvPr/>
          </p:nvSpPr>
          <p:spPr>
            <a:xfrm flipV="1">
              <a:off x="8009188" y="2238561"/>
              <a:ext cx="1" cy="1120543"/>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gradFill>
              <a:miter lim="400000"/>
            </a:ln>
          </p:spPr>
          <p:txBody>
            <a:bodyPr anchor="ctr"/>
            <a:lstStyle/>
            <a:p>
              <a:pPr algn="ctr"/>
              <a:endParaRPr dirty="0"/>
            </a:p>
          </p:txBody>
        </p:sp>
        <p:sp>
          <p:nvSpPr>
            <p:cNvPr id="76" name="直接连接符 75">
              <a:extLst>
                <a:ext uri="{FF2B5EF4-FFF2-40B4-BE49-F238E27FC236}">
                  <a16:creationId xmlns:a16="http://schemas.microsoft.com/office/drawing/2014/main" id="{BB79CF75-F373-41A5-B568-E54551F944E4}"/>
                </a:ext>
              </a:extLst>
            </p:cNvPr>
            <p:cNvSpPr/>
            <p:nvPr/>
          </p:nvSpPr>
          <p:spPr>
            <a:xfrm flipV="1">
              <a:off x="7595658" y="1999471"/>
              <a:ext cx="1" cy="576102"/>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gradFill>
              <a:miter lim="400000"/>
            </a:ln>
          </p:spPr>
          <p:txBody>
            <a:bodyPr anchor="ctr"/>
            <a:lstStyle/>
            <a:p>
              <a:pPr algn="ctr"/>
              <a:endParaRPr dirty="0"/>
            </a:p>
          </p:txBody>
        </p:sp>
        <p:sp>
          <p:nvSpPr>
            <p:cNvPr id="77" name="直接连接符 76">
              <a:extLst>
                <a:ext uri="{FF2B5EF4-FFF2-40B4-BE49-F238E27FC236}">
                  <a16:creationId xmlns:a16="http://schemas.microsoft.com/office/drawing/2014/main" id="{73C42091-1E74-41B2-AD97-2A93B150E597}"/>
                </a:ext>
              </a:extLst>
            </p:cNvPr>
            <p:cNvSpPr/>
            <p:nvPr/>
          </p:nvSpPr>
          <p:spPr>
            <a:xfrm flipV="1">
              <a:off x="7182128" y="1753351"/>
              <a:ext cx="1" cy="576102"/>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gradFill>
              <a:miter lim="400000"/>
            </a:ln>
          </p:spPr>
          <p:txBody>
            <a:bodyPr anchor="ctr"/>
            <a:lstStyle/>
            <a:p>
              <a:pPr algn="ctr"/>
              <a:endParaRPr dirty="0"/>
            </a:p>
          </p:txBody>
        </p:sp>
        <p:sp>
          <p:nvSpPr>
            <p:cNvPr id="78" name="直接连接符 77">
              <a:extLst>
                <a:ext uri="{FF2B5EF4-FFF2-40B4-BE49-F238E27FC236}">
                  <a16:creationId xmlns:a16="http://schemas.microsoft.com/office/drawing/2014/main" id="{54597931-C193-41A0-B259-6041B11BEF6B}"/>
                </a:ext>
              </a:extLst>
            </p:cNvPr>
            <p:cNvSpPr/>
            <p:nvPr/>
          </p:nvSpPr>
          <p:spPr>
            <a:xfrm flipV="1">
              <a:off x="6685893" y="1537224"/>
              <a:ext cx="1" cy="576102"/>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gradFill>
              <a:miter lim="400000"/>
            </a:ln>
          </p:spPr>
          <p:txBody>
            <a:bodyPr anchor="ctr"/>
            <a:lstStyle/>
            <a:p>
              <a:pPr algn="ctr"/>
              <a:endParaRPr dirty="0"/>
            </a:p>
          </p:txBody>
        </p:sp>
        <p:sp>
          <p:nvSpPr>
            <p:cNvPr id="79" name="直接连接符 78">
              <a:extLst>
                <a:ext uri="{FF2B5EF4-FFF2-40B4-BE49-F238E27FC236}">
                  <a16:creationId xmlns:a16="http://schemas.microsoft.com/office/drawing/2014/main" id="{C199154D-A3F8-4E85-9406-E4E9DC8EFB1B}"/>
                </a:ext>
              </a:extLst>
            </p:cNvPr>
            <p:cNvSpPr/>
            <p:nvPr/>
          </p:nvSpPr>
          <p:spPr>
            <a:xfrm flipV="1">
              <a:off x="6021159" y="1459872"/>
              <a:ext cx="1" cy="576102"/>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gradFill>
              <a:miter lim="400000"/>
            </a:ln>
          </p:spPr>
          <p:txBody>
            <a:bodyPr anchor="ctr"/>
            <a:lstStyle/>
            <a:p>
              <a:pPr algn="ctr"/>
              <a:endParaRPr dirty="0"/>
            </a:p>
          </p:txBody>
        </p:sp>
        <p:sp>
          <p:nvSpPr>
            <p:cNvPr id="80" name="直接连接符 79">
              <a:extLst>
                <a:ext uri="{FF2B5EF4-FFF2-40B4-BE49-F238E27FC236}">
                  <a16:creationId xmlns:a16="http://schemas.microsoft.com/office/drawing/2014/main" id="{E6DD5080-8695-4C71-B3F7-81C7BB74485A}"/>
                </a:ext>
              </a:extLst>
            </p:cNvPr>
            <p:cNvSpPr/>
            <p:nvPr/>
          </p:nvSpPr>
          <p:spPr>
            <a:xfrm flipV="1">
              <a:off x="5445304" y="1753351"/>
              <a:ext cx="1" cy="576102"/>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gradFill>
              <a:miter lim="400000"/>
            </a:ln>
          </p:spPr>
          <p:txBody>
            <a:bodyPr anchor="ctr"/>
            <a:lstStyle/>
            <a:p>
              <a:pPr algn="ctr"/>
              <a:endParaRPr dirty="0"/>
            </a:p>
          </p:txBody>
        </p:sp>
        <p:sp>
          <p:nvSpPr>
            <p:cNvPr id="81" name="直接连接符 80">
              <a:extLst>
                <a:ext uri="{FF2B5EF4-FFF2-40B4-BE49-F238E27FC236}">
                  <a16:creationId xmlns:a16="http://schemas.microsoft.com/office/drawing/2014/main" id="{9BE1E037-0022-4F59-AB9F-8227A6C1394D}"/>
                </a:ext>
              </a:extLst>
            </p:cNvPr>
            <p:cNvSpPr/>
            <p:nvPr/>
          </p:nvSpPr>
          <p:spPr>
            <a:xfrm flipV="1">
              <a:off x="4869449" y="1816639"/>
              <a:ext cx="1" cy="576102"/>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gradFill>
              <a:miter lim="400000"/>
            </a:ln>
          </p:spPr>
          <p:txBody>
            <a:bodyPr anchor="ctr"/>
            <a:lstStyle/>
            <a:p>
              <a:pPr algn="ctr"/>
              <a:endParaRPr dirty="0"/>
            </a:p>
          </p:txBody>
        </p:sp>
        <p:sp>
          <p:nvSpPr>
            <p:cNvPr id="82" name="直接连接符 81">
              <a:extLst>
                <a:ext uri="{FF2B5EF4-FFF2-40B4-BE49-F238E27FC236}">
                  <a16:creationId xmlns:a16="http://schemas.microsoft.com/office/drawing/2014/main" id="{1BD7639D-63DA-479E-946A-2F8729B9D597}"/>
                </a:ext>
              </a:extLst>
            </p:cNvPr>
            <p:cNvSpPr/>
            <p:nvPr/>
          </p:nvSpPr>
          <p:spPr>
            <a:xfrm flipV="1">
              <a:off x="4287421" y="1816639"/>
              <a:ext cx="1" cy="576102"/>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gradFill>
              <a:miter lim="400000"/>
            </a:ln>
          </p:spPr>
          <p:txBody>
            <a:bodyPr anchor="ctr"/>
            <a:lstStyle/>
            <a:p>
              <a:pPr algn="ctr"/>
              <a:endParaRPr dirty="0"/>
            </a:p>
          </p:txBody>
        </p:sp>
        <p:sp>
          <p:nvSpPr>
            <p:cNvPr id="83" name="直接连接符 82">
              <a:extLst>
                <a:ext uri="{FF2B5EF4-FFF2-40B4-BE49-F238E27FC236}">
                  <a16:creationId xmlns:a16="http://schemas.microsoft.com/office/drawing/2014/main" id="{6252AE9E-CCA6-440B-A2DD-49B7CA876FF5}"/>
                </a:ext>
              </a:extLst>
            </p:cNvPr>
            <p:cNvSpPr/>
            <p:nvPr/>
          </p:nvSpPr>
          <p:spPr>
            <a:xfrm flipV="1">
              <a:off x="8340011" y="2454709"/>
              <a:ext cx="1" cy="993574"/>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gradFill>
              <a:miter lim="400000"/>
            </a:ln>
          </p:spPr>
          <p:txBody>
            <a:bodyPr anchor="ctr"/>
            <a:lstStyle/>
            <a:p>
              <a:pPr algn="ctr"/>
              <a:endParaRPr dirty="0"/>
            </a:p>
          </p:txBody>
        </p:sp>
      </p:grpSp>
      <p:grpSp>
        <p:nvGrpSpPr>
          <p:cNvPr id="84" name="千图PPT彼岸天：ID 8661124库_组合 57">
            <a:extLst>
              <a:ext uri="{FF2B5EF4-FFF2-40B4-BE49-F238E27FC236}">
                <a16:creationId xmlns:a16="http://schemas.microsoft.com/office/drawing/2014/main" id="{215D44BE-2B82-4DBC-B126-D7D2E19AFB63}"/>
              </a:ext>
            </a:extLst>
          </p:cNvPr>
          <p:cNvGrpSpPr/>
          <p:nvPr>
            <p:custDataLst>
              <p:tags r:id="rId5"/>
            </p:custDataLst>
          </p:nvPr>
        </p:nvGrpSpPr>
        <p:grpSpPr>
          <a:xfrm>
            <a:off x="4033411" y="2517176"/>
            <a:ext cx="4332066" cy="3760633"/>
            <a:chOff x="4033411" y="2517176"/>
            <a:chExt cx="4332066" cy="3760633"/>
          </a:xfrm>
        </p:grpSpPr>
        <p:grpSp>
          <p:nvGrpSpPr>
            <p:cNvPr id="85" name="组合 84">
              <a:extLst>
                <a:ext uri="{FF2B5EF4-FFF2-40B4-BE49-F238E27FC236}">
                  <a16:creationId xmlns:a16="http://schemas.microsoft.com/office/drawing/2014/main" id="{7B082511-E120-48CA-95AA-6B2DAE4F7D23}"/>
                </a:ext>
              </a:extLst>
            </p:cNvPr>
            <p:cNvGrpSpPr/>
            <p:nvPr/>
          </p:nvGrpSpPr>
          <p:grpSpPr>
            <a:xfrm>
              <a:off x="4033411" y="2517176"/>
              <a:ext cx="4332066" cy="3760633"/>
              <a:chOff x="0" y="0"/>
              <a:chExt cx="6684956" cy="5803158"/>
            </a:xfrm>
          </p:grpSpPr>
          <p:sp>
            <p:nvSpPr>
              <p:cNvPr id="90" name="任意多边形: 形状 89">
                <a:extLst>
                  <a:ext uri="{FF2B5EF4-FFF2-40B4-BE49-F238E27FC236}">
                    <a16:creationId xmlns:a16="http://schemas.microsoft.com/office/drawing/2014/main" id="{1D29AB22-3ECB-4D20-8747-E86068803734}"/>
                  </a:ext>
                </a:extLst>
              </p:cNvPr>
              <p:cNvSpPr/>
              <p:nvPr/>
            </p:nvSpPr>
            <p:spPr>
              <a:xfrm>
                <a:off x="2805398" y="2946400"/>
                <a:ext cx="594023" cy="2856758"/>
              </a:xfrm>
              <a:custGeom>
                <a:avLst/>
                <a:gdLst/>
                <a:ahLst/>
                <a:cxnLst>
                  <a:cxn ang="0">
                    <a:pos x="wd2" y="hd2"/>
                  </a:cxn>
                  <a:cxn ang="5400000">
                    <a:pos x="wd2" y="hd2"/>
                  </a:cxn>
                  <a:cxn ang="10800000">
                    <a:pos x="wd2" y="hd2"/>
                  </a:cxn>
                  <a:cxn ang="16200000">
                    <a:pos x="wd2" y="hd2"/>
                  </a:cxn>
                </a:cxnLst>
                <a:rect l="0" t="0" r="r" b="b"/>
                <a:pathLst>
                  <a:path w="21338" h="21444" extrusionOk="0">
                    <a:moveTo>
                      <a:pt x="19859" y="0"/>
                    </a:moveTo>
                    <a:cubicBezTo>
                      <a:pt x="19039" y="-1"/>
                      <a:pt x="18371" y="137"/>
                      <a:pt x="18367" y="309"/>
                    </a:cubicBezTo>
                    <a:lnTo>
                      <a:pt x="18273" y="20473"/>
                    </a:lnTo>
                    <a:cubicBezTo>
                      <a:pt x="15690" y="20750"/>
                      <a:pt x="12745" y="20845"/>
                      <a:pt x="9883" y="20743"/>
                    </a:cubicBezTo>
                    <a:cubicBezTo>
                      <a:pt x="7338" y="20651"/>
                      <a:pt x="4912" y="20396"/>
                      <a:pt x="3658" y="19928"/>
                    </a:cubicBezTo>
                    <a:cubicBezTo>
                      <a:pt x="2811" y="19611"/>
                      <a:pt x="2640" y="19235"/>
                      <a:pt x="3187" y="18891"/>
                    </a:cubicBezTo>
                    <a:cubicBezTo>
                      <a:pt x="3074" y="18818"/>
                      <a:pt x="2835" y="18757"/>
                      <a:pt x="2515" y="18720"/>
                    </a:cubicBezTo>
                    <a:cubicBezTo>
                      <a:pt x="1646" y="18619"/>
                      <a:pt x="584" y="18701"/>
                      <a:pt x="229" y="18891"/>
                    </a:cubicBezTo>
                    <a:cubicBezTo>
                      <a:pt x="-262" y="19313"/>
                      <a:pt x="42" y="19759"/>
                      <a:pt x="1076" y="20136"/>
                    </a:cubicBezTo>
                    <a:cubicBezTo>
                      <a:pt x="2476" y="20646"/>
                      <a:pt x="4960" y="20959"/>
                      <a:pt x="7584" y="21172"/>
                    </a:cubicBezTo>
                    <a:cubicBezTo>
                      <a:pt x="11806" y="21516"/>
                      <a:pt x="16630" y="21599"/>
                      <a:pt x="20168" y="21029"/>
                    </a:cubicBezTo>
                    <a:cubicBezTo>
                      <a:pt x="20468" y="20981"/>
                      <a:pt x="20751" y="20928"/>
                      <a:pt x="21015" y="20872"/>
                    </a:cubicBezTo>
                    <a:lnTo>
                      <a:pt x="21338" y="309"/>
                    </a:lnTo>
                    <a:cubicBezTo>
                      <a:pt x="21335" y="138"/>
                      <a:pt x="20674" y="0"/>
                      <a:pt x="19859" y="0"/>
                    </a:cubicBezTo>
                    <a:close/>
                  </a:path>
                </a:pathLst>
              </a:custGeom>
              <a:solidFill>
                <a:srgbClr val="EDEFF3"/>
              </a:solidFill>
              <a:ln w="12700" cap="flat">
                <a:noFill/>
                <a:miter lim="400000"/>
              </a:ln>
              <a:effectLst/>
            </p:spPr>
            <p:txBody>
              <a:bodyPr anchor="ctr"/>
              <a:lstStyle/>
              <a:p>
                <a:pPr algn="ctr"/>
                <a:endParaRPr dirty="0"/>
              </a:p>
            </p:txBody>
          </p:sp>
          <p:sp>
            <p:nvSpPr>
              <p:cNvPr id="91" name="矩形: 圆角 90">
                <a:extLst>
                  <a:ext uri="{FF2B5EF4-FFF2-40B4-BE49-F238E27FC236}">
                    <a16:creationId xmlns:a16="http://schemas.microsoft.com/office/drawing/2014/main" id="{4D1737EE-9138-494C-A81C-1476833B7529}"/>
                  </a:ext>
                </a:extLst>
              </p:cNvPr>
              <p:cNvSpPr/>
              <p:nvPr/>
            </p:nvSpPr>
            <p:spPr>
              <a:xfrm>
                <a:off x="3306274" y="0"/>
                <a:ext cx="82423" cy="172204"/>
              </a:xfrm>
              <a:prstGeom prst="roundRect">
                <a:avLst>
                  <a:gd name="adj" fmla="val 50000"/>
                </a:avLst>
              </a:prstGeom>
              <a:solidFill>
                <a:srgbClr val="E8E9ED"/>
              </a:solidFill>
              <a:ln w="6350" cap="flat">
                <a:solidFill>
                  <a:srgbClr val="A6AAA9"/>
                </a:solidFill>
                <a:prstDash val="solid"/>
                <a:miter lim="400000"/>
              </a:ln>
              <a:effectLst/>
            </p:spPr>
            <p:txBody>
              <a:bodyPr anchor="ctr"/>
              <a:lstStyle/>
              <a:p>
                <a:pPr algn="ctr"/>
                <a:endParaRPr dirty="0"/>
              </a:p>
            </p:txBody>
          </p:sp>
          <p:sp>
            <p:nvSpPr>
              <p:cNvPr id="92" name="任意多边形: 形状 91">
                <a:extLst>
                  <a:ext uri="{FF2B5EF4-FFF2-40B4-BE49-F238E27FC236}">
                    <a16:creationId xmlns:a16="http://schemas.microsoft.com/office/drawing/2014/main" id="{9DB5E920-0CED-4E2D-8944-9B5A8D896998}"/>
                  </a:ext>
                </a:extLst>
              </p:cNvPr>
              <p:cNvSpPr/>
              <p:nvPr/>
            </p:nvSpPr>
            <p:spPr>
              <a:xfrm>
                <a:off x="3344690" y="150110"/>
                <a:ext cx="3340266" cy="297748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0" y="10800"/>
                      <a:pt x="0" y="16200"/>
                      <a:pt x="0" y="18900"/>
                    </a:cubicBezTo>
                    <a:cubicBezTo>
                      <a:pt x="0" y="21600"/>
                      <a:pt x="0" y="21600"/>
                      <a:pt x="0" y="21600"/>
                    </a:cubicBezTo>
                    <a:cubicBezTo>
                      <a:pt x="1185" y="19661"/>
                      <a:pt x="3149" y="18406"/>
                      <a:pt x="5383" y="18406"/>
                    </a:cubicBezTo>
                    <a:cubicBezTo>
                      <a:pt x="7651" y="18406"/>
                      <a:pt x="9615" y="19661"/>
                      <a:pt x="10800" y="21600"/>
                    </a:cubicBezTo>
                    <a:cubicBezTo>
                      <a:pt x="12320" y="20414"/>
                      <a:pt x="14135" y="19727"/>
                      <a:pt x="16098" y="19697"/>
                    </a:cubicBezTo>
                    <a:cubicBezTo>
                      <a:pt x="18119" y="19666"/>
                      <a:pt x="20023" y="20355"/>
                      <a:pt x="21600" y="21562"/>
                    </a:cubicBezTo>
                    <a:cubicBezTo>
                      <a:pt x="20974" y="15496"/>
                      <a:pt x="18358" y="10106"/>
                      <a:pt x="14507" y="6232"/>
                    </a:cubicBezTo>
                    <a:cubicBezTo>
                      <a:pt x="10656" y="2358"/>
                      <a:pt x="5569" y="0"/>
                      <a:pt x="0" y="0"/>
                    </a:cubicBezTo>
                    <a:close/>
                  </a:path>
                </a:pathLst>
              </a:custGeom>
              <a:solidFill>
                <a:schemeClr val="accent4">
                  <a:lumMod val="100000"/>
                </a:schemeClr>
              </a:solidFill>
              <a:ln w="12700" cap="flat">
                <a:solidFill>
                  <a:schemeClr val="bg1"/>
                </a:solidFill>
                <a:miter lim="400000"/>
              </a:ln>
              <a:effectLst/>
            </p:spPr>
            <p:txBody>
              <a:bodyPr anchor="ctr"/>
              <a:lstStyle/>
              <a:p>
                <a:pPr algn="ctr"/>
                <a:endParaRPr dirty="0"/>
              </a:p>
            </p:txBody>
          </p:sp>
          <p:sp>
            <p:nvSpPr>
              <p:cNvPr id="93" name="任意多边形: 形状 92">
                <a:extLst>
                  <a:ext uri="{FF2B5EF4-FFF2-40B4-BE49-F238E27FC236}">
                    <a16:creationId xmlns:a16="http://schemas.microsoft.com/office/drawing/2014/main" id="{549C8580-74F7-48C4-A86E-2E930577988A}"/>
                  </a:ext>
                </a:extLst>
              </p:cNvPr>
              <p:cNvSpPr/>
              <p:nvPr/>
            </p:nvSpPr>
            <p:spPr>
              <a:xfrm>
                <a:off x="0" y="150110"/>
                <a:ext cx="3344691" cy="297748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0"/>
                    </a:lnTo>
                    <a:cubicBezTo>
                      <a:pt x="16023" y="0"/>
                      <a:pt x="10935" y="2358"/>
                      <a:pt x="7086" y="6237"/>
                    </a:cubicBezTo>
                    <a:cubicBezTo>
                      <a:pt x="3237" y="10115"/>
                      <a:pt x="625" y="15515"/>
                      <a:pt x="0" y="21600"/>
                    </a:cubicBezTo>
                    <a:cubicBezTo>
                      <a:pt x="1591" y="20653"/>
                      <a:pt x="3392" y="20120"/>
                      <a:pt x="5268" y="20094"/>
                    </a:cubicBezTo>
                    <a:cubicBezTo>
                      <a:pt x="7242" y="20068"/>
                      <a:pt x="9145" y="20605"/>
                      <a:pt x="10817" y="21600"/>
                    </a:cubicBezTo>
                    <a:cubicBezTo>
                      <a:pt x="12318" y="20515"/>
                      <a:pt x="14068" y="19878"/>
                      <a:pt x="15932" y="19824"/>
                    </a:cubicBezTo>
                    <a:cubicBezTo>
                      <a:pt x="17983" y="19765"/>
                      <a:pt x="19951" y="20410"/>
                      <a:pt x="21600" y="21600"/>
                    </a:cubicBezTo>
                    <a:lnTo>
                      <a:pt x="21600" y="0"/>
                    </a:lnTo>
                    <a:close/>
                  </a:path>
                </a:pathLst>
              </a:custGeom>
              <a:solidFill>
                <a:schemeClr val="accent1">
                  <a:lumMod val="100000"/>
                </a:schemeClr>
              </a:solidFill>
              <a:ln w="12700" cap="flat">
                <a:solidFill>
                  <a:schemeClr val="bg1"/>
                </a:solidFill>
                <a:miter lim="400000"/>
              </a:ln>
              <a:effectLst/>
            </p:spPr>
            <p:txBody>
              <a:bodyPr anchor="ctr"/>
              <a:lstStyle/>
              <a:p>
                <a:pPr algn="ctr"/>
                <a:endParaRPr dirty="0"/>
              </a:p>
            </p:txBody>
          </p:sp>
          <p:sp>
            <p:nvSpPr>
              <p:cNvPr id="94" name="任意多边形: 形状 93">
                <a:extLst>
                  <a:ext uri="{FF2B5EF4-FFF2-40B4-BE49-F238E27FC236}">
                    <a16:creationId xmlns:a16="http://schemas.microsoft.com/office/drawing/2014/main" id="{396526FF-F843-4837-A174-48BC687107DC}"/>
                  </a:ext>
                </a:extLst>
              </p:cNvPr>
              <p:cNvSpPr/>
              <p:nvPr/>
            </p:nvSpPr>
            <p:spPr>
              <a:xfrm>
                <a:off x="1667919" y="150110"/>
                <a:ext cx="1670134" cy="2966421"/>
              </a:xfrm>
              <a:custGeom>
                <a:avLst/>
                <a:gdLst/>
                <a:ahLst/>
                <a:cxnLst>
                  <a:cxn ang="0">
                    <a:pos x="wd2" y="hd2"/>
                  </a:cxn>
                  <a:cxn ang="5400000">
                    <a:pos x="wd2" y="hd2"/>
                  </a:cxn>
                  <a:cxn ang="10800000">
                    <a:pos x="wd2" y="hd2"/>
                  </a:cxn>
                  <a:cxn ang="16200000">
                    <a:pos x="wd2" y="hd2"/>
                  </a:cxn>
                </a:cxnLst>
                <a:rect l="0" t="0" r="r" b="b"/>
                <a:pathLst>
                  <a:path w="21600" h="21600" extrusionOk="0">
                    <a:moveTo>
                      <a:pt x="10626" y="19918"/>
                    </a:moveTo>
                    <a:cubicBezTo>
                      <a:pt x="14583" y="19893"/>
                      <a:pt x="18370" y="20488"/>
                      <a:pt x="21600" y="21562"/>
                    </a:cubicBezTo>
                    <a:cubicBezTo>
                      <a:pt x="21600" y="10781"/>
                      <a:pt x="21600" y="5390"/>
                      <a:pt x="21600" y="2695"/>
                    </a:cubicBezTo>
                    <a:cubicBezTo>
                      <a:pt x="21600" y="0"/>
                      <a:pt x="21600" y="0"/>
                      <a:pt x="21600" y="0"/>
                    </a:cubicBezTo>
                    <a:cubicBezTo>
                      <a:pt x="21566" y="0"/>
                      <a:pt x="21549" y="0"/>
                      <a:pt x="21532" y="0"/>
                    </a:cubicBezTo>
                    <a:cubicBezTo>
                      <a:pt x="21515" y="0"/>
                      <a:pt x="21498" y="0"/>
                      <a:pt x="21465" y="0"/>
                    </a:cubicBezTo>
                    <a:cubicBezTo>
                      <a:pt x="15912" y="38"/>
                      <a:pt x="10868" y="2404"/>
                      <a:pt x="7050" y="6273"/>
                    </a:cubicBezTo>
                    <a:cubicBezTo>
                      <a:pt x="3233" y="10142"/>
                      <a:pt x="643" y="15513"/>
                      <a:pt x="0" y="21562"/>
                    </a:cubicBezTo>
                    <a:cubicBezTo>
                      <a:pt x="0" y="21581"/>
                      <a:pt x="0" y="21590"/>
                      <a:pt x="0" y="21595"/>
                    </a:cubicBezTo>
                    <a:cubicBezTo>
                      <a:pt x="0" y="21600"/>
                      <a:pt x="0" y="21600"/>
                      <a:pt x="0" y="21600"/>
                    </a:cubicBezTo>
                    <a:cubicBezTo>
                      <a:pt x="68" y="21543"/>
                      <a:pt x="118" y="21514"/>
                      <a:pt x="169" y="21505"/>
                    </a:cubicBezTo>
                    <a:cubicBezTo>
                      <a:pt x="220" y="21495"/>
                      <a:pt x="271" y="21505"/>
                      <a:pt x="339" y="21524"/>
                    </a:cubicBezTo>
                    <a:cubicBezTo>
                      <a:pt x="3403" y="20510"/>
                      <a:pt x="6920" y="19941"/>
                      <a:pt x="10626" y="19918"/>
                    </a:cubicBezTo>
                    <a:close/>
                  </a:path>
                </a:pathLst>
              </a:custGeom>
              <a:solidFill>
                <a:schemeClr val="accent2">
                  <a:lumMod val="100000"/>
                </a:schemeClr>
              </a:solidFill>
              <a:ln w="12700" cap="flat">
                <a:solidFill>
                  <a:schemeClr val="bg1"/>
                </a:solidFill>
                <a:miter lim="400000"/>
              </a:ln>
              <a:effectLst/>
            </p:spPr>
            <p:txBody>
              <a:bodyPr anchor="ctr"/>
              <a:lstStyle/>
              <a:p>
                <a:pPr algn="ctr"/>
                <a:endParaRPr dirty="0"/>
              </a:p>
            </p:txBody>
          </p:sp>
          <p:sp>
            <p:nvSpPr>
              <p:cNvPr id="95" name="任意多边形: 形状 94">
                <a:extLst>
                  <a:ext uri="{FF2B5EF4-FFF2-40B4-BE49-F238E27FC236}">
                    <a16:creationId xmlns:a16="http://schemas.microsoft.com/office/drawing/2014/main" id="{74AFAFF6-B241-4F41-9307-211F837366F1}"/>
                  </a:ext>
                </a:extLst>
              </p:cNvPr>
              <p:cNvSpPr/>
              <p:nvPr/>
            </p:nvSpPr>
            <p:spPr>
              <a:xfrm>
                <a:off x="3338053" y="150110"/>
                <a:ext cx="1670134" cy="297748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34" y="21505"/>
                      <a:pt x="85" y="21438"/>
                      <a:pt x="144" y="21396"/>
                    </a:cubicBezTo>
                    <a:cubicBezTo>
                      <a:pt x="203" y="21353"/>
                      <a:pt x="271" y="21334"/>
                      <a:pt x="339" y="21334"/>
                    </a:cubicBezTo>
                    <a:cubicBezTo>
                      <a:pt x="3480" y="20275"/>
                      <a:pt x="7145" y="19697"/>
                      <a:pt x="11005" y="19729"/>
                    </a:cubicBezTo>
                    <a:cubicBezTo>
                      <a:pt x="14804" y="19760"/>
                      <a:pt x="18323" y="20370"/>
                      <a:pt x="21397" y="21410"/>
                    </a:cubicBezTo>
                    <a:cubicBezTo>
                      <a:pt x="21431" y="21429"/>
                      <a:pt x="21465" y="21448"/>
                      <a:pt x="21498" y="21476"/>
                    </a:cubicBezTo>
                    <a:cubicBezTo>
                      <a:pt x="21532" y="21505"/>
                      <a:pt x="21566" y="21543"/>
                      <a:pt x="21600" y="21600"/>
                    </a:cubicBezTo>
                    <a:lnTo>
                      <a:pt x="21600" y="21600"/>
                    </a:lnTo>
                    <a:cubicBezTo>
                      <a:pt x="20957" y="15515"/>
                      <a:pt x="18350" y="10115"/>
                      <a:pt x="14507" y="6237"/>
                    </a:cubicBezTo>
                    <a:cubicBezTo>
                      <a:pt x="10665" y="2358"/>
                      <a:pt x="5586" y="0"/>
                      <a:pt x="0" y="0"/>
                    </a:cubicBezTo>
                    <a:lnTo>
                      <a:pt x="0" y="0"/>
                    </a:lnTo>
                    <a:lnTo>
                      <a:pt x="0" y="21600"/>
                    </a:lnTo>
                    <a:close/>
                  </a:path>
                </a:pathLst>
              </a:custGeom>
              <a:solidFill>
                <a:schemeClr val="accent3">
                  <a:lumMod val="100000"/>
                </a:schemeClr>
              </a:solidFill>
              <a:ln w="12700" cap="flat">
                <a:solidFill>
                  <a:schemeClr val="bg1"/>
                </a:solidFill>
                <a:miter lim="400000"/>
              </a:ln>
              <a:effectLst/>
            </p:spPr>
            <p:txBody>
              <a:bodyPr anchor="ctr"/>
              <a:lstStyle/>
              <a:p>
                <a:pPr algn="ctr"/>
                <a:endParaRPr dirty="0"/>
              </a:p>
            </p:txBody>
          </p:sp>
        </p:grpSp>
        <p:sp>
          <p:nvSpPr>
            <p:cNvPr id="86" name="任意多边形: 形状 85">
              <a:extLst>
                <a:ext uri="{FF2B5EF4-FFF2-40B4-BE49-F238E27FC236}">
                  <a16:creationId xmlns:a16="http://schemas.microsoft.com/office/drawing/2014/main" id="{230A1D3E-E671-4A7B-9D21-C0FD05C2EFB5}"/>
                </a:ext>
              </a:extLst>
            </p:cNvPr>
            <p:cNvSpPr/>
            <p:nvPr/>
          </p:nvSpPr>
          <p:spPr>
            <a:xfrm>
              <a:off x="4398856" y="3718640"/>
              <a:ext cx="538904" cy="399749"/>
            </a:xfrm>
            <a:custGeom>
              <a:avLst/>
              <a:gdLst>
                <a:gd name="connsiteX0" fmla="*/ 9246 w 338138"/>
                <a:gd name="connsiteY0" fmla="*/ 217487 h 250825"/>
                <a:gd name="connsiteX1" fmla="*/ 328892 w 338138"/>
                <a:gd name="connsiteY1" fmla="*/ 217487 h 250825"/>
                <a:gd name="connsiteX2" fmla="*/ 338138 w 338138"/>
                <a:gd name="connsiteY2" fmla="*/ 226822 h 250825"/>
                <a:gd name="connsiteX3" fmla="*/ 314363 w 338138"/>
                <a:gd name="connsiteY3" fmla="*/ 250825 h 250825"/>
                <a:gd name="connsiteX4" fmla="*/ 23775 w 338138"/>
                <a:gd name="connsiteY4" fmla="*/ 250825 h 250825"/>
                <a:gd name="connsiteX5" fmla="*/ 0 w 338138"/>
                <a:gd name="connsiteY5" fmla="*/ 226822 h 250825"/>
                <a:gd name="connsiteX6" fmla="*/ 9246 w 338138"/>
                <a:gd name="connsiteY6" fmla="*/ 217487 h 250825"/>
                <a:gd name="connsiteX7" fmla="*/ 100182 w 338138"/>
                <a:gd name="connsiteY7" fmla="*/ 100012 h 250825"/>
                <a:gd name="connsiteX8" fmla="*/ 123655 w 338138"/>
                <a:gd name="connsiteY8" fmla="*/ 100012 h 250825"/>
                <a:gd name="connsiteX9" fmla="*/ 130175 w 338138"/>
                <a:gd name="connsiteY9" fmla="*/ 106705 h 250825"/>
                <a:gd name="connsiteX10" fmla="*/ 130175 w 338138"/>
                <a:gd name="connsiteY10" fmla="*/ 161583 h 250825"/>
                <a:gd name="connsiteX11" fmla="*/ 123655 w 338138"/>
                <a:gd name="connsiteY11" fmla="*/ 168275 h 250825"/>
                <a:gd name="connsiteX12" fmla="*/ 100182 w 338138"/>
                <a:gd name="connsiteY12" fmla="*/ 168275 h 250825"/>
                <a:gd name="connsiteX13" fmla="*/ 93662 w 338138"/>
                <a:gd name="connsiteY13" fmla="*/ 161583 h 250825"/>
                <a:gd name="connsiteX14" fmla="*/ 93662 w 338138"/>
                <a:gd name="connsiteY14" fmla="*/ 106705 h 250825"/>
                <a:gd name="connsiteX15" fmla="*/ 100182 w 338138"/>
                <a:gd name="connsiteY15" fmla="*/ 100012 h 250825"/>
                <a:gd name="connsiteX16" fmla="*/ 157332 w 338138"/>
                <a:gd name="connsiteY16" fmla="*/ 77787 h 250825"/>
                <a:gd name="connsiteX17" fmla="*/ 180805 w 338138"/>
                <a:gd name="connsiteY17" fmla="*/ 77787 h 250825"/>
                <a:gd name="connsiteX18" fmla="*/ 187325 w 338138"/>
                <a:gd name="connsiteY18" fmla="*/ 84441 h 250825"/>
                <a:gd name="connsiteX19" fmla="*/ 187325 w 338138"/>
                <a:gd name="connsiteY19" fmla="*/ 161622 h 250825"/>
                <a:gd name="connsiteX20" fmla="*/ 180805 w 338138"/>
                <a:gd name="connsiteY20" fmla="*/ 168275 h 250825"/>
                <a:gd name="connsiteX21" fmla="*/ 157332 w 338138"/>
                <a:gd name="connsiteY21" fmla="*/ 168275 h 250825"/>
                <a:gd name="connsiteX22" fmla="*/ 150812 w 338138"/>
                <a:gd name="connsiteY22" fmla="*/ 161622 h 250825"/>
                <a:gd name="connsiteX23" fmla="*/ 150812 w 338138"/>
                <a:gd name="connsiteY23" fmla="*/ 84441 h 250825"/>
                <a:gd name="connsiteX24" fmla="*/ 157332 w 338138"/>
                <a:gd name="connsiteY24" fmla="*/ 77787 h 250825"/>
                <a:gd name="connsiteX25" fmla="*/ 216070 w 338138"/>
                <a:gd name="connsiteY25" fmla="*/ 49212 h 250825"/>
                <a:gd name="connsiteX26" fmla="*/ 239543 w 338138"/>
                <a:gd name="connsiteY26" fmla="*/ 49212 h 250825"/>
                <a:gd name="connsiteX27" fmla="*/ 246063 w 338138"/>
                <a:gd name="connsiteY27" fmla="*/ 55827 h 250825"/>
                <a:gd name="connsiteX28" fmla="*/ 246063 w 338138"/>
                <a:gd name="connsiteY28" fmla="*/ 161661 h 250825"/>
                <a:gd name="connsiteX29" fmla="*/ 239543 w 338138"/>
                <a:gd name="connsiteY29" fmla="*/ 168275 h 250825"/>
                <a:gd name="connsiteX30" fmla="*/ 216070 w 338138"/>
                <a:gd name="connsiteY30" fmla="*/ 168275 h 250825"/>
                <a:gd name="connsiteX31" fmla="*/ 209550 w 338138"/>
                <a:gd name="connsiteY31" fmla="*/ 161661 h 250825"/>
                <a:gd name="connsiteX32" fmla="*/ 209550 w 338138"/>
                <a:gd name="connsiteY32" fmla="*/ 55827 h 250825"/>
                <a:gd name="connsiteX33" fmla="*/ 216070 w 338138"/>
                <a:gd name="connsiteY33" fmla="*/ 49212 h 250825"/>
                <a:gd name="connsiteX34" fmla="*/ 53428 w 338138"/>
                <a:gd name="connsiteY34" fmla="*/ 22225 h 250825"/>
                <a:gd name="connsiteX35" fmla="*/ 50800 w 338138"/>
                <a:gd name="connsiteY35" fmla="*/ 24858 h 250825"/>
                <a:gd name="connsiteX36" fmla="*/ 50800 w 338138"/>
                <a:gd name="connsiteY36" fmla="*/ 182834 h 250825"/>
                <a:gd name="connsiteX37" fmla="*/ 53428 w 338138"/>
                <a:gd name="connsiteY37" fmla="*/ 184150 h 250825"/>
                <a:gd name="connsiteX38" fmla="*/ 284710 w 338138"/>
                <a:gd name="connsiteY38" fmla="*/ 184150 h 250825"/>
                <a:gd name="connsiteX39" fmla="*/ 287338 w 338138"/>
                <a:gd name="connsiteY39" fmla="*/ 182834 h 250825"/>
                <a:gd name="connsiteX40" fmla="*/ 287338 w 338138"/>
                <a:gd name="connsiteY40" fmla="*/ 24858 h 250825"/>
                <a:gd name="connsiteX41" fmla="*/ 284710 w 338138"/>
                <a:gd name="connsiteY41" fmla="*/ 22225 h 250825"/>
                <a:gd name="connsiteX42" fmla="*/ 53428 w 338138"/>
                <a:gd name="connsiteY42" fmla="*/ 22225 h 250825"/>
                <a:gd name="connsiteX43" fmla="*/ 53663 w 338138"/>
                <a:gd name="connsiteY43" fmla="*/ 0 h 250825"/>
                <a:gd name="connsiteX44" fmla="*/ 286062 w 338138"/>
                <a:gd name="connsiteY44" fmla="*/ 0 h 250825"/>
                <a:gd name="connsiteX45" fmla="*/ 311150 w 338138"/>
                <a:gd name="connsiteY45" fmla="*/ 25008 h 250825"/>
                <a:gd name="connsiteX46" fmla="*/ 311150 w 338138"/>
                <a:gd name="connsiteY46" fmla="*/ 182955 h 250825"/>
                <a:gd name="connsiteX47" fmla="*/ 286062 w 338138"/>
                <a:gd name="connsiteY47" fmla="*/ 207963 h 250825"/>
                <a:gd name="connsiteX48" fmla="*/ 53663 w 338138"/>
                <a:gd name="connsiteY48" fmla="*/ 207963 h 250825"/>
                <a:gd name="connsiteX49" fmla="*/ 28575 w 338138"/>
                <a:gd name="connsiteY49" fmla="*/ 182955 h 250825"/>
                <a:gd name="connsiteX50" fmla="*/ 28575 w 338138"/>
                <a:gd name="connsiteY50" fmla="*/ 25008 h 250825"/>
                <a:gd name="connsiteX51" fmla="*/ 53663 w 338138"/>
                <a:gd name="connsiteY51" fmla="*/ 0 h 25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38138" h="250825">
                  <a:moveTo>
                    <a:pt x="9246" y="217487"/>
                  </a:moveTo>
                  <a:cubicBezTo>
                    <a:pt x="9246" y="217487"/>
                    <a:pt x="9246" y="217487"/>
                    <a:pt x="328892" y="217487"/>
                  </a:cubicBezTo>
                  <a:cubicBezTo>
                    <a:pt x="334176" y="217487"/>
                    <a:pt x="338138" y="221488"/>
                    <a:pt x="338138" y="226822"/>
                  </a:cubicBezTo>
                  <a:cubicBezTo>
                    <a:pt x="338138" y="240157"/>
                    <a:pt x="327571" y="250825"/>
                    <a:pt x="314363" y="250825"/>
                  </a:cubicBezTo>
                  <a:cubicBezTo>
                    <a:pt x="314363" y="250825"/>
                    <a:pt x="314363" y="250825"/>
                    <a:pt x="23775" y="250825"/>
                  </a:cubicBezTo>
                  <a:cubicBezTo>
                    <a:pt x="10567" y="250825"/>
                    <a:pt x="0" y="240157"/>
                    <a:pt x="0" y="226822"/>
                  </a:cubicBezTo>
                  <a:cubicBezTo>
                    <a:pt x="0" y="221488"/>
                    <a:pt x="3962" y="217487"/>
                    <a:pt x="9246" y="217487"/>
                  </a:cubicBezTo>
                  <a:close/>
                  <a:moveTo>
                    <a:pt x="100182" y="100012"/>
                  </a:moveTo>
                  <a:cubicBezTo>
                    <a:pt x="100182" y="100012"/>
                    <a:pt x="100182" y="100012"/>
                    <a:pt x="123655" y="100012"/>
                  </a:cubicBezTo>
                  <a:cubicBezTo>
                    <a:pt x="127567" y="100012"/>
                    <a:pt x="130175" y="102689"/>
                    <a:pt x="130175" y="106705"/>
                  </a:cubicBezTo>
                  <a:cubicBezTo>
                    <a:pt x="130175" y="106705"/>
                    <a:pt x="130175" y="106705"/>
                    <a:pt x="130175" y="161583"/>
                  </a:cubicBezTo>
                  <a:cubicBezTo>
                    <a:pt x="130175" y="165598"/>
                    <a:pt x="127567" y="168275"/>
                    <a:pt x="123655" y="168275"/>
                  </a:cubicBezTo>
                  <a:cubicBezTo>
                    <a:pt x="123655" y="168275"/>
                    <a:pt x="123655" y="168275"/>
                    <a:pt x="100182" y="168275"/>
                  </a:cubicBezTo>
                  <a:cubicBezTo>
                    <a:pt x="96270" y="168275"/>
                    <a:pt x="93662" y="165598"/>
                    <a:pt x="93662" y="161583"/>
                  </a:cubicBezTo>
                  <a:cubicBezTo>
                    <a:pt x="93662" y="161583"/>
                    <a:pt x="93662" y="161583"/>
                    <a:pt x="93662" y="106705"/>
                  </a:cubicBezTo>
                  <a:cubicBezTo>
                    <a:pt x="93662" y="102689"/>
                    <a:pt x="96270" y="100012"/>
                    <a:pt x="100182" y="100012"/>
                  </a:cubicBezTo>
                  <a:close/>
                  <a:moveTo>
                    <a:pt x="157332" y="77787"/>
                  </a:moveTo>
                  <a:cubicBezTo>
                    <a:pt x="157332" y="77787"/>
                    <a:pt x="157332" y="77787"/>
                    <a:pt x="180805" y="77787"/>
                  </a:cubicBezTo>
                  <a:cubicBezTo>
                    <a:pt x="184717" y="77787"/>
                    <a:pt x="187325" y="81779"/>
                    <a:pt x="187325" y="84441"/>
                  </a:cubicBezTo>
                  <a:cubicBezTo>
                    <a:pt x="187325" y="84441"/>
                    <a:pt x="187325" y="84441"/>
                    <a:pt x="187325" y="161622"/>
                  </a:cubicBezTo>
                  <a:cubicBezTo>
                    <a:pt x="187325" y="165614"/>
                    <a:pt x="184717" y="168275"/>
                    <a:pt x="180805" y="168275"/>
                  </a:cubicBezTo>
                  <a:cubicBezTo>
                    <a:pt x="180805" y="168275"/>
                    <a:pt x="180805" y="168275"/>
                    <a:pt x="157332" y="168275"/>
                  </a:cubicBezTo>
                  <a:cubicBezTo>
                    <a:pt x="153420" y="168275"/>
                    <a:pt x="150812" y="165614"/>
                    <a:pt x="150812" y="161622"/>
                  </a:cubicBezTo>
                  <a:cubicBezTo>
                    <a:pt x="150812" y="161622"/>
                    <a:pt x="150812" y="161622"/>
                    <a:pt x="150812" y="84441"/>
                  </a:cubicBezTo>
                  <a:cubicBezTo>
                    <a:pt x="150812" y="81779"/>
                    <a:pt x="153420" y="77787"/>
                    <a:pt x="157332" y="77787"/>
                  </a:cubicBezTo>
                  <a:close/>
                  <a:moveTo>
                    <a:pt x="216070" y="49212"/>
                  </a:moveTo>
                  <a:cubicBezTo>
                    <a:pt x="216070" y="49212"/>
                    <a:pt x="216070" y="49212"/>
                    <a:pt x="239543" y="49212"/>
                  </a:cubicBezTo>
                  <a:cubicBezTo>
                    <a:pt x="243455" y="49212"/>
                    <a:pt x="246063" y="51858"/>
                    <a:pt x="246063" y="55827"/>
                  </a:cubicBezTo>
                  <a:cubicBezTo>
                    <a:pt x="246063" y="55827"/>
                    <a:pt x="246063" y="55827"/>
                    <a:pt x="246063" y="161661"/>
                  </a:cubicBezTo>
                  <a:cubicBezTo>
                    <a:pt x="246063" y="165629"/>
                    <a:pt x="243455" y="168275"/>
                    <a:pt x="239543" y="168275"/>
                  </a:cubicBezTo>
                  <a:cubicBezTo>
                    <a:pt x="239543" y="168275"/>
                    <a:pt x="239543" y="168275"/>
                    <a:pt x="216070" y="168275"/>
                  </a:cubicBezTo>
                  <a:cubicBezTo>
                    <a:pt x="212158" y="168275"/>
                    <a:pt x="209550" y="165629"/>
                    <a:pt x="209550" y="161661"/>
                  </a:cubicBezTo>
                  <a:cubicBezTo>
                    <a:pt x="209550" y="161661"/>
                    <a:pt x="209550" y="161661"/>
                    <a:pt x="209550" y="55827"/>
                  </a:cubicBezTo>
                  <a:cubicBezTo>
                    <a:pt x="209550" y="51858"/>
                    <a:pt x="212158" y="49212"/>
                    <a:pt x="216070" y="49212"/>
                  </a:cubicBezTo>
                  <a:close/>
                  <a:moveTo>
                    <a:pt x="53428" y="22225"/>
                  </a:moveTo>
                  <a:cubicBezTo>
                    <a:pt x="52114" y="22225"/>
                    <a:pt x="50800" y="23541"/>
                    <a:pt x="50800" y="24858"/>
                  </a:cubicBezTo>
                  <a:lnTo>
                    <a:pt x="50800" y="182834"/>
                  </a:lnTo>
                  <a:cubicBezTo>
                    <a:pt x="50800" y="184150"/>
                    <a:pt x="52114" y="184150"/>
                    <a:pt x="53428" y="184150"/>
                  </a:cubicBezTo>
                  <a:cubicBezTo>
                    <a:pt x="53428" y="184150"/>
                    <a:pt x="53428" y="184150"/>
                    <a:pt x="284710" y="184150"/>
                  </a:cubicBezTo>
                  <a:cubicBezTo>
                    <a:pt x="286024" y="184150"/>
                    <a:pt x="287338" y="184150"/>
                    <a:pt x="287338" y="182834"/>
                  </a:cubicBezTo>
                  <a:cubicBezTo>
                    <a:pt x="287338" y="182834"/>
                    <a:pt x="287338" y="182834"/>
                    <a:pt x="287338" y="24858"/>
                  </a:cubicBezTo>
                  <a:cubicBezTo>
                    <a:pt x="287338" y="23541"/>
                    <a:pt x="286024" y="22225"/>
                    <a:pt x="284710" y="22225"/>
                  </a:cubicBezTo>
                  <a:cubicBezTo>
                    <a:pt x="284710" y="22225"/>
                    <a:pt x="284710" y="22225"/>
                    <a:pt x="53428" y="22225"/>
                  </a:cubicBezTo>
                  <a:close/>
                  <a:moveTo>
                    <a:pt x="53663" y="0"/>
                  </a:moveTo>
                  <a:cubicBezTo>
                    <a:pt x="53663" y="0"/>
                    <a:pt x="53663" y="0"/>
                    <a:pt x="286062" y="0"/>
                  </a:cubicBezTo>
                  <a:cubicBezTo>
                    <a:pt x="300587" y="0"/>
                    <a:pt x="311150" y="10530"/>
                    <a:pt x="311150" y="25008"/>
                  </a:cubicBezTo>
                  <a:cubicBezTo>
                    <a:pt x="311150" y="25008"/>
                    <a:pt x="311150" y="25008"/>
                    <a:pt x="311150" y="182955"/>
                  </a:cubicBezTo>
                  <a:cubicBezTo>
                    <a:pt x="311150" y="196117"/>
                    <a:pt x="300587" y="207963"/>
                    <a:pt x="286062" y="207963"/>
                  </a:cubicBezTo>
                  <a:cubicBezTo>
                    <a:pt x="286062" y="207963"/>
                    <a:pt x="286062" y="207963"/>
                    <a:pt x="53663" y="207963"/>
                  </a:cubicBezTo>
                  <a:cubicBezTo>
                    <a:pt x="39138" y="207963"/>
                    <a:pt x="28575" y="196117"/>
                    <a:pt x="28575" y="182955"/>
                  </a:cubicBezTo>
                  <a:cubicBezTo>
                    <a:pt x="28575" y="182955"/>
                    <a:pt x="28575" y="182955"/>
                    <a:pt x="28575" y="25008"/>
                  </a:cubicBezTo>
                  <a:cubicBezTo>
                    <a:pt x="28575" y="10530"/>
                    <a:pt x="39138" y="0"/>
                    <a:pt x="5366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87" name="任意多边形: 形状 86">
              <a:extLst>
                <a:ext uri="{FF2B5EF4-FFF2-40B4-BE49-F238E27FC236}">
                  <a16:creationId xmlns:a16="http://schemas.microsoft.com/office/drawing/2014/main" id="{20DC1043-6B43-44EF-8140-AB4BEBFA1C15}"/>
                </a:ext>
              </a:extLst>
            </p:cNvPr>
            <p:cNvSpPr/>
            <p:nvPr/>
          </p:nvSpPr>
          <p:spPr>
            <a:xfrm>
              <a:off x="5404696" y="3759281"/>
              <a:ext cx="538904" cy="399749"/>
            </a:xfrm>
            <a:custGeom>
              <a:avLst/>
              <a:gdLst>
                <a:gd name="connsiteX0" fmla="*/ 9246 w 338138"/>
                <a:gd name="connsiteY0" fmla="*/ 217487 h 250825"/>
                <a:gd name="connsiteX1" fmla="*/ 328892 w 338138"/>
                <a:gd name="connsiteY1" fmla="*/ 217487 h 250825"/>
                <a:gd name="connsiteX2" fmla="*/ 338138 w 338138"/>
                <a:gd name="connsiteY2" fmla="*/ 226822 h 250825"/>
                <a:gd name="connsiteX3" fmla="*/ 314363 w 338138"/>
                <a:gd name="connsiteY3" fmla="*/ 250825 h 250825"/>
                <a:gd name="connsiteX4" fmla="*/ 23775 w 338138"/>
                <a:gd name="connsiteY4" fmla="*/ 250825 h 250825"/>
                <a:gd name="connsiteX5" fmla="*/ 0 w 338138"/>
                <a:gd name="connsiteY5" fmla="*/ 226822 h 250825"/>
                <a:gd name="connsiteX6" fmla="*/ 9246 w 338138"/>
                <a:gd name="connsiteY6" fmla="*/ 217487 h 250825"/>
                <a:gd name="connsiteX7" fmla="*/ 100182 w 338138"/>
                <a:gd name="connsiteY7" fmla="*/ 100012 h 250825"/>
                <a:gd name="connsiteX8" fmla="*/ 123655 w 338138"/>
                <a:gd name="connsiteY8" fmla="*/ 100012 h 250825"/>
                <a:gd name="connsiteX9" fmla="*/ 130175 w 338138"/>
                <a:gd name="connsiteY9" fmla="*/ 106705 h 250825"/>
                <a:gd name="connsiteX10" fmla="*/ 130175 w 338138"/>
                <a:gd name="connsiteY10" fmla="*/ 161583 h 250825"/>
                <a:gd name="connsiteX11" fmla="*/ 123655 w 338138"/>
                <a:gd name="connsiteY11" fmla="*/ 168275 h 250825"/>
                <a:gd name="connsiteX12" fmla="*/ 100182 w 338138"/>
                <a:gd name="connsiteY12" fmla="*/ 168275 h 250825"/>
                <a:gd name="connsiteX13" fmla="*/ 93662 w 338138"/>
                <a:gd name="connsiteY13" fmla="*/ 161583 h 250825"/>
                <a:gd name="connsiteX14" fmla="*/ 93662 w 338138"/>
                <a:gd name="connsiteY14" fmla="*/ 106705 h 250825"/>
                <a:gd name="connsiteX15" fmla="*/ 100182 w 338138"/>
                <a:gd name="connsiteY15" fmla="*/ 100012 h 250825"/>
                <a:gd name="connsiteX16" fmla="*/ 157332 w 338138"/>
                <a:gd name="connsiteY16" fmla="*/ 77787 h 250825"/>
                <a:gd name="connsiteX17" fmla="*/ 180805 w 338138"/>
                <a:gd name="connsiteY17" fmla="*/ 77787 h 250825"/>
                <a:gd name="connsiteX18" fmla="*/ 187325 w 338138"/>
                <a:gd name="connsiteY18" fmla="*/ 84441 h 250825"/>
                <a:gd name="connsiteX19" fmla="*/ 187325 w 338138"/>
                <a:gd name="connsiteY19" fmla="*/ 161622 h 250825"/>
                <a:gd name="connsiteX20" fmla="*/ 180805 w 338138"/>
                <a:gd name="connsiteY20" fmla="*/ 168275 h 250825"/>
                <a:gd name="connsiteX21" fmla="*/ 157332 w 338138"/>
                <a:gd name="connsiteY21" fmla="*/ 168275 h 250825"/>
                <a:gd name="connsiteX22" fmla="*/ 150812 w 338138"/>
                <a:gd name="connsiteY22" fmla="*/ 161622 h 250825"/>
                <a:gd name="connsiteX23" fmla="*/ 150812 w 338138"/>
                <a:gd name="connsiteY23" fmla="*/ 84441 h 250825"/>
                <a:gd name="connsiteX24" fmla="*/ 157332 w 338138"/>
                <a:gd name="connsiteY24" fmla="*/ 77787 h 250825"/>
                <a:gd name="connsiteX25" fmla="*/ 216070 w 338138"/>
                <a:gd name="connsiteY25" fmla="*/ 49212 h 250825"/>
                <a:gd name="connsiteX26" fmla="*/ 239543 w 338138"/>
                <a:gd name="connsiteY26" fmla="*/ 49212 h 250825"/>
                <a:gd name="connsiteX27" fmla="*/ 246063 w 338138"/>
                <a:gd name="connsiteY27" fmla="*/ 55827 h 250825"/>
                <a:gd name="connsiteX28" fmla="*/ 246063 w 338138"/>
                <a:gd name="connsiteY28" fmla="*/ 161661 h 250825"/>
                <a:gd name="connsiteX29" fmla="*/ 239543 w 338138"/>
                <a:gd name="connsiteY29" fmla="*/ 168275 h 250825"/>
                <a:gd name="connsiteX30" fmla="*/ 216070 w 338138"/>
                <a:gd name="connsiteY30" fmla="*/ 168275 h 250825"/>
                <a:gd name="connsiteX31" fmla="*/ 209550 w 338138"/>
                <a:gd name="connsiteY31" fmla="*/ 161661 h 250825"/>
                <a:gd name="connsiteX32" fmla="*/ 209550 w 338138"/>
                <a:gd name="connsiteY32" fmla="*/ 55827 h 250825"/>
                <a:gd name="connsiteX33" fmla="*/ 216070 w 338138"/>
                <a:gd name="connsiteY33" fmla="*/ 49212 h 250825"/>
                <a:gd name="connsiteX34" fmla="*/ 53428 w 338138"/>
                <a:gd name="connsiteY34" fmla="*/ 22225 h 250825"/>
                <a:gd name="connsiteX35" fmla="*/ 50800 w 338138"/>
                <a:gd name="connsiteY35" fmla="*/ 24858 h 250825"/>
                <a:gd name="connsiteX36" fmla="*/ 50800 w 338138"/>
                <a:gd name="connsiteY36" fmla="*/ 182834 h 250825"/>
                <a:gd name="connsiteX37" fmla="*/ 53428 w 338138"/>
                <a:gd name="connsiteY37" fmla="*/ 184150 h 250825"/>
                <a:gd name="connsiteX38" fmla="*/ 284710 w 338138"/>
                <a:gd name="connsiteY38" fmla="*/ 184150 h 250825"/>
                <a:gd name="connsiteX39" fmla="*/ 287338 w 338138"/>
                <a:gd name="connsiteY39" fmla="*/ 182834 h 250825"/>
                <a:gd name="connsiteX40" fmla="*/ 287338 w 338138"/>
                <a:gd name="connsiteY40" fmla="*/ 24858 h 250825"/>
                <a:gd name="connsiteX41" fmla="*/ 284710 w 338138"/>
                <a:gd name="connsiteY41" fmla="*/ 22225 h 250825"/>
                <a:gd name="connsiteX42" fmla="*/ 53428 w 338138"/>
                <a:gd name="connsiteY42" fmla="*/ 22225 h 250825"/>
                <a:gd name="connsiteX43" fmla="*/ 53663 w 338138"/>
                <a:gd name="connsiteY43" fmla="*/ 0 h 250825"/>
                <a:gd name="connsiteX44" fmla="*/ 286062 w 338138"/>
                <a:gd name="connsiteY44" fmla="*/ 0 h 250825"/>
                <a:gd name="connsiteX45" fmla="*/ 311150 w 338138"/>
                <a:gd name="connsiteY45" fmla="*/ 25008 h 250825"/>
                <a:gd name="connsiteX46" fmla="*/ 311150 w 338138"/>
                <a:gd name="connsiteY46" fmla="*/ 182955 h 250825"/>
                <a:gd name="connsiteX47" fmla="*/ 286062 w 338138"/>
                <a:gd name="connsiteY47" fmla="*/ 207963 h 250825"/>
                <a:gd name="connsiteX48" fmla="*/ 53663 w 338138"/>
                <a:gd name="connsiteY48" fmla="*/ 207963 h 250825"/>
                <a:gd name="connsiteX49" fmla="*/ 28575 w 338138"/>
                <a:gd name="connsiteY49" fmla="*/ 182955 h 250825"/>
                <a:gd name="connsiteX50" fmla="*/ 28575 w 338138"/>
                <a:gd name="connsiteY50" fmla="*/ 25008 h 250825"/>
                <a:gd name="connsiteX51" fmla="*/ 53663 w 338138"/>
                <a:gd name="connsiteY51" fmla="*/ 0 h 25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38138" h="250825">
                  <a:moveTo>
                    <a:pt x="9246" y="217487"/>
                  </a:moveTo>
                  <a:cubicBezTo>
                    <a:pt x="9246" y="217487"/>
                    <a:pt x="9246" y="217487"/>
                    <a:pt x="328892" y="217487"/>
                  </a:cubicBezTo>
                  <a:cubicBezTo>
                    <a:pt x="334176" y="217487"/>
                    <a:pt x="338138" y="221488"/>
                    <a:pt x="338138" y="226822"/>
                  </a:cubicBezTo>
                  <a:cubicBezTo>
                    <a:pt x="338138" y="240157"/>
                    <a:pt x="327571" y="250825"/>
                    <a:pt x="314363" y="250825"/>
                  </a:cubicBezTo>
                  <a:cubicBezTo>
                    <a:pt x="314363" y="250825"/>
                    <a:pt x="314363" y="250825"/>
                    <a:pt x="23775" y="250825"/>
                  </a:cubicBezTo>
                  <a:cubicBezTo>
                    <a:pt x="10567" y="250825"/>
                    <a:pt x="0" y="240157"/>
                    <a:pt x="0" y="226822"/>
                  </a:cubicBezTo>
                  <a:cubicBezTo>
                    <a:pt x="0" y="221488"/>
                    <a:pt x="3962" y="217487"/>
                    <a:pt x="9246" y="217487"/>
                  </a:cubicBezTo>
                  <a:close/>
                  <a:moveTo>
                    <a:pt x="100182" y="100012"/>
                  </a:moveTo>
                  <a:cubicBezTo>
                    <a:pt x="100182" y="100012"/>
                    <a:pt x="100182" y="100012"/>
                    <a:pt x="123655" y="100012"/>
                  </a:cubicBezTo>
                  <a:cubicBezTo>
                    <a:pt x="127567" y="100012"/>
                    <a:pt x="130175" y="102689"/>
                    <a:pt x="130175" y="106705"/>
                  </a:cubicBezTo>
                  <a:cubicBezTo>
                    <a:pt x="130175" y="106705"/>
                    <a:pt x="130175" y="106705"/>
                    <a:pt x="130175" y="161583"/>
                  </a:cubicBezTo>
                  <a:cubicBezTo>
                    <a:pt x="130175" y="165598"/>
                    <a:pt x="127567" y="168275"/>
                    <a:pt x="123655" y="168275"/>
                  </a:cubicBezTo>
                  <a:cubicBezTo>
                    <a:pt x="123655" y="168275"/>
                    <a:pt x="123655" y="168275"/>
                    <a:pt x="100182" y="168275"/>
                  </a:cubicBezTo>
                  <a:cubicBezTo>
                    <a:pt x="96270" y="168275"/>
                    <a:pt x="93662" y="165598"/>
                    <a:pt x="93662" y="161583"/>
                  </a:cubicBezTo>
                  <a:cubicBezTo>
                    <a:pt x="93662" y="161583"/>
                    <a:pt x="93662" y="161583"/>
                    <a:pt x="93662" y="106705"/>
                  </a:cubicBezTo>
                  <a:cubicBezTo>
                    <a:pt x="93662" y="102689"/>
                    <a:pt x="96270" y="100012"/>
                    <a:pt x="100182" y="100012"/>
                  </a:cubicBezTo>
                  <a:close/>
                  <a:moveTo>
                    <a:pt x="157332" y="77787"/>
                  </a:moveTo>
                  <a:cubicBezTo>
                    <a:pt x="157332" y="77787"/>
                    <a:pt x="157332" y="77787"/>
                    <a:pt x="180805" y="77787"/>
                  </a:cubicBezTo>
                  <a:cubicBezTo>
                    <a:pt x="184717" y="77787"/>
                    <a:pt x="187325" y="81779"/>
                    <a:pt x="187325" y="84441"/>
                  </a:cubicBezTo>
                  <a:cubicBezTo>
                    <a:pt x="187325" y="84441"/>
                    <a:pt x="187325" y="84441"/>
                    <a:pt x="187325" y="161622"/>
                  </a:cubicBezTo>
                  <a:cubicBezTo>
                    <a:pt x="187325" y="165614"/>
                    <a:pt x="184717" y="168275"/>
                    <a:pt x="180805" y="168275"/>
                  </a:cubicBezTo>
                  <a:cubicBezTo>
                    <a:pt x="180805" y="168275"/>
                    <a:pt x="180805" y="168275"/>
                    <a:pt x="157332" y="168275"/>
                  </a:cubicBezTo>
                  <a:cubicBezTo>
                    <a:pt x="153420" y="168275"/>
                    <a:pt x="150812" y="165614"/>
                    <a:pt x="150812" y="161622"/>
                  </a:cubicBezTo>
                  <a:cubicBezTo>
                    <a:pt x="150812" y="161622"/>
                    <a:pt x="150812" y="161622"/>
                    <a:pt x="150812" y="84441"/>
                  </a:cubicBezTo>
                  <a:cubicBezTo>
                    <a:pt x="150812" y="81779"/>
                    <a:pt x="153420" y="77787"/>
                    <a:pt x="157332" y="77787"/>
                  </a:cubicBezTo>
                  <a:close/>
                  <a:moveTo>
                    <a:pt x="216070" y="49212"/>
                  </a:moveTo>
                  <a:cubicBezTo>
                    <a:pt x="216070" y="49212"/>
                    <a:pt x="216070" y="49212"/>
                    <a:pt x="239543" y="49212"/>
                  </a:cubicBezTo>
                  <a:cubicBezTo>
                    <a:pt x="243455" y="49212"/>
                    <a:pt x="246063" y="51858"/>
                    <a:pt x="246063" y="55827"/>
                  </a:cubicBezTo>
                  <a:cubicBezTo>
                    <a:pt x="246063" y="55827"/>
                    <a:pt x="246063" y="55827"/>
                    <a:pt x="246063" y="161661"/>
                  </a:cubicBezTo>
                  <a:cubicBezTo>
                    <a:pt x="246063" y="165629"/>
                    <a:pt x="243455" y="168275"/>
                    <a:pt x="239543" y="168275"/>
                  </a:cubicBezTo>
                  <a:cubicBezTo>
                    <a:pt x="239543" y="168275"/>
                    <a:pt x="239543" y="168275"/>
                    <a:pt x="216070" y="168275"/>
                  </a:cubicBezTo>
                  <a:cubicBezTo>
                    <a:pt x="212158" y="168275"/>
                    <a:pt x="209550" y="165629"/>
                    <a:pt x="209550" y="161661"/>
                  </a:cubicBezTo>
                  <a:cubicBezTo>
                    <a:pt x="209550" y="161661"/>
                    <a:pt x="209550" y="161661"/>
                    <a:pt x="209550" y="55827"/>
                  </a:cubicBezTo>
                  <a:cubicBezTo>
                    <a:pt x="209550" y="51858"/>
                    <a:pt x="212158" y="49212"/>
                    <a:pt x="216070" y="49212"/>
                  </a:cubicBezTo>
                  <a:close/>
                  <a:moveTo>
                    <a:pt x="53428" y="22225"/>
                  </a:moveTo>
                  <a:cubicBezTo>
                    <a:pt x="52114" y="22225"/>
                    <a:pt x="50800" y="23541"/>
                    <a:pt x="50800" y="24858"/>
                  </a:cubicBezTo>
                  <a:lnTo>
                    <a:pt x="50800" y="182834"/>
                  </a:lnTo>
                  <a:cubicBezTo>
                    <a:pt x="50800" y="184150"/>
                    <a:pt x="52114" y="184150"/>
                    <a:pt x="53428" y="184150"/>
                  </a:cubicBezTo>
                  <a:cubicBezTo>
                    <a:pt x="53428" y="184150"/>
                    <a:pt x="53428" y="184150"/>
                    <a:pt x="284710" y="184150"/>
                  </a:cubicBezTo>
                  <a:cubicBezTo>
                    <a:pt x="286024" y="184150"/>
                    <a:pt x="287338" y="184150"/>
                    <a:pt x="287338" y="182834"/>
                  </a:cubicBezTo>
                  <a:cubicBezTo>
                    <a:pt x="287338" y="182834"/>
                    <a:pt x="287338" y="182834"/>
                    <a:pt x="287338" y="24858"/>
                  </a:cubicBezTo>
                  <a:cubicBezTo>
                    <a:pt x="287338" y="23541"/>
                    <a:pt x="286024" y="22225"/>
                    <a:pt x="284710" y="22225"/>
                  </a:cubicBezTo>
                  <a:cubicBezTo>
                    <a:pt x="284710" y="22225"/>
                    <a:pt x="284710" y="22225"/>
                    <a:pt x="53428" y="22225"/>
                  </a:cubicBezTo>
                  <a:close/>
                  <a:moveTo>
                    <a:pt x="53663" y="0"/>
                  </a:moveTo>
                  <a:cubicBezTo>
                    <a:pt x="53663" y="0"/>
                    <a:pt x="53663" y="0"/>
                    <a:pt x="286062" y="0"/>
                  </a:cubicBezTo>
                  <a:cubicBezTo>
                    <a:pt x="300587" y="0"/>
                    <a:pt x="311150" y="10530"/>
                    <a:pt x="311150" y="25008"/>
                  </a:cubicBezTo>
                  <a:cubicBezTo>
                    <a:pt x="311150" y="25008"/>
                    <a:pt x="311150" y="25008"/>
                    <a:pt x="311150" y="182955"/>
                  </a:cubicBezTo>
                  <a:cubicBezTo>
                    <a:pt x="311150" y="196117"/>
                    <a:pt x="300587" y="207963"/>
                    <a:pt x="286062" y="207963"/>
                  </a:cubicBezTo>
                  <a:cubicBezTo>
                    <a:pt x="286062" y="207963"/>
                    <a:pt x="286062" y="207963"/>
                    <a:pt x="53663" y="207963"/>
                  </a:cubicBezTo>
                  <a:cubicBezTo>
                    <a:pt x="39138" y="207963"/>
                    <a:pt x="28575" y="196117"/>
                    <a:pt x="28575" y="182955"/>
                  </a:cubicBezTo>
                  <a:cubicBezTo>
                    <a:pt x="28575" y="182955"/>
                    <a:pt x="28575" y="182955"/>
                    <a:pt x="28575" y="25008"/>
                  </a:cubicBezTo>
                  <a:cubicBezTo>
                    <a:pt x="28575" y="10530"/>
                    <a:pt x="39138" y="0"/>
                    <a:pt x="5366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88" name="任意多边形: 形状 87">
              <a:extLst>
                <a:ext uri="{FF2B5EF4-FFF2-40B4-BE49-F238E27FC236}">
                  <a16:creationId xmlns:a16="http://schemas.microsoft.com/office/drawing/2014/main" id="{A3909385-80EB-4B54-9C0F-8C57356A8B02}"/>
                </a:ext>
              </a:extLst>
            </p:cNvPr>
            <p:cNvSpPr/>
            <p:nvPr/>
          </p:nvSpPr>
          <p:spPr>
            <a:xfrm>
              <a:off x="6416441" y="3759281"/>
              <a:ext cx="538904" cy="399749"/>
            </a:xfrm>
            <a:custGeom>
              <a:avLst/>
              <a:gdLst>
                <a:gd name="connsiteX0" fmla="*/ 9246 w 338138"/>
                <a:gd name="connsiteY0" fmla="*/ 217487 h 250825"/>
                <a:gd name="connsiteX1" fmla="*/ 328892 w 338138"/>
                <a:gd name="connsiteY1" fmla="*/ 217487 h 250825"/>
                <a:gd name="connsiteX2" fmla="*/ 338138 w 338138"/>
                <a:gd name="connsiteY2" fmla="*/ 226822 h 250825"/>
                <a:gd name="connsiteX3" fmla="*/ 314363 w 338138"/>
                <a:gd name="connsiteY3" fmla="*/ 250825 h 250825"/>
                <a:gd name="connsiteX4" fmla="*/ 23775 w 338138"/>
                <a:gd name="connsiteY4" fmla="*/ 250825 h 250825"/>
                <a:gd name="connsiteX5" fmla="*/ 0 w 338138"/>
                <a:gd name="connsiteY5" fmla="*/ 226822 h 250825"/>
                <a:gd name="connsiteX6" fmla="*/ 9246 w 338138"/>
                <a:gd name="connsiteY6" fmla="*/ 217487 h 250825"/>
                <a:gd name="connsiteX7" fmla="*/ 100182 w 338138"/>
                <a:gd name="connsiteY7" fmla="*/ 100012 h 250825"/>
                <a:gd name="connsiteX8" fmla="*/ 123655 w 338138"/>
                <a:gd name="connsiteY8" fmla="*/ 100012 h 250825"/>
                <a:gd name="connsiteX9" fmla="*/ 130175 w 338138"/>
                <a:gd name="connsiteY9" fmla="*/ 106705 h 250825"/>
                <a:gd name="connsiteX10" fmla="*/ 130175 w 338138"/>
                <a:gd name="connsiteY10" fmla="*/ 161583 h 250825"/>
                <a:gd name="connsiteX11" fmla="*/ 123655 w 338138"/>
                <a:gd name="connsiteY11" fmla="*/ 168275 h 250825"/>
                <a:gd name="connsiteX12" fmla="*/ 100182 w 338138"/>
                <a:gd name="connsiteY12" fmla="*/ 168275 h 250825"/>
                <a:gd name="connsiteX13" fmla="*/ 93662 w 338138"/>
                <a:gd name="connsiteY13" fmla="*/ 161583 h 250825"/>
                <a:gd name="connsiteX14" fmla="*/ 93662 w 338138"/>
                <a:gd name="connsiteY14" fmla="*/ 106705 h 250825"/>
                <a:gd name="connsiteX15" fmla="*/ 100182 w 338138"/>
                <a:gd name="connsiteY15" fmla="*/ 100012 h 250825"/>
                <a:gd name="connsiteX16" fmla="*/ 157332 w 338138"/>
                <a:gd name="connsiteY16" fmla="*/ 77787 h 250825"/>
                <a:gd name="connsiteX17" fmla="*/ 180805 w 338138"/>
                <a:gd name="connsiteY17" fmla="*/ 77787 h 250825"/>
                <a:gd name="connsiteX18" fmla="*/ 187325 w 338138"/>
                <a:gd name="connsiteY18" fmla="*/ 84441 h 250825"/>
                <a:gd name="connsiteX19" fmla="*/ 187325 w 338138"/>
                <a:gd name="connsiteY19" fmla="*/ 161622 h 250825"/>
                <a:gd name="connsiteX20" fmla="*/ 180805 w 338138"/>
                <a:gd name="connsiteY20" fmla="*/ 168275 h 250825"/>
                <a:gd name="connsiteX21" fmla="*/ 157332 w 338138"/>
                <a:gd name="connsiteY21" fmla="*/ 168275 h 250825"/>
                <a:gd name="connsiteX22" fmla="*/ 150812 w 338138"/>
                <a:gd name="connsiteY22" fmla="*/ 161622 h 250825"/>
                <a:gd name="connsiteX23" fmla="*/ 150812 w 338138"/>
                <a:gd name="connsiteY23" fmla="*/ 84441 h 250825"/>
                <a:gd name="connsiteX24" fmla="*/ 157332 w 338138"/>
                <a:gd name="connsiteY24" fmla="*/ 77787 h 250825"/>
                <a:gd name="connsiteX25" fmla="*/ 216070 w 338138"/>
                <a:gd name="connsiteY25" fmla="*/ 49212 h 250825"/>
                <a:gd name="connsiteX26" fmla="*/ 239543 w 338138"/>
                <a:gd name="connsiteY26" fmla="*/ 49212 h 250825"/>
                <a:gd name="connsiteX27" fmla="*/ 246063 w 338138"/>
                <a:gd name="connsiteY27" fmla="*/ 55827 h 250825"/>
                <a:gd name="connsiteX28" fmla="*/ 246063 w 338138"/>
                <a:gd name="connsiteY28" fmla="*/ 161661 h 250825"/>
                <a:gd name="connsiteX29" fmla="*/ 239543 w 338138"/>
                <a:gd name="connsiteY29" fmla="*/ 168275 h 250825"/>
                <a:gd name="connsiteX30" fmla="*/ 216070 w 338138"/>
                <a:gd name="connsiteY30" fmla="*/ 168275 h 250825"/>
                <a:gd name="connsiteX31" fmla="*/ 209550 w 338138"/>
                <a:gd name="connsiteY31" fmla="*/ 161661 h 250825"/>
                <a:gd name="connsiteX32" fmla="*/ 209550 w 338138"/>
                <a:gd name="connsiteY32" fmla="*/ 55827 h 250825"/>
                <a:gd name="connsiteX33" fmla="*/ 216070 w 338138"/>
                <a:gd name="connsiteY33" fmla="*/ 49212 h 250825"/>
                <a:gd name="connsiteX34" fmla="*/ 53428 w 338138"/>
                <a:gd name="connsiteY34" fmla="*/ 22225 h 250825"/>
                <a:gd name="connsiteX35" fmla="*/ 50800 w 338138"/>
                <a:gd name="connsiteY35" fmla="*/ 24858 h 250825"/>
                <a:gd name="connsiteX36" fmla="*/ 50800 w 338138"/>
                <a:gd name="connsiteY36" fmla="*/ 182834 h 250825"/>
                <a:gd name="connsiteX37" fmla="*/ 53428 w 338138"/>
                <a:gd name="connsiteY37" fmla="*/ 184150 h 250825"/>
                <a:gd name="connsiteX38" fmla="*/ 284710 w 338138"/>
                <a:gd name="connsiteY38" fmla="*/ 184150 h 250825"/>
                <a:gd name="connsiteX39" fmla="*/ 287338 w 338138"/>
                <a:gd name="connsiteY39" fmla="*/ 182834 h 250825"/>
                <a:gd name="connsiteX40" fmla="*/ 287338 w 338138"/>
                <a:gd name="connsiteY40" fmla="*/ 24858 h 250825"/>
                <a:gd name="connsiteX41" fmla="*/ 284710 w 338138"/>
                <a:gd name="connsiteY41" fmla="*/ 22225 h 250825"/>
                <a:gd name="connsiteX42" fmla="*/ 53428 w 338138"/>
                <a:gd name="connsiteY42" fmla="*/ 22225 h 250825"/>
                <a:gd name="connsiteX43" fmla="*/ 53663 w 338138"/>
                <a:gd name="connsiteY43" fmla="*/ 0 h 250825"/>
                <a:gd name="connsiteX44" fmla="*/ 286062 w 338138"/>
                <a:gd name="connsiteY44" fmla="*/ 0 h 250825"/>
                <a:gd name="connsiteX45" fmla="*/ 311150 w 338138"/>
                <a:gd name="connsiteY45" fmla="*/ 25008 h 250825"/>
                <a:gd name="connsiteX46" fmla="*/ 311150 w 338138"/>
                <a:gd name="connsiteY46" fmla="*/ 182955 h 250825"/>
                <a:gd name="connsiteX47" fmla="*/ 286062 w 338138"/>
                <a:gd name="connsiteY47" fmla="*/ 207963 h 250825"/>
                <a:gd name="connsiteX48" fmla="*/ 53663 w 338138"/>
                <a:gd name="connsiteY48" fmla="*/ 207963 h 250825"/>
                <a:gd name="connsiteX49" fmla="*/ 28575 w 338138"/>
                <a:gd name="connsiteY49" fmla="*/ 182955 h 250825"/>
                <a:gd name="connsiteX50" fmla="*/ 28575 w 338138"/>
                <a:gd name="connsiteY50" fmla="*/ 25008 h 250825"/>
                <a:gd name="connsiteX51" fmla="*/ 53663 w 338138"/>
                <a:gd name="connsiteY51" fmla="*/ 0 h 25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38138" h="250825">
                  <a:moveTo>
                    <a:pt x="9246" y="217487"/>
                  </a:moveTo>
                  <a:cubicBezTo>
                    <a:pt x="9246" y="217487"/>
                    <a:pt x="9246" y="217487"/>
                    <a:pt x="328892" y="217487"/>
                  </a:cubicBezTo>
                  <a:cubicBezTo>
                    <a:pt x="334176" y="217487"/>
                    <a:pt x="338138" y="221488"/>
                    <a:pt x="338138" y="226822"/>
                  </a:cubicBezTo>
                  <a:cubicBezTo>
                    <a:pt x="338138" y="240157"/>
                    <a:pt x="327571" y="250825"/>
                    <a:pt x="314363" y="250825"/>
                  </a:cubicBezTo>
                  <a:cubicBezTo>
                    <a:pt x="314363" y="250825"/>
                    <a:pt x="314363" y="250825"/>
                    <a:pt x="23775" y="250825"/>
                  </a:cubicBezTo>
                  <a:cubicBezTo>
                    <a:pt x="10567" y="250825"/>
                    <a:pt x="0" y="240157"/>
                    <a:pt x="0" y="226822"/>
                  </a:cubicBezTo>
                  <a:cubicBezTo>
                    <a:pt x="0" y="221488"/>
                    <a:pt x="3962" y="217487"/>
                    <a:pt x="9246" y="217487"/>
                  </a:cubicBezTo>
                  <a:close/>
                  <a:moveTo>
                    <a:pt x="100182" y="100012"/>
                  </a:moveTo>
                  <a:cubicBezTo>
                    <a:pt x="100182" y="100012"/>
                    <a:pt x="100182" y="100012"/>
                    <a:pt x="123655" y="100012"/>
                  </a:cubicBezTo>
                  <a:cubicBezTo>
                    <a:pt x="127567" y="100012"/>
                    <a:pt x="130175" y="102689"/>
                    <a:pt x="130175" y="106705"/>
                  </a:cubicBezTo>
                  <a:cubicBezTo>
                    <a:pt x="130175" y="106705"/>
                    <a:pt x="130175" y="106705"/>
                    <a:pt x="130175" y="161583"/>
                  </a:cubicBezTo>
                  <a:cubicBezTo>
                    <a:pt x="130175" y="165598"/>
                    <a:pt x="127567" y="168275"/>
                    <a:pt x="123655" y="168275"/>
                  </a:cubicBezTo>
                  <a:cubicBezTo>
                    <a:pt x="123655" y="168275"/>
                    <a:pt x="123655" y="168275"/>
                    <a:pt x="100182" y="168275"/>
                  </a:cubicBezTo>
                  <a:cubicBezTo>
                    <a:pt x="96270" y="168275"/>
                    <a:pt x="93662" y="165598"/>
                    <a:pt x="93662" y="161583"/>
                  </a:cubicBezTo>
                  <a:cubicBezTo>
                    <a:pt x="93662" y="161583"/>
                    <a:pt x="93662" y="161583"/>
                    <a:pt x="93662" y="106705"/>
                  </a:cubicBezTo>
                  <a:cubicBezTo>
                    <a:pt x="93662" y="102689"/>
                    <a:pt x="96270" y="100012"/>
                    <a:pt x="100182" y="100012"/>
                  </a:cubicBezTo>
                  <a:close/>
                  <a:moveTo>
                    <a:pt x="157332" y="77787"/>
                  </a:moveTo>
                  <a:cubicBezTo>
                    <a:pt x="157332" y="77787"/>
                    <a:pt x="157332" y="77787"/>
                    <a:pt x="180805" y="77787"/>
                  </a:cubicBezTo>
                  <a:cubicBezTo>
                    <a:pt x="184717" y="77787"/>
                    <a:pt x="187325" y="81779"/>
                    <a:pt x="187325" y="84441"/>
                  </a:cubicBezTo>
                  <a:cubicBezTo>
                    <a:pt x="187325" y="84441"/>
                    <a:pt x="187325" y="84441"/>
                    <a:pt x="187325" y="161622"/>
                  </a:cubicBezTo>
                  <a:cubicBezTo>
                    <a:pt x="187325" y="165614"/>
                    <a:pt x="184717" y="168275"/>
                    <a:pt x="180805" y="168275"/>
                  </a:cubicBezTo>
                  <a:cubicBezTo>
                    <a:pt x="180805" y="168275"/>
                    <a:pt x="180805" y="168275"/>
                    <a:pt x="157332" y="168275"/>
                  </a:cubicBezTo>
                  <a:cubicBezTo>
                    <a:pt x="153420" y="168275"/>
                    <a:pt x="150812" y="165614"/>
                    <a:pt x="150812" y="161622"/>
                  </a:cubicBezTo>
                  <a:cubicBezTo>
                    <a:pt x="150812" y="161622"/>
                    <a:pt x="150812" y="161622"/>
                    <a:pt x="150812" y="84441"/>
                  </a:cubicBezTo>
                  <a:cubicBezTo>
                    <a:pt x="150812" y="81779"/>
                    <a:pt x="153420" y="77787"/>
                    <a:pt x="157332" y="77787"/>
                  </a:cubicBezTo>
                  <a:close/>
                  <a:moveTo>
                    <a:pt x="216070" y="49212"/>
                  </a:moveTo>
                  <a:cubicBezTo>
                    <a:pt x="216070" y="49212"/>
                    <a:pt x="216070" y="49212"/>
                    <a:pt x="239543" y="49212"/>
                  </a:cubicBezTo>
                  <a:cubicBezTo>
                    <a:pt x="243455" y="49212"/>
                    <a:pt x="246063" y="51858"/>
                    <a:pt x="246063" y="55827"/>
                  </a:cubicBezTo>
                  <a:cubicBezTo>
                    <a:pt x="246063" y="55827"/>
                    <a:pt x="246063" y="55827"/>
                    <a:pt x="246063" y="161661"/>
                  </a:cubicBezTo>
                  <a:cubicBezTo>
                    <a:pt x="246063" y="165629"/>
                    <a:pt x="243455" y="168275"/>
                    <a:pt x="239543" y="168275"/>
                  </a:cubicBezTo>
                  <a:cubicBezTo>
                    <a:pt x="239543" y="168275"/>
                    <a:pt x="239543" y="168275"/>
                    <a:pt x="216070" y="168275"/>
                  </a:cubicBezTo>
                  <a:cubicBezTo>
                    <a:pt x="212158" y="168275"/>
                    <a:pt x="209550" y="165629"/>
                    <a:pt x="209550" y="161661"/>
                  </a:cubicBezTo>
                  <a:cubicBezTo>
                    <a:pt x="209550" y="161661"/>
                    <a:pt x="209550" y="161661"/>
                    <a:pt x="209550" y="55827"/>
                  </a:cubicBezTo>
                  <a:cubicBezTo>
                    <a:pt x="209550" y="51858"/>
                    <a:pt x="212158" y="49212"/>
                    <a:pt x="216070" y="49212"/>
                  </a:cubicBezTo>
                  <a:close/>
                  <a:moveTo>
                    <a:pt x="53428" y="22225"/>
                  </a:moveTo>
                  <a:cubicBezTo>
                    <a:pt x="52114" y="22225"/>
                    <a:pt x="50800" y="23541"/>
                    <a:pt x="50800" y="24858"/>
                  </a:cubicBezTo>
                  <a:lnTo>
                    <a:pt x="50800" y="182834"/>
                  </a:lnTo>
                  <a:cubicBezTo>
                    <a:pt x="50800" y="184150"/>
                    <a:pt x="52114" y="184150"/>
                    <a:pt x="53428" y="184150"/>
                  </a:cubicBezTo>
                  <a:cubicBezTo>
                    <a:pt x="53428" y="184150"/>
                    <a:pt x="53428" y="184150"/>
                    <a:pt x="284710" y="184150"/>
                  </a:cubicBezTo>
                  <a:cubicBezTo>
                    <a:pt x="286024" y="184150"/>
                    <a:pt x="287338" y="184150"/>
                    <a:pt x="287338" y="182834"/>
                  </a:cubicBezTo>
                  <a:cubicBezTo>
                    <a:pt x="287338" y="182834"/>
                    <a:pt x="287338" y="182834"/>
                    <a:pt x="287338" y="24858"/>
                  </a:cubicBezTo>
                  <a:cubicBezTo>
                    <a:pt x="287338" y="23541"/>
                    <a:pt x="286024" y="22225"/>
                    <a:pt x="284710" y="22225"/>
                  </a:cubicBezTo>
                  <a:cubicBezTo>
                    <a:pt x="284710" y="22225"/>
                    <a:pt x="284710" y="22225"/>
                    <a:pt x="53428" y="22225"/>
                  </a:cubicBezTo>
                  <a:close/>
                  <a:moveTo>
                    <a:pt x="53663" y="0"/>
                  </a:moveTo>
                  <a:cubicBezTo>
                    <a:pt x="53663" y="0"/>
                    <a:pt x="53663" y="0"/>
                    <a:pt x="286062" y="0"/>
                  </a:cubicBezTo>
                  <a:cubicBezTo>
                    <a:pt x="300587" y="0"/>
                    <a:pt x="311150" y="10530"/>
                    <a:pt x="311150" y="25008"/>
                  </a:cubicBezTo>
                  <a:cubicBezTo>
                    <a:pt x="311150" y="25008"/>
                    <a:pt x="311150" y="25008"/>
                    <a:pt x="311150" y="182955"/>
                  </a:cubicBezTo>
                  <a:cubicBezTo>
                    <a:pt x="311150" y="196117"/>
                    <a:pt x="300587" y="207963"/>
                    <a:pt x="286062" y="207963"/>
                  </a:cubicBezTo>
                  <a:cubicBezTo>
                    <a:pt x="286062" y="207963"/>
                    <a:pt x="286062" y="207963"/>
                    <a:pt x="53663" y="207963"/>
                  </a:cubicBezTo>
                  <a:cubicBezTo>
                    <a:pt x="39138" y="207963"/>
                    <a:pt x="28575" y="196117"/>
                    <a:pt x="28575" y="182955"/>
                  </a:cubicBezTo>
                  <a:cubicBezTo>
                    <a:pt x="28575" y="182955"/>
                    <a:pt x="28575" y="182955"/>
                    <a:pt x="28575" y="25008"/>
                  </a:cubicBezTo>
                  <a:cubicBezTo>
                    <a:pt x="28575" y="10530"/>
                    <a:pt x="39138" y="0"/>
                    <a:pt x="5366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89" name="任意多边形: 形状 88">
              <a:extLst>
                <a:ext uri="{FF2B5EF4-FFF2-40B4-BE49-F238E27FC236}">
                  <a16:creationId xmlns:a16="http://schemas.microsoft.com/office/drawing/2014/main" id="{ECAF6E56-8023-40C9-8F56-C2095E917250}"/>
                </a:ext>
              </a:extLst>
            </p:cNvPr>
            <p:cNvSpPr/>
            <p:nvPr/>
          </p:nvSpPr>
          <p:spPr>
            <a:xfrm>
              <a:off x="7455394" y="3718640"/>
              <a:ext cx="538904" cy="399749"/>
            </a:xfrm>
            <a:custGeom>
              <a:avLst/>
              <a:gdLst>
                <a:gd name="connsiteX0" fmla="*/ 9246 w 338138"/>
                <a:gd name="connsiteY0" fmla="*/ 217487 h 250825"/>
                <a:gd name="connsiteX1" fmla="*/ 328892 w 338138"/>
                <a:gd name="connsiteY1" fmla="*/ 217487 h 250825"/>
                <a:gd name="connsiteX2" fmla="*/ 338138 w 338138"/>
                <a:gd name="connsiteY2" fmla="*/ 226822 h 250825"/>
                <a:gd name="connsiteX3" fmla="*/ 314363 w 338138"/>
                <a:gd name="connsiteY3" fmla="*/ 250825 h 250825"/>
                <a:gd name="connsiteX4" fmla="*/ 23775 w 338138"/>
                <a:gd name="connsiteY4" fmla="*/ 250825 h 250825"/>
                <a:gd name="connsiteX5" fmla="*/ 0 w 338138"/>
                <a:gd name="connsiteY5" fmla="*/ 226822 h 250825"/>
                <a:gd name="connsiteX6" fmla="*/ 9246 w 338138"/>
                <a:gd name="connsiteY6" fmla="*/ 217487 h 250825"/>
                <a:gd name="connsiteX7" fmla="*/ 100182 w 338138"/>
                <a:gd name="connsiteY7" fmla="*/ 100012 h 250825"/>
                <a:gd name="connsiteX8" fmla="*/ 123655 w 338138"/>
                <a:gd name="connsiteY8" fmla="*/ 100012 h 250825"/>
                <a:gd name="connsiteX9" fmla="*/ 130175 w 338138"/>
                <a:gd name="connsiteY9" fmla="*/ 106705 h 250825"/>
                <a:gd name="connsiteX10" fmla="*/ 130175 w 338138"/>
                <a:gd name="connsiteY10" fmla="*/ 161583 h 250825"/>
                <a:gd name="connsiteX11" fmla="*/ 123655 w 338138"/>
                <a:gd name="connsiteY11" fmla="*/ 168275 h 250825"/>
                <a:gd name="connsiteX12" fmla="*/ 100182 w 338138"/>
                <a:gd name="connsiteY12" fmla="*/ 168275 h 250825"/>
                <a:gd name="connsiteX13" fmla="*/ 93662 w 338138"/>
                <a:gd name="connsiteY13" fmla="*/ 161583 h 250825"/>
                <a:gd name="connsiteX14" fmla="*/ 93662 w 338138"/>
                <a:gd name="connsiteY14" fmla="*/ 106705 h 250825"/>
                <a:gd name="connsiteX15" fmla="*/ 100182 w 338138"/>
                <a:gd name="connsiteY15" fmla="*/ 100012 h 250825"/>
                <a:gd name="connsiteX16" fmla="*/ 157332 w 338138"/>
                <a:gd name="connsiteY16" fmla="*/ 77787 h 250825"/>
                <a:gd name="connsiteX17" fmla="*/ 180805 w 338138"/>
                <a:gd name="connsiteY17" fmla="*/ 77787 h 250825"/>
                <a:gd name="connsiteX18" fmla="*/ 187325 w 338138"/>
                <a:gd name="connsiteY18" fmla="*/ 84441 h 250825"/>
                <a:gd name="connsiteX19" fmla="*/ 187325 w 338138"/>
                <a:gd name="connsiteY19" fmla="*/ 161622 h 250825"/>
                <a:gd name="connsiteX20" fmla="*/ 180805 w 338138"/>
                <a:gd name="connsiteY20" fmla="*/ 168275 h 250825"/>
                <a:gd name="connsiteX21" fmla="*/ 157332 w 338138"/>
                <a:gd name="connsiteY21" fmla="*/ 168275 h 250825"/>
                <a:gd name="connsiteX22" fmla="*/ 150812 w 338138"/>
                <a:gd name="connsiteY22" fmla="*/ 161622 h 250825"/>
                <a:gd name="connsiteX23" fmla="*/ 150812 w 338138"/>
                <a:gd name="connsiteY23" fmla="*/ 84441 h 250825"/>
                <a:gd name="connsiteX24" fmla="*/ 157332 w 338138"/>
                <a:gd name="connsiteY24" fmla="*/ 77787 h 250825"/>
                <a:gd name="connsiteX25" fmla="*/ 216070 w 338138"/>
                <a:gd name="connsiteY25" fmla="*/ 49212 h 250825"/>
                <a:gd name="connsiteX26" fmla="*/ 239543 w 338138"/>
                <a:gd name="connsiteY26" fmla="*/ 49212 h 250825"/>
                <a:gd name="connsiteX27" fmla="*/ 246063 w 338138"/>
                <a:gd name="connsiteY27" fmla="*/ 55827 h 250825"/>
                <a:gd name="connsiteX28" fmla="*/ 246063 w 338138"/>
                <a:gd name="connsiteY28" fmla="*/ 161661 h 250825"/>
                <a:gd name="connsiteX29" fmla="*/ 239543 w 338138"/>
                <a:gd name="connsiteY29" fmla="*/ 168275 h 250825"/>
                <a:gd name="connsiteX30" fmla="*/ 216070 w 338138"/>
                <a:gd name="connsiteY30" fmla="*/ 168275 h 250825"/>
                <a:gd name="connsiteX31" fmla="*/ 209550 w 338138"/>
                <a:gd name="connsiteY31" fmla="*/ 161661 h 250825"/>
                <a:gd name="connsiteX32" fmla="*/ 209550 w 338138"/>
                <a:gd name="connsiteY32" fmla="*/ 55827 h 250825"/>
                <a:gd name="connsiteX33" fmla="*/ 216070 w 338138"/>
                <a:gd name="connsiteY33" fmla="*/ 49212 h 250825"/>
                <a:gd name="connsiteX34" fmla="*/ 53428 w 338138"/>
                <a:gd name="connsiteY34" fmla="*/ 22225 h 250825"/>
                <a:gd name="connsiteX35" fmla="*/ 50800 w 338138"/>
                <a:gd name="connsiteY35" fmla="*/ 24858 h 250825"/>
                <a:gd name="connsiteX36" fmla="*/ 50800 w 338138"/>
                <a:gd name="connsiteY36" fmla="*/ 182834 h 250825"/>
                <a:gd name="connsiteX37" fmla="*/ 53428 w 338138"/>
                <a:gd name="connsiteY37" fmla="*/ 184150 h 250825"/>
                <a:gd name="connsiteX38" fmla="*/ 284710 w 338138"/>
                <a:gd name="connsiteY38" fmla="*/ 184150 h 250825"/>
                <a:gd name="connsiteX39" fmla="*/ 287338 w 338138"/>
                <a:gd name="connsiteY39" fmla="*/ 182834 h 250825"/>
                <a:gd name="connsiteX40" fmla="*/ 287338 w 338138"/>
                <a:gd name="connsiteY40" fmla="*/ 24858 h 250825"/>
                <a:gd name="connsiteX41" fmla="*/ 284710 w 338138"/>
                <a:gd name="connsiteY41" fmla="*/ 22225 h 250825"/>
                <a:gd name="connsiteX42" fmla="*/ 53428 w 338138"/>
                <a:gd name="connsiteY42" fmla="*/ 22225 h 250825"/>
                <a:gd name="connsiteX43" fmla="*/ 53663 w 338138"/>
                <a:gd name="connsiteY43" fmla="*/ 0 h 250825"/>
                <a:gd name="connsiteX44" fmla="*/ 286062 w 338138"/>
                <a:gd name="connsiteY44" fmla="*/ 0 h 250825"/>
                <a:gd name="connsiteX45" fmla="*/ 311150 w 338138"/>
                <a:gd name="connsiteY45" fmla="*/ 25008 h 250825"/>
                <a:gd name="connsiteX46" fmla="*/ 311150 w 338138"/>
                <a:gd name="connsiteY46" fmla="*/ 182955 h 250825"/>
                <a:gd name="connsiteX47" fmla="*/ 286062 w 338138"/>
                <a:gd name="connsiteY47" fmla="*/ 207963 h 250825"/>
                <a:gd name="connsiteX48" fmla="*/ 53663 w 338138"/>
                <a:gd name="connsiteY48" fmla="*/ 207963 h 250825"/>
                <a:gd name="connsiteX49" fmla="*/ 28575 w 338138"/>
                <a:gd name="connsiteY49" fmla="*/ 182955 h 250825"/>
                <a:gd name="connsiteX50" fmla="*/ 28575 w 338138"/>
                <a:gd name="connsiteY50" fmla="*/ 25008 h 250825"/>
                <a:gd name="connsiteX51" fmla="*/ 53663 w 338138"/>
                <a:gd name="connsiteY51" fmla="*/ 0 h 25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38138" h="250825">
                  <a:moveTo>
                    <a:pt x="9246" y="217487"/>
                  </a:moveTo>
                  <a:cubicBezTo>
                    <a:pt x="9246" y="217487"/>
                    <a:pt x="9246" y="217487"/>
                    <a:pt x="328892" y="217487"/>
                  </a:cubicBezTo>
                  <a:cubicBezTo>
                    <a:pt x="334176" y="217487"/>
                    <a:pt x="338138" y="221488"/>
                    <a:pt x="338138" y="226822"/>
                  </a:cubicBezTo>
                  <a:cubicBezTo>
                    <a:pt x="338138" y="240157"/>
                    <a:pt x="327571" y="250825"/>
                    <a:pt x="314363" y="250825"/>
                  </a:cubicBezTo>
                  <a:cubicBezTo>
                    <a:pt x="314363" y="250825"/>
                    <a:pt x="314363" y="250825"/>
                    <a:pt x="23775" y="250825"/>
                  </a:cubicBezTo>
                  <a:cubicBezTo>
                    <a:pt x="10567" y="250825"/>
                    <a:pt x="0" y="240157"/>
                    <a:pt x="0" y="226822"/>
                  </a:cubicBezTo>
                  <a:cubicBezTo>
                    <a:pt x="0" y="221488"/>
                    <a:pt x="3962" y="217487"/>
                    <a:pt x="9246" y="217487"/>
                  </a:cubicBezTo>
                  <a:close/>
                  <a:moveTo>
                    <a:pt x="100182" y="100012"/>
                  </a:moveTo>
                  <a:cubicBezTo>
                    <a:pt x="100182" y="100012"/>
                    <a:pt x="100182" y="100012"/>
                    <a:pt x="123655" y="100012"/>
                  </a:cubicBezTo>
                  <a:cubicBezTo>
                    <a:pt x="127567" y="100012"/>
                    <a:pt x="130175" y="102689"/>
                    <a:pt x="130175" y="106705"/>
                  </a:cubicBezTo>
                  <a:cubicBezTo>
                    <a:pt x="130175" y="106705"/>
                    <a:pt x="130175" y="106705"/>
                    <a:pt x="130175" y="161583"/>
                  </a:cubicBezTo>
                  <a:cubicBezTo>
                    <a:pt x="130175" y="165598"/>
                    <a:pt x="127567" y="168275"/>
                    <a:pt x="123655" y="168275"/>
                  </a:cubicBezTo>
                  <a:cubicBezTo>
                    <a:pt x="123655" y="168275"/>
                    <a:pt x="123655" y="168275"/>
                    <a:pt x="100182" y="168275"/>
                  </a:cubicBezTo>
                  <a:cubicBezTo>
                    <a:pt x="96270" y="168275"/>
                    <a:pt x="93662" y="165598"/>
                    <a:pt x="93662" y="161583"/>
                  </a:cubicBezTo>
                  <a:cubicBezTo>
                    <a:pt x="93662" y="161583"/>
                    <a:pt x="93662" y="161583"/>
                    <a:pt x="93662" y="106705"/>
                  </a:cubicBezTo>
                  <a:cubicBezTo>
                    <a:pt x="93662" y="102689"/>
                    <a:pt x="96270" y="100012"/>
                    <a:pt x="100182" y="100012"/>
                  </a:cubicBezTo>
                  <a:close/>
                  <a:moveTo>
                    <a:pt x="157332" y="77787"/>
                  </a:moveTo>
                  <a:cubicBezTo>
                    <a:pt x="157332" y="77787"/>
                    <a:pt x="157332" y="77787"/>
                    <a:pt x="180805" y="77787"/>
                  </a:cubicBezTo>
                  <a:cubicBezTo>
                    <a:pt x="184717" y="77787"/>
                    <a:pt x="187325" y="81779"/>
                    <a:pt x="187325" y="84441"/>
                  </a:cubicBezTo>
                  <a:cubicBezTo>
                    <a:pt x="187325" y="84441"/>
                    <a:pt x="187325" y="84441"/>
                    <a:pt x="187325" y="161622"/>
                  </a:cubicBezTo>
                  <a:cubicBezTo>
                    <a:pt x="187325" y="165614"/>
                    <a:pt x="184717" y="168275"/>
                    <a:pt x="180805" y="168275"/>
                  </a:cubicBezTo>
                  <a:cubicBezTo>
                    <a:pt x="180805" y="168275"/>
                    <a:pt x="180805" y="168275"/>
                    <a:pt x="157332" y="168275"/>
                  </a:cubicBezTo>
                  <a:cubicBezTo>
                    <a:pt x="153420" y="168275"/>
                    <a:pt x="150812" y="165614"/>
                    <a:pt x="150812" y="161622"/>
                  </a:cubicBezTo>
                  <a:cubicBezTo>
                    <a:pt x="150812" y="161622"/>
                    <a:pt x="150812" y="161622"/>
                    <a:pt x="150812" y="84441"/>
                  </a:cubicBezTo>
                  <a:cubicBezTo>
                    <a:pt x="150812" y="81779"/>
                    <a:pt x="153420" y="77787"/>
                    <a:pt x="157332" y="77787"/>
                  </a:cubicBezTo>
                  <a:close/>
                  <a:moveTo>
                    <a:pt x="216070" y="49212"/>
                  </a:moveTo>
                  <a:cubicBezTo>
                    <a:pt x="216070" y="49212"/>
                    <a:pt x="216070" y="49212"/>
                    <a:pt x="239543" y="49212"/>
                  </a:cubicBezTo>
                  <a:cubicBezTo>
                    <a:pt x="243455" y="49212"/>
                    <a:pt x="246063" y="51858"/>
                    <a:pt x="246063" y="55827"/>
                  </a:cubicBezTo>
                  <a:cubicBezTo>
                    <a:pt x="246063" y="55827"/>
                    <a:pt x="246063" y="55827"/>
                    <a:pt x="246063" y="161661"/>
                  </a:cubicBezTo>
                  <a:cubicBezTo>
                    <a:pt x="246063" y="165629"/>
                    <a:pt x="243455" y="168275"/>
                    <a:pt x="239543" y="168275"/>
                  </a:cubicBezTo>
                  <a:cubicBezTo>
                    <a:pt x="239543" y="168275"/>
                    <a:pt x="239543" y="168275"/>
                    <a:pt x="216070" y="168275"/>
                  </a:cubicBezTo>
                  <a:cubicBezTo>
                    <a:pt x="212158" y="168275"/>
                    <a:pt x="209550" y="165629"/>
                    <a:pt x="209550" y="161661"/>
                  </a:cubicBezTo>
                  <a:cubicBezTo>
                    <a:pt x="209550" y="161661"/>
                    <a:pt x="209550" y="161661"/>
                    <a:pt x="209550" y="55827"/>
                  </a:cubicBezTo>
                  <a:cubicBezTo>
                    <a:pt x="209550" y="51858"/>
                    <a:pt x="212158" y="49212"/>
                    <a:pt x="216070" y="49212"/>
                  </a:cubicBezTo>
                  <a:close/>
                  <a:moveTo>
                    <a:pt x="53428" y="22225"/>
                  </a:moveTo>
                  <a:cubicBezTo>
                    <a:pt x="52114" y="22225"/>
                    <a:pt x="50800" y="23541"/>
                    <a:pt x="50800" y="24858"/>
                  </a:cubicBezTo>
                  <a:lnTo>
                    <a:pt x="50800" y="182834"/>
                  </a:lnTo>
                  <a:cubicBezTo>
                    <a:pt x="50800" y="184150"/>
                    <a:pt x="52114" y="184150"/>
                    <a:pt x="53428" y="184150"/>
                  </a:cubicBezTo>
                  <a:cubicBezTo>
                    <a:pt x="53428" y="184150"/>
                    <a:pt x="53428" y="184150"/>
                    <a:pt x="284710" y="184150"/>
                  </a:cubicBezTo>
                  <a:cubicBezTo>
                    <a:pt x="286024" y="184150"/>
                    <a:pt x="287338" y="184150"/>
                    <a:pt x="287338" y="182834"/>
                  </a:cubicBezTo>
                  <a:cubicBezTo>
                    <a:pt x="287338" y="182834"/>
                    <a:pt x="287338" y="182834"/>
                    <a:pt x="287338" y="24858"/>
                  </a:cubicBezTo>
                  <a:cubicBezTo>
                    <a:pt x="287338" y="23541"/>
                    <a:pt x="286024" y="22225"/>
                    <a:pt x="284710" y="22225"/>
                  </a:cubicBezTo>
                  <a:cubicBezTo>
                    <a:pt x="284710" y="22225"/>
                    <a:pt x="284710" y="22225"/>
                    <a:pt x="53428" y="22225"/>
                  </a:cubicBezTo>
                  <a:close/>
                  <a:moveTo>
                    <a:pt x="53663" y="0"/>
                  </a:moveTo>
                  <a:cubicBezTo>
                    <a:pt x="53663" y="0"/>
                    <a:pt x="53663" y="0"/>
                    <a:pt x="286062" y="0"/>
                  </a:cubicBezTo>
                  <a:cubicBezTo>
                    <a:pt x="300587" y="0"/>
                    <a:pt x="311150" y="10530"/>
                    <a:pt x="311150" y="25008"/>
                  </a:cubicBezTo>
                  <a:cubicBezTo>
                    <a:pt x="311150" y="25008"/>
                    <a:pt x="311150" y="25008"/>
                    <a:pt x="311150" y="182955"/>
                  </a:cubicBezTo>
                  <a:cubicBezTo>
                    <a:pt x="311150" y="196117"/>
                    <a:pt x="300587" y="207963"/>
                    <a:pt x="286062" y="207963"/>
                  </a:cubicBezTo>
                  <a:cubicBezTo>
                    <a:pt x="286062" y="207963"/>
                    <a:pt x="286062" y="207963"/>
                    <a:pt x="53663" y="207963"/>
                  </a:cubicBezTo>
                  <a:cubicBezTo>
                    <a:pt x="39138" y="207963"/>
                    <a:pt x="28575" y="196117"/>
                    <a:pt x="28575" y="182955"/>
                  </a:cubicBezTo>
                  <a:cubicBezTo>
                    <a:pt x="28575" y="182955"/>
                    <a:pt x="28575" y="182955"/>
                    <a:pt x="28575" y="25008"/>
                  </a:cubicBezTo>
                  <a:cubicBezTo>
                    <a:pt x="28575" y="10530"/>
                    <a:pt x="39138" y="0"/>
                    <a:pt x="5366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grpSp>
    </p:spTree>
    <p:extLst>
      <p:ext uri="{BB962C8B-B14F-4D97-AF65-F5344CB8AC3E}">
        <p14:creationId xmlns:p14="http://schemas.microsoft.com/office/powerpoint/2010/main" val="21084563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childTnLst>
                                    <p:set>
                                      <p:cBhvr>
                                        <p:cTn id="6" dur="1" fill="hold">
                                          <p:stCondLst>
                                            <p:cond delay="0"/>
                                          </p:stCondLst>
                                        </p:cTn>
                                        <p:tgtEl>
                                          <p:spTgt spid="84"/>
                                        </p:tgtEl>
                                        <p:attrNameLst>
                                          <p:attrName>style.visibility</p:attrName>
                                        </p:attrNameLst>
                                      </p:cBhvr>
                                      <p:to>
                                        <p:strVal val="visible"/>
                                      </p:to>
                                    </p:set>
                                    <p:animEffect transition="in" filter="fade">
                                      <p:cBhvr>
                                        <p:cTn id="7" dur="1000"/>
                                        <p:tgtEl>
                                          <p:spTgt spid="84"/>
                                        </p:tgtEl>
                                      </p:cBhvr>
                                    </p:animEffect>
                                    <p:anim calcmode="lin" valueType="num">
                                      <p:cBhvr>
                                        <p:cTn id="8" dur="1000" fill="hold"/>
                                        <p:tgtEl>
                                          <p:spTgt spid="84"/>
                                        </p:tgtEl>
                                        <p:attrNameLst>
                                          <p:attrName>ppt_x</p:attrName>
                                        </p:attrNameLst>
                                      </p:cBhvr>
                                      <p:tavLst>
                                        <p:tav tm="0">
                                          <p:val>
                                            <p:strVal val="#ppt_x"/>
                                          </p:val>
                                        </p:tav>
                                        <p:tav tm="100000">
                                          <p:val>
                                            <p:strVal val="#ppt_x"/>
                                          </p:val>
                                        </p:tav>
                                      </p:tavLst>
                                    </p:anim>
                                    <p:anim calcmode="lin" valueType="num">
                                      <p:cBhvr>
                                        <p:cTn id="9" dur="1000" fill="hold"/>
                                        <p:tgtEl>
                                          <p:spTgt spid="8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nodeType="afterEffect">
                                  <p:childTnLst>
                                    <p:set>
                                      <p:cBhvr>
                                        <p:cTn id="12" dur="1" fill="hold">
                                          <p:stCondLst>
                                            <p:cond delay="0"/>
                                          </p:stCondLst>
                                        </p:cTn>
                                        <p:tgtEl>
                                          <p:spTgt spid="65"/>
                                        </p:tgtEl>
                                        <p:attrNameLst>
                                          <p:attrName>style.visibility</p:attrName>
                                        </p:attrNameLst>
                                      </p:cBhvr>
                                      <p:to>
                                        <p:strVal val="visible"/>
                                      </p:to>
                                    </p:set>
                                    <p:animEffect transition="in" filter="fade">
                                      <p:cBhvr>
                                        <p:cTn id="13" dur="1000"/>
                                        <p:tgtEl>
                                          <p:spTgt spid="65"/>
                                        </p:tgtEl>
                                      </p:cBhvr>
                                    </p:animEffect>
                                    <p:anim calcmode="lin" valueType="num">
                                      <p:cBhvr>
                                        <p:cTn id="14" dur="1000" fill="hold"/>
                                        <p:tgtEl>
                                          <p:spTgt spid="65"/>
                                        </p:tgtEl>
                                        <p:attrNameLst>
                                          <p:attrName>ppt_x</p:attrName>
                                        </p:attrNameLst>
                                      </p:cBhvr>
                                      <p:tavLst>
                                        <p:tav tm="0">
                                          <p:val>
                                            <p:strVal val="#ppt_x"/>
                                          </p:val>
                                        </p:tav>
                                        <p:tav tm="100000">
                                          <p:val>
                                            <p:strVal val="#ppt_x"/>
                                          </p:val>
                                        </p:tav>
                                      </p:tavLst>
                                    </p:anim>
                                    <p:anim calcmode="lin" valueType="num">
                                      <p:cBhvr>
                                        <p:cTn id="15" dur="1000" fill="hold"/>
                                        <p:tgtEl>
                                          <p:spTgt spid="65"/>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53" presetClass="entr" presetSubtype="0" fill="hold" nodeType="afterEffect">
                                  <p:childTnLst>
                                    <p:set>
                                      <p:cBhvr>
                                        <p:cTn id="18" dur="1" fill="hold">
                                          <p:stCondLst>
                                            <p:cond delay="0"/>
                                          </p:stCondLst>
                                        </p:cTn>
                                        <p:tgtEl>
                                          <p:spTgt spid="40"/>
                                        </p:tgtEl>
                                        <p:attrNameLst>
                                          <p:attrName>style.visibility</p:attrName>
                                        </p:attrNameLst>
                                      </p:cBhvr>
                                      <p:to>
                                        <p:strVal val="visible"/>
                                      </p:to>
                                    </p:set>
                                    <p:anim calcmode="lin" valueType="num">
                                      <p:cBhvr>
                                        <p:cTn id="19" dur="500" fill="hold"/>
                                        <p:tgtEl>
                                          <p:spTgt spid="40"/>
                                        </p:tgtEl>
                                        <p:attrNameLst>
                                          <p:attrName>ppt_w</p:attrName>
                                        </p:attrNameLst>
                                      </p:cBhvr>
                                      <p:tavLst>
                                        <p:tav tm="0">
                                          <p:val>
                                            <p:fltVal val="0"/>
                                          </p:val>
                                        </p:tav>
                                        <p:tav tm="100000">
                                          <p:val>
                                            <p:strVal val="#ppt_w"/>
                                          </p:val>
                                        </p:tav>
                                      </p:tavLst>
                                    </p:anim>
                                    <p:anim calcmode="lin" valueType="num">
                                      <p:cBhvr>
                                        <p:cTn id="20" dur="500" fill="hold"/>
                                        <p:tgtEl>
                                          <p:spTgt spid="40"/>
                                        </p:tgtEl>
                                        <p:attrNameLst>
                                          <p:attrName>ppt_h</p:attrName>
                                        </p:attrNameLst>
                                      </p:cBhvr>
                                      <p:tavLst>
                                        <p:tav tm="0">
                                          <p:val>
                                            <p:fltVal val="0"/>
                                          </p:val>
                                        </p:tav>
                                        <p:tav tm="100000">
                                          <p:val>
                                            <p:strVal val="#ppt_h"/>
                                          </p:val>
                                        </p:tav>
                                      </p:tavLst>
                                    </p:anim>
                                    <p:animEffect transition="in" filter="fade">
                                      <p:cBhvr>
                                        <p:cTn id="21" dur="500"/>
                                        <p:tgtEl>
                                          <p:spTgt spid="40"/>
                                        </p:tgtEl>
                                      </p:cBhvr>
                                    </p:animEffect>
                                    <p:anim calcmode="lin" valueType="num">
                                      <p:cBhvr>
                                        <p:cTn id="22" dur="500" fill="hold"/>
                                        <p:tgtEl>
                                          <p:spTgt spid="40"/>
                                        </p:tgtEl>
                                        <p:attrNameLst>
                                          <p:attrName>ppt_x</p:attrName>
                                        </p:attrNameLst>
                                      </p:cBhvr>
                                      <p:tavLst>
                                        <p:tav tm="0">
                                          <p:val>
                                            <p:fltVal val="0.5"/>
                                          </p:val>
                                        </p:tav>
                                        <p:tav tm="100000">
                                          <p:val>
                                            <p:strVal val="#ppt_x"/>
                                          </p:val>
                                        </p:tav>
                                      </p:tavLst>
                                    </p:anim>
                                    <p:anim calcmode="lin" valueType="num">
                                      <p:cBhvr>
                                        <p:cTn id="23" dur="500" fill="hold"/>
                                        <p:tgtEl>
                                          <p:spTgt spid="40"/>
                                        </p:tgtEl>
                                        <p:attrNameLst>
                                          <p:attrName>ppt_y</p:attrName>
                                        </p:attrNameLst>
                                      </p:cBhvr>
                                      <p:tavLst>
                                        <p:tav tm="0">
                                          <p:val>
                                            <p:fltVal val="0.5"/>
                                          </p:val>
                                        </p:tav>
                                        <p:tav tm="100000">
                                          <p:val>
                                            <p:strVal val="#ppt_y"/>
                                          </p:val>
                                        </p:tav>
                                      </p:tavLst>
                                    </p:anim>
                                  </p:childTnLst>
                                </p:cTn>
                              </p:par>
                            </p:childTnLst>
                          </p:cTn>
                        </p:par>
                        <p:par>
                          <p:cTn id="24" fill="hold">
                            <p:stCondLst>
                              <p:cond delay="2500"/>
                            </p:stCondLst>
                            <p:childTnLst>
                              <p:par>
                                <p:cTn id="25" presetID="37" presetClass="entr" presetSubtype="0" fill="hold" nodeType="afterEffect">
                                  <p:childTnLst>
                                    <p:set>
                                      <p:cBhvr>
                                        <p:cTn id="26" dur="1" fill="hold">
                                          <p:stCondLst>
                                            <p:cond delay="0"/>
                                          </p:stCondLst>
                                        </p:cTn>
                                        <p:tgtEl>
                                          <p:spTgt spid="59"/>
                                        </p:tgtEl>
                                        <p:attrNameLst>
                                          <p:attrName>style.visibility</p:attrName>
                                        </p:attrNameLst>
                                      </p:cBhvr>
                                      <p:to>
                                        <p:strVal val="visible"/>
                                      </p:to>
                                    </p:set>
                                    <p:animEffect transition="in" filter="fade">
                                      <p:cBhvr>
                                        <p:cTn id="27" dur="1000"/>
                                        <p:tgtEl>
                                          <p:spTgt spid="59"/>
                                        </p:tgtEl>
                                      </p:cBhvr>
                                    </p:animEffect>
                                    <p:anim calcmode="lin" valueType="num">
                                      <p:cBhvr>
                                        <p:cTn id="28" dur="1000" fill="hold"/>
                                        <p:tgtEl>
                                          <p:spTgt spid="59"/>
                                        </p:tgtEl>
                                        <p:attrNameLst>
                                          <p:attrName>ppt_x</p:attrName>
                                        </p:attrNameLst>
                                      </p:cBhvr>
                                      <p:tavLst>
                                        <p:tav tm="0">
                                          <p:val>
                                            <p:strVal val="#ppt_x"/>
                                          </p:val>
                                        </p:tav>
                                        <p:tav tm="100000">
                                          <p:val>
                                            <p:strVal val="#ppt_x"/>
                                          </p:val>
                                        </p:tav>
                                      </p:tavLst>
                                    </p:anim>
                                    <p:anim calcmode="lin" valueType="num">
                                      <p:cBhvr>
                                        <p:cTn id="29" dur="900" decel="100000" fill="hold"/>
                                        <p:tgtEl>
                                          <p:spTgt spid="59"/>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59"/>
                                        </p:tgtEl>
                                        <p:attrNameLst>
                                          <p:attrName>ppt_y</p:attrName>
                                        </p:attrNameLst>
                                      </p:cBhvr>
                                      <p:tavLst>
                                        <p:tav tm="0">
                                          <p:val>
                                            <p:strVal val="#ppt_y-.03"/>
                                          </p:val>
                                        </p:tav>
                                        <p:tav tm="100000">
                                          <p:val>
                                            <p:strVal val="#ppt_y"/>
                                          </p:val>
                                        </p:tav>
                                      </p:tavLst>
                                    </p:anim>
                                  </p:childTnLst>
                                </p:cTn>
                              </p:par>
                            </p:childTnLst>
                          </p:cTn>
                        </p:par>
                        <p:par>
                          <p:cTn id="31" fill="hold">
                            <p:stCondLst>
                              <p:cond delay="3500"/>
                            </p:stCondLst>
                            <p:childTnLst>
                              <p:par>
                                <p:cTn id="32" presetID="37" presetClass="entr" presetSubtype="0" fill="hold" nodeType="afterEffect">
                                  <p:childTnLst>
                                    <p:set>
                                      <p:cBhvr>
                                        <p:cTn id="33" dur="1" fill="hold">
                                          <p:stCondLst>
                                            <p:cond delay="0"/>
                                          </p:stCondLst>
                                        </p:cTn>
                                        <p:tgtEl>
                                          <p:spTgt spid="62"/>
                                        </p:tgtEl>
                                        <p:attrNameLst>
                                          <p:attrName>style.visibility</p:attrName>
                                        </p:attrNameLst>
                                      </p:cBhvr>
                                      <p:to>
                                        <p:strVal val="visible"/>
                                      </p:to>
                                    </p:set>
                                    <p:animEffect transition="in" filter="fade">
                                      <p:cBhvr>
                                        <p:cTn id="34" dur="1000"/>
                                        <p:tgtEl>
                                          <p:spTgt spid="62"/>
                                        </p:tgtEl>
                                      </p:cBhvr>
                                    </p:animEffect>
                                    <p:anim calcmode="lin" valueType="num">
                                      <p:cBhvr>
                                        <p:cTn id="35" dur="1000" fill="hold"/>
                                        <p:tgtEl>
                                          <p:spTgt spid="62"/>
                                        </p:tgtEl>
                                        <p:attrNameLst>
                                          <p:attrName>ppt_x</p:attrName>
                                        </p:attrNameLst>
                                      </p:cBhvr>
                                      <p:tavLst>
                                        <p:tav tm="0">
                                          <p:val>
                                            <p:strVal val="#ppt_x"/>
                                          </p:val>
                                        </p:tav>
                                        <p:tav tm="100000">
                                          <p:val>
                                            <p:strVal val="#ppt_x"/>
                                          </p:val>
                                        </p:tav>
                                      </p:tavLst>
                                    </p:anim>
                                    <p:anim calcmode="lin" valueType="num">
                                      <p:cBhvr>
                                        <p:cTn id="36" dur="900" decel="100000" fill="hold"/>
                                        <p:tgtEl>
                                          <p:spTgt spid="62"/>
                                        </p:tgtEl>
                                        <p:attrNameLst>
                                          <p:attrName>ppt_y</p:attrName>
                                        </p:attrNameLst>
                                      </p:cBhvr>
                                      <p:tavLst>
                                        <p:tav tm="0">
                                          <p:val>
                                            <p:strVal val="#ppt_y+1"/>
                                          </p:val>
                                        </p:tav>
                                        <p:tav tm="100000">
                                          <p:val>
                                            <p:strVal val="#ppt_y-.03"/>
                                          </p:val>
                                        </p:tav>
                                      </p:tavLst>
                                    </p:anim>
                                    <p:anim calcmode="lin" valueType="num">
                                      <p:cBhvr>
                                        <p:cTn id="37" dur="100" accel="100000" fill="hold">
                                          <p:stCondLst>
                                            <p:cond delay="900"/>
                                          </p:stCondLst>
                                        </p:cTn>
                                        <p:tgtEl>
                                          <p:spTgt spid="6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合作伙伴</a:t>
            </a:r>
          </a:p>
        </p:txBody>
      </p:sp>
      <p:grpSp>
        <p:nvGrpSpPr>
          <p:cNvPr id="21" name="千图PPT彼岸天：ID 8661124库_组合 1">
            <a:extLst>
              <a:ext uri="{FF2B5EF4-FFF2-40B4-BE49-F238E27FC236}">
                <a16:creationId xmlns:a16="http://schemas.microsoft.com/office/drawing/2014/main" id="{7D326912-D949-4E28-B85B-26110F26E52E}"/>
              </a:ext>
            </a:extLst>
          </p:cNvPr>
          <p:cNvGrpSpPr/>
          <p:nvPr>
            <p:custDataLst>
              <p:tags r:id="rId1"/>
            </p:custDataLst>
          </p:nvPr>
        </p:nvGrpSpPr>
        <p:grpSpPr>
          <a:xfrm>
            <a:off x="3431704" y="2054710"/>
            <a:ext cx="4924928" cy="3311384"/>
            <a:chOff x="3431704" y="2054710"/>
            <a:chExt cx="4924928" cy="3311384"/>
          </a:xfrm>
        </p:grpSpPr>
        <p:cxnSp>
          <p:nvCxnSpPr>
            <p:cNvPr id="22" name="Straight Connector 42">
              <a:extLst>
                <a:ext uri="{FF2B5EF4-FFF2-40B4-BE49-F238E27FC236}">
                  <a16:creationId xmlns:a16="http://schemas.microsoft.com/office/drawing/2014/main" id="{06B5EF26-2323-4D64-9DBB-7E8D40F2BCAB}"/>
                </a:ext>
              </a:extLst>
            </p:cNvPr>
            <p:cNvCxnSpPr/>
            <p:nvPr/>
          </p:nvCxnSpPr>
          <p:spPr>
            <a:xfrm flipH="1">
              <a:off x="3431704" y="3681028"/>
              <a:ext cx="810677" cy="0"/>
            </a:xfrm>
            <a:prstGeom prst="line">
              <a:avLst/>
            </a:prstGeom>
            <a:ln w="12700" cmpd="sng">
              <a:solidFill>
                <a:schemeClr val="accent1"/>
              </a:solidFill>
              <a:prstDash val="sysDash"/>
              <a:headEnd type="none"/>
              <a:tailEnd type="oval" w="lg" len="lg"/>
            </a:ln>
            <a:effectLst/>
          </p:spPr>
          <p:style>
            <a:lnRef idx="2">
              <a:schemeClr val="accent1"/>
            </a:lnRef>
            <a:fillRef idx="0">
              <a:schemeClr val="accent1"/>
            </a:fillRef>
            <a:effectRef idx="1">
              <a:schemeClr val="accent1"/>
            </a:effectRef>
            <a:fontRef idx="minor">
              <a:schemeClr val="tx1"/>
            </a:fontRef>
          </p:style>
        </p:cxnSp>
        <p:cxnSp>
          <p:nvCxnSpPr>
            <p:cNvPr id="23" name="Straight Connector 43">
              <a:extLst>
                <a:ext uri="{FF2B5EF4-FFF2-40B4-BE49-F238E27FC236}">
                  <a16:creationId xmlns:a16="http://schemas.microsoft.com/office/drawing/2014/main" id="{EF544A14-562C-4096-8049-0B7429CFCE2F}"/>
                </a:ext>
              </a:extLst>
            </p:cNvPr>
            <p:cNvCxnSpPr/>
            <p:nvPr/>
          </p:nvCxnSpPr>
          <p:spPr>
            <a:xfrm>
              <a:off x="7545955" y="3681028"/>
              <a:ext cx="810677" cy="0"/>
            </a:xfrm>
            <a:prstGeom prst="line">
              <a:avLst/>
            </a:prstGeom>
            <a:ln w="12700" cmpd="sng">
              <a:solidFill>
                <a:schemeClr val="accent4"/>
              </a:solidFill>
              <a:prstDash val="sysDash"/>
              <a:headEnd type="none"/>
              <a:tailEnd type="oval" w="lg" len="lg"/>
            </a:ln>
            <a:effectLst/>
          </p:spPr>
          <p:style>
            <a:lnRef idx="2">
              <a:schemeClr val="accent1"/>
            </a:lnRef>
            <a:fillRef idx="0">
              <a:schemeClr val="accent1"/>
            </a:fillRef>
            <a:effectRef idx="1">
              <a:schemeClr val="accent1"/>
            </a:effectRef>
            <a:fontRef idx="minor">
              <a:schemeClr val="tx1"/>
            </a:fontRef>
          </p:style>
        </p:cxnSp>
        <p:cxnSp>
          <p:nvCxnSpPr>
            <p:cNvPr id="24" name="Straight Connector 44">
              <a:extLst>
                <a:ext uri="{FF2B5EF4-FFF2-40B4-BE49-F238E27FC236}">
                  <a16:creationId xmlns:a16="http://schemas.microsoft.com/office/drawing/2014/main" id="{4AD3A587-80CB-415C-B9C3-238282252390}"/>
                </a:ext>
              </a:extLst>
            </p:cNvPr>
            <p:cNvCxnSpPr/>
            <p:nvPr/>
          </p:nvCxnSpPr>
          <p:spPr>
            <a:xfrm flipH="1">
              <a:off x="4242382" y="2306290"/>
              <a:ext cx="810677" cy="0"/>
            </a:xfrm>
            <a:prstGeom prst="line">
              <a:avLst/>
            </a:prstGeom>
            <a:ln w="12700" cmpd="sng">
              <a:solidFill>
                <a:schemeClr val="accent2"/>
              </a:solidFill>
              <a:prstDash val="sysDash"/>
              <a:headEnd type="none"/>
              <a:tailEnd type="oval" w="lg" len="lg"/>
            </a:ln>
            <a:effectLst/>
          </p:spPr>
          <p:style>
            <a:lnRef idx="2">
              <a:schemeClr val="accent1"/>
            </a:lnRef>
            <a:fillRef idx="0">
              <a:schemeClr val="accent1"/>
            </a:fillRef>
            <a:effectRef idx="1">
              <a:schemeClr val="accent1"/>
            </a:effectRef>
            <a:fontRef idx="minor">
              <a:schemeClr val="tx1"/>
            </a:fontRef>
          </p:style>
        </p:cxnSp>
        <p:cxnSp>
          <p:nvCxnSpPr>
            <p:cNvPr id="25" name="Straight Connector 45">
              <a:extLst>
                <a:ext uri="{FF2B5EF4-FFF2-40B4-BE49-F238E27FC236}">
                  <a16:creationId xmlns:a16="http://schemas.microsoft.com/office/drawing/2014/main" id="{2881664C-8E51-4C70-ACCD-0EC64B174A11}"/>
                </a:ext>
              </a:extLst>
            </p:cNvPr>
            <p:cNvCxnSpPr/>
            <p:nvPr/>
          </p:nvCxnSpPr>
          <p:spPr>
            <a:xfrm flipH="1">
              <a:off x="4033376" y="5001091"/>
              <a:ext cx="810677" cy="0"/>
            </a:xfrm>
            <a:prstGeom prst="line">
              <a:avLst/>
            </a:prstGeom>
            <a:ln w="12700" cmpd="sng">
              <a:solidFill>
                <a:schemeClr val="accent6"/>
              </a:solidFill>
              <a:prstDash val="sysDash"/>
              <a:headEnd type="none"/>
              <a:tailEnd type="oval" w="lg" len="lg"/>
            </a:ln>
            <a:effectLst/>
          </p:spPr>
          <p:style>
            <a:lnRef idx="2">
              <a:schemeClr val="accent1"/>
            </a:lnRef>
            <a:fillRef idx="0">
              <a:schemeClr val="accent1"/>
            </a:fillRef>
            <a:effectRef idx="1">
              <a:schemeClr val="accent1"/>
            </a:effectRef>
            <a:fontRef idx="minor">
              <a:schemeClr val="tx1"/>
            </a:fontRef>
          </p:style>
        </p:cxnSp>
        <p:cxnSp>
          <p:nvCxnSpPr>
            <p:cNvPr id="26" name="Straight Connector 46">
              <a:extLst>
                <a:ext uri="{FF2B5EF4-FFF2-40B4-BE49-F238E27FC236}">
                  <a16:creationId xmlns:a16="http://schemas.microsoft.com/office/drawing/2014/main" id="{F877E33F-6377-4366-9D68-503015FABFC2}"/>
                </a:ext>
              </a:extLst>
            </p:cNvPr>
            <p:cNvCxnSpPr/>
            <p:nvPr/>
          </p:nvCxnSpPr>
          <p:spPr>
            <a:xfrm>
              <a:off x="6773518" y="2306290"/>
              <a:ext cx="810677" cy="0"/>
            </a:xfrm>
            <a:prstGeom prst="line">
              <a:avLst/>
            </a:prstGeom>
            <a:ln w="12700" cmpd="sng">
              <a:solidFill>
                <a:schemeClr val="accent3"/>
              </a:solidFill>
              <a:prstDash val="sysDash"/>
              <a:headEnd type="none"/>
              <a:tailEnd type="oval" w="lg" len="lg"/>
            </a:ln>
            <a:effectLst/>
          </p:spPr>
          <p:style>
            <a:lnRef idx="2">
              <a:schemeClr val="accent1"/>
            </a:lnRef>
            <a:fillRef idx="0">
              <a:schemeClr val="accent1"/>
            </a:fillRef>
            <a:effectRef idx="1">
              <a:schemeClr val="accent1"/>
            </a:effectRef>
            <a:fontRef idx="minor">
              <a:schemeClr val="tx1"/>
            </a:fontRef>
          </p:style>
        </p:cxnSp>
        <p:cxnSp>
          <p:nvCxnSpPr>
            <p:cNvPr id="27" name="Straight Connector 47">
              <a:extLst>
                <a:ext uri="{FF2B5EF4-FFF2-40B4-BE49-F238E27FC236}">
                  <a16:creationId xmlns:a16="http://schemas.microsoft.com/office/drawing/2014/main" id="{54951929-71B4-4B72-B82D-20520A6B2AA7}"/>
                </a:ext>
              </a:extLst>
            </p:cNvPr>
            <p:cNvCxnSpPr/>
            <p:nvPr/>
          </p:nvCxnSpPr>
          <p:spPr>
            <a:xfrm>
              <a:off x="6912224" y="5001091"/>
              <a:ext cx="810677" cy="0"/>
            </a:xfrm>
            <a:prstGeom prst="line">
              <a:avLst/>
            </a:prstGeom>
            <a:ln w="12700" cmpd="sng">
              <a:solidFill>
                <a:schemeClr val="accent5"/>
              </a:solidFill>
              <a:prstDash val="sysDash"/>
              <a:headEnd type="none"/>
              <a:tailEnd type="oval" w="lg" len="lg"/>
            </a:ln>
            <a:effectLst/>
          </p:spPr>
          <p:style>
            <a:lnRef idx="2">
              <a:schemeClr val="accent1"/>
            </a:lnRef>
            <a:fillRef idx="0">
              <a:schemeClr val="accent1"/>
            </a:fillRef>
            <a:effectRef idx="1">
              <a:schemeClr val="accent1"/>
            </a:effectRef>
            <a:fontRef idx="minor">
              <a:schemeClr val="tx1"/>
            </a:fontRef>
          </p:style>
        </p:cxnSp>
        <p:grpSp>
          <p:nvGrpSpPr>
            <p:cNvPr id="28" name="Group 2">
              <a:extLst>
                <a:ext uri="{FF2B5EF4-FFF2-40B4-BE49-F238E27FC236}">
                  <a16:creationId xmlns:a16="http://schemas.microsoft.com/office/drawing/2014/main" id="{588325C8-E051-4532-8934-BC17B6E34063}"/>
                </a:ext>
              </a:extLst>
            </p:cNvPr>
            <p:cNvGrpSpPr/>
            <p:nvPr/>
          </p:nvGrpSpPr>
          <p:grpSpPr>
            <a:xfrm>
              <a:off x="4242382" y="2054710"/>
              <a:ext cx="3311385" cy="3311384"/>
              <a:chOff x="4445632" y="1520788"/>
              <a:chExt cx="3311385" cy="3311384"/>
            </a:xfrm>
          </p:grpSpPr>
          <p:sp>
            <p:nvSpPr>
              <p:cNvPr id="29" name="Freeform: Shape 32">
                <a:extLst>
                  <a:ext uri="{FF2B5EF4-FFF2-40B4-BE49-F238E27FC236}">
                    <a16:creationId xmlns:a16="http://schemas.microsoft.com/office/drawing/2014/main" id="{3CB1D4B2-89F0-46B3-9767-228FE56CBF23}"/>
                  </a:ext>
                </a:extLst>
              </p:cNvPr>
              <p:cNvSpPr/>
              <p:nvPr/>
            </p:nvSpPr>
            <p:spPr bwMode="auto">
              <a:xfrm>
                <a:off x="6082774" y="1520788"/>
                <a:ext cx="1474818" cy="1402159"/>
              </a:xfrm>
              <a:custGeom>
                <a:avLst/>
                <a:gdLst/>
                <a:ahLst/>
                <a:cxnLst>
                  <a:cxn ang="0">
                    <a:pos x="451" y="262"/>
                  </a:cxn>
                  <a:cxn ang="0">
                    <a:pos x="395" y="429"/>
                  </a:cxn>
                  <a:cxn ang="0">
                    <a:pos x="243" y="385"/>
                  </a:cxn>
                  <a:cxn ang="0">
                    <a:pos x="243" y="384"/>
                  </a:cxn>
                  <a:cxn ang="0">
                    <a:pos x="194" y="318"/>
                  </a:cxn>
                  <a:cxn ang="0">
                    <a:pos x="5" y="240"/>
                  </a:cxn>
                  <a:cxn ang="0">
                    <a:pos x="0" y="240"/>
                  </a:cxn>
                  <a:cxn ang="0">
                    <a:pos x="125" y="120"/>
                  </a:cxn>
                  <a:cxn ang="0">
                    <a:pos x="13" y="0"/>
                  </a:cxn>
                  <a:cxn ang="0">
                    <a:pos x="363" y="148"/>
                  </a:cxn>
                  <a:cxn ang="0">
                    <a:pos x="451" y="262"/>
                  </a:cxn>
                </a:cxnLst>
                <a:rect l="0" t="0" r="r" b="b"/>
                <a:pathLst>
                  <a:path w="451" h="429">
                    <a:moveTo>
                      <a:pt x="451" y="262"/>
                    </a:moveTo>
                    <a:cubicBezTo>
                      <a:pt x="395" y="429"/>
                      <a:pt x="395" y="429"/>
                      <a:pt x="395" y="429"/>
                    </a:cubicBezTo>
                    <a:cubicBezTo>
                      <a:pt x="243" y="385"/>
                      <a:pt x="243" y="385"/>
                      <a:pt x="243" y="385"/>
                    </a:cubicBezTo>
                    <a:cubicBezTo>
                      <a:pt x="243" y="385"/>
                      <a:pt x="243" y="384"/>
                      <a:pt x="243" y="384"/>
                    </a:cubicBezTo>
                    <a:cubicBezTo>
                      <a:pt x="230" y="360"/>
                      <a:pt x="214" y="338"/>
                      <a:pt x="194" y="318"/>
                    </a:cubicBezTo>
                    <a:cubicBezTo>
                      <a:pt x="142" y="266"/>
                      <a:pt x="79" y="240"/>
                      <a:pt x="5" y="240"/>
                    </a:cubicBezTo>
                    <a:cubicBezTo>
                      <a:pt x="4" y="240"/>
                      <a:pt x="2" y="240"/>
                      <a:pt x="0" y="240"/>
                    </a:cubicBezTo>
                    <a:cubicBezTo>
                      <a:pt x="125" y="120"/>
                      <a:pt x="125" y="120"/>
                      <a:pt x="125" y="120"/>
                    </a:cubicBezTo>
                    <a:cubicBezTo>
                      <a:pt x="13" y="0"/>
                      <a:pt x="13" y="0"/>
                      <a:pt x="13" y="0"/>
                    </a:cubicBezTo>
                    <a:cubicBezTo>
                      <a:pt x="149" y="2"/>
                      <a:pt x="266" y="51"/>
                      <a:pt x="363" y="148"/>
                    </a:cubicBezTo>
                    <a:cubicBezTo>
                      <a:pt x="399" y="183"/>
                      <a:pt x="428" y="222"/>
                      <a:pt x="451" y="262"/>
                    </a:cubicBezTo>
                    <a:close/>
                  </a:path>
                </a:pathLst>
              </a:custGeom>
              <a:solidFill>
                <a:schemeClr val="accent3"/>
              </a:solidFill>
              <a:ln w="9525">
                <a:noFill/>
                <a:round/>
              </a:ln>
              <a:effectLst/>
            </p:spPr>
            <p:txBody>
              <a:bodyPr anchor="ctr"/>
              <a:lstStyle/>
              <a:p>
                <a:pPr algn="ctr"/>
                <a:endParaRPr dirty="0"/>
              </a:p>
            </p:txBody>
          </p:sp>
          <p:sp>
            <p:nvSpPr>
              <p:cNvPr id="30" name="Freeform: Shape 33">
                <a:extLst>
                  <a:ext uri="{FF2B5EF4-FFF2-40B4-BE49-F238E27FC236}">
                    <a16:creationId xmlns:a16="http://schemas.microsoft.com/office/drawing/2014/main" id="{DB19CE6E-7830-4267-9DCC-C09B82689217}"/>
                  </a:ext>
                </a:extLst>
              </p:cNvPr>
              <p:cNvSpPr/>
              <p:nvPr/>
            </p:nvSpPr>
            <p:spPr bwMode="auto">
              <a:xfrm>
                <a:off x="6861923" y="2418975"/>
                <a:ext cx="895094" cy="1729897"/>
              </a:xfrm>
              <a:custGeom>
                <a:avLst/>
                <a:gdLst/>
                <a:ahLst/>
                <a:cxnLst>
                  <a:cxn ang="0">
                    <a:pos x="220" y="0"/>
                  </a:cxn>
                  <a:cxn ang="0">
                    <a:pos x="274" y="231"/>
                  </a:cxn>
                  <a:cxn ang="0">
                    <a:pos x="202" y="494"/>
                  </a:cxn>
                  <a:cxn ang="0">
                    <a:pos x="32" y="529"/>
                  </a:cxn>
                  <a:cxn ang="0">
                    <a:pos x="0" y="362"/>
                  </a:cxn>
                  <a:cxn ang="0">
                    <a:pos x="34" y="231"/>
                  </a:cxn>
                  <a:cxn ang="0">
                    <a:pos x="12" y="123"/>
                  </a:cxn>
                  <a:cxn ang="0">
                    <a:pos x="166" y="166"/>
                  </a:cxn>
                  <a:cxn ang="0">
                    <a:pos x="220" y="0"/>
                  </a:cxn>
                </a:cxnLst>
                <a:rect l="0" t="0" r="r" b="b"/>
                <a:pathLst>
                  <a:path w="274" h="529">
                    <a:moveTo>
                      <a:pt x="220" y="0"/>
                    </a:moveTo>
                    <a:cubicBezTo>
                      <a:pt x="256" y="70"/>
                      <a:pt x="274" y="147"/>
                      <a:pt x="274" y="231"/>
                    </a:cubicBezTo>
                    <a:cubicBezTo>
                      <a:pt x="274" y="329"/>
                      <a:pt x="250" y="416"/>
                      <a:pt x="202" y="494"/>
                    </a:cubicBezTo>
                    <a:cubicBezTo>
                      <a:pt x="32" y="529"/>
                      <a:pt x="32" y="529"/>
                      <a:pt x="32" y="529"/>
                    </a:cubicBezTo>
                    <a:cubicBezTo>
                      <a:pt x="0" y="362"/>
                      <a:pt x="0" y="362"/>
                      <a:pt x="0" y="362"/>
                    </a:cubicBezTo>
                    <a:cubicBezTo>
                      <a:pt x="22" y="323"/>
                      <a:pt x="34" y="279"/>
                      <a:pt x="34" y="231"/>
                    </a:cubicBezTo>
                    <a:cubicBezTo>
                      <a:pt x="34" y="192"/>
                      <a:pt x="26" y="156"/>
                      <a:pt x="12" y="123"/>
                    </a:cubicBezTo>
                    <a:cubicBezTo>
                      <a:pt x="166" y="166"/>
                      <a:pt x="166" y="166"/>
                      <a:pt x="166" y="166"/>
                    </a:cubicBezTo>
                    <a:lnTo>
                      <a:pt x="220" y="0"/>
                    </a:lnTo>
                    <a:close/>
                  </a:path>
                </a:pathLst>
              </a:custGeom>
              <a:solidFill>
                <a:schemeClr val="accent4"/>
              </a:solidFill>
              <a:ln w="9525">
                <a:noFill/>
                <a:round/>
              </a:ln>
              <a:effectLst/>
            </p:spPr>
            <p:txBody>
              <a:bodyPr anchor="ctr"/>
              <a:lstStyle/>
              <a:p>
                <a:pPr algn="ctr"/>
                <a:endParaRPr dirty="0"/>
              </a:p>
            </p:txBody>
          </p:sp>
          <p:sp>
            <p:nvSpPr>
              <p:cNvPr id="31" name="Freeform: Shape 34">
                <a:extLst>
                  <a:ext uri="{FF2B5EF4-FFF2-40B4-BE49-F238E27FC236}">
                    <a16:creationId xmlns:a16="http://schemas.microsoft.com/office/drawing/2014/main" id="{E3D64CA1-6B89-4961-9CF1-95730917F1CD}"/>
                  </a:ext>
                </a:extLst>
              </p:cNvPr>
              <p:cNvSpPr/>
              <p:nvPr/>
            </p:nvSpPr>
            <p:spPr bwMode="auto">
              <a:xfrm>
                <a:off x="5713294" y="3655718"/>
                <a:ext cx="1776276" cy="1176454"/>
              </a:xfrm>
              <a:custGeom>
                <a:avLst/>
                <a:gdLst/>
                <a:ahLst/>
                <a:cxnLst>
                  <a:cxn ang="0">
                    <a:pos x="476" y="211"/>
                  </a:cxn>
                  <a:cxn ang="0">
                    <a:pos x="118" y="360"/>
                  </a:cxn>
                  <a:cxn ang="0">
                    <a:pos x="104" y="360"/>
                  </a:cxn>
                  <a:cxn ang="0">
                    <a:pos x="0" y="235"/>
                  </a:cxn>
                  <a:cxn ang="0">
                    <a:pos x="138" y="119"/>
                  </a:cxn>
                  <a:cxn ang="0">
                    <a:pos x="307" y="41"/>
                  </a:cxn>
                  <a:cxn ang="0">
                    <a:pos x="341" y="0"/>
                  </a:cxn>
                  <a:cxn ang="0">
                    <a:pos x="375" y="164"/>
                  </a:cxn>
                  <a:cxn ang="0">
                    <a:pos x="543" y="131"/>
                  </a:cxn>
                  <a:cxn ang="0">
                    <a:pos x="476" y="211"/>
                  </a:cxn>
                </a:cxnLst>
                <a:rect l="0" t="0" r="r" b="b"/>
                <a:pathLst>
                  <a:path w="543" h="360">
                    <a:moveTo>
                      <a:pt x="476" y="211"/>
                    </a:moveTo>
                    <a:cubicBezTo>
                      <a:pt x="378" y="310"/>
                      <a:pt x="258" y="360"/>
                      <a:pt x="118" y="360"/>
                    </a:cubicBezTo>
                    <a:cubicBezTo>
                      <a:pt x="113" y="360"/>
                      <a:pt x="109" y="360"/>
                      <a:pt x="104" y="360"/>
                    </a:cubicBezTo>
                    <a:cubicBezTo>
                      <a:pt x="0" y="235"/>
                      <a:pt x="0" y="235"/>
                      <a:pt x="0" y="235"/>
                    </a:cubicBezTo>
                    <a:cubicBezTo>
                      <a:pt x="138" y="119"/>
                      <a:pt x="138" y="119"/>
                      <a:pt x="138" y="119"/>
                    </a:cubicBezTo>
                    <a:cubicBezTo>
                      <a:pt x="203" y="115"/>
                      <a:pt x="259" y="89"/>
                      <a:pt x="307" y="41"/>
                    </a:cubicBezTo>
                    <a:cubicBezTo>
                      <a:pt x="320" y="28"/>
                      <a:pt x="331" y="14"/>
                      <a:pt x="341" y="0"/>
                    </a:cubicBezTo>
                    <a:cubicBezTo>
                      <a:pt x="375" y="164"/>
                      <a:pt x="375" y="164"/>
                      <a:pt x="375" y="164"/>
                    </a:cubicBezTo>
                    <a:cubicBezTo>
                      <a:pt x="543" y="131"/>
                      <a:pt x="543" y="131"/>
                      <a:pt x="543" y="131"/>
                    </a:cubicBezTo>
                    <a:cubicBezTo>
                      <a:pt x="524" y="159"/>
                      <a:pt x="502" y="186"/>
                      <a:pt x="476" y="211"/>
                    </a:cubicBezTo>
                    <a:close/>
                  </a:path>
                </a:pathLst>
              </a:custGeom>
              <a:solidFill>
                <a:schemeClr val="accent5"/>
              </a:solidFill>
              <a:ln w="9525">
                <a:noFill/>
                <a:round/>
              </a:ln>
              <a:effectLst/>
            </p:spPr>
            <p:txBody>
              <a:bodyPr anchor="ctr"/>
              <a:lstStyle/>
              <a:p>
                <a:pPr algn="ctr"/>
                <a:endParaRPr dirty="0"/>
              </a:p>
            </p:txBody>
          </p:sp>
          <p:sp>
            <p:nvSpPr>
              <p:cNvPr id="32" name="Freeform: Shape 35">
                <a:extLst>
                  <a:ext uri="{FF2B5EF4-FFF2-40B4-BE49-F238E27FC236}">
                    <a16:creationId xmlns:a16="http://schemas.microsoft.com/office/drawing/2014/main" id="{91F198F4-3101-4716-A5AB-CDF6BA9E5117}"/>
                  </a:ext>
                </a:extLst>
              </p:cNvPr>
              <p:cNvSpPr/>
              <p:nvPr/>
            </p:nvSpPr>
            <p:spPr bwMode="auto">
              <a:xfrm>
                <a:off x="4641966" y="1520788"/>
                <a:ext cx="1794826" cy="1238291"/>
              </a:xfrm>
              <a:custGeom>
                <a:avLst/>
                <a:gdLst/>
                <a:ahLst/>
                <a:cxnLst>
                  <a:cxn ang="0">
                    <a:pos x="88" y="148"/>
                  </a:cxn>
                  <a:cxn ang="0">
                    <a:pos x="436" y="0"/>
                  </a:cxn>
                  <a:cxn ang="0">
                    <a:pos x="549" y="119"/>
                  </a:cxn>
                  <a:cxn ang="0">
                    <a:pos x="426" y="241"/>
                  </a:cxn>
                  <a:cxn ang="0">
                    <a:pos x="258" y="318"/>
                  </a:cxn>
                  <a:cxn ang="0">
                    <a:pos x="212" y="379"/>
                  </a:cxn>
                  <a:cxn ang="0">
                    <a:pos x="178" y="221"/>
                  </a:cxn>
                  <a:cxn ang="0">
                    <a:pos x="0" y="264"/>
                  </a:cxn>
                  <a:cxn ang="0">
                    <a:pos x="88" y="148"/>
                  </a:cxn>
                </a:cxnLst>
                <a:rect l="0" t="0" r="r" b="b"/>
                <a:pathLst>
                  <a:path w="549" h="379">
                    <a:moveTo>
                      <a:pt x="88" y="148"/>
                    </a:moveTo>
                    <a:cubicBezTo>
                      <a:pt x="185" y="52"/>
                      <a:pt x="301" y="2"/>
                      <a:pt x="436" y="0"/>
                    </a:cubicBezTo>
                    <a:cubicBezTo>
                      <a:pt x="549" y="119"/>
                      <a:pt x="549" y="119"/>
                      <a:pt x="549" y="119"/>
                    </a:cubicBezTo>
                    <a:cubicBezTo>
                      <a:pt x="426" y="241"/>
                      <a:pt x="426" y="241"/>
                      <a:pt x="426" y="241"/>
                    </a:cubicBezTo>
                    <a:cubicBezTo>
                      <a:pt x="361" y="245"/>
                      <a:pt x="305" y="271"/>
                      <a:pt x="258" y="318"/>
                    </a:cubicBezTo>
                    <a:cubicBezTo>
                      <a:pt x="239" y="337"/>
                      <a:pt x="224" y="357"/>
                      <a:pt x="212" y="379"/>
                    </a:cubicBezTo>
                    <a:cubicBezTo>
                      <a:pt x="178" y="221"/>
                      <a:pt x="178" y="221"/>
                      <a:pt x="178" y="221"/>
                    </a:cubicBezTo>
                    <a:cubicBezTo>
                      <a:pt x="0" y="264"/>
                      <a:pt x="0" y="264"/>
                      <a:pt x="0" y="264"/>
                    </a:cubicBezTo>
                    <a:cubicBezTo>
                      <a:pt x="23" y="223"/>
                      <a:pt x="52" y="184"/>
                      <a:pt x="88" y="148"/>
                    </a:cubicBezTo>
                    <a:close/>
                  </a:path>
                </a:pathLst>
              </a:custGeom>
              <a:solidFill>
                <a:schemeClr val="accent2"/>
              </a:solidFill>
              <a:ln w="9525">
                <a:noFill/>
                <a:round/>
              </a:ln>
              <a:effectLst/>
            </p:spPr>
            <p:txBody>
              <a:bodyPr anchor="ctr"/>
              <a:lstStyle/>
              <a:p>
                <a:pPr algn="ctr"/>
                <a:endParaRPr dirty="0"/>
              </a:p>
            </p:txBody>
          </p:sp>
          <p:sp>
            <p:nvSpPr>
              <p:cNvPr id="33" name="Freeform: Shape 40">
                <a:extLst>
                  <a:ext uri="{FF2B5EF4-FFF2-40B4-BE49-F238E27FC236}">
                    <a16:creationId xmlns:a16="http://schemas.microsoft.com/office/drawing/2014/main" id="{E5409897-88E5-4913-9BC1-DD46FC4ACFD1}"/>
                  </a:ext>
                </a:extLst>
              </p:cNvPr>
              <p:cNvSpPr/>
              <p:nvPr/>
            </p:nvSpPr>
            <p:spPr bwMode="auto">
              <a:xfrm>
                <a:off x="4689889" y="3553687"/>
                <a:ext cx="1412980" cy="1275393"/>
              </a:xfrm>
              <a:custGeom>
                <a:avLst/>
                <a:gdLst/>
                <a:ahLst/>
                <a:cxnLst>
                  <a:cxn ang="0">
                    <a:pos x="431" y="150"/>
                  </a:cxn>
                  <a:cxn ang="0">
                    <a:pos x="432" y="150"/>
                  </a:cxn>
                  <a:cxn ang="0">
                    <a:pos x="298" y="266"/>
                  </a:cxn>
                  <a:cxn ang="0">
                    <a:pos x="402" y="390"/>
                  </a:cxn>
                  <a:cxn ang="0">
                    <a:pos x="73" y="242"/>
                  </a:cxn>
                  <a:cxn ang="0">
                    <a:pos x="0" y="152"/>
                  </a:cxn>
                  <a:cxn ang="0">
                    <a:pos x="47" y="0"/>
                  </a:cxn>
                  <a:cxn ang="0">
                    <a:pos x="212" y="36"/>
                  </a:cxn>
                  <a:cxn ang="0">
                    <a:pos x="243" y="72"/>
                  </a:cxn>
                  <a:cxn ang="0">
                    <a:pos x="431" y="150"/>
                  </a:cxn>
                </a:cxnLst>
                <a:rect l="0" t="0" r="r" b="b"/>
                <a:pathLst>
                  <a:path w="432" h="390">
                    <a:moveTo>
                      <a:pt x="431" y="150"/>
                    </a:moveTo>
                    <a:cubicBezTo>
                      <a:pt x="432" y="150"/>
                      <a:pt x="432" y="150"/>
                      <a:pt x="432" y="150"/>
                    </a:cubicBezTo>
                    <a:cubicBezTo>
                      <a:pt x="298" y="266"/>
                      <a:pt x="298" y="266"/>
                      <a:pt x="298" y="266"/>
                    </a:cubicBezTo>
                    <a:cubicBezTo>
                      <a:pt x="402" y="390"/>
                      <a:pt x="402" y="390"/>
                      <a:pt x="402" y="390"/>
                    </a:cubicBezTo>
                    <a:cubicBezTo>
                      <a:pt x="275" y="384"/>
                      <a:pt x="165" y="334"/>
                      <a:pt x="73" y="242"/>
                    </a:cubicBezTo>
                    <a:cubicBezTo>
                      <a:pt x="45" y="214"/>
                      <a:pt x="20" y="184"/>
                      <a:pt x="0" y="152"/>
                    </a:cubicBezTo>
                    <a:cubicBezTo>
                      <a:pt x="47" y="0"/>
                      <a:pt x="47" y="0"/>
                      <a:pt x="47" y="0"/>
                    </a:cubicBezTo>
                    <a:cubicBezTo>
                      <a:pt x="212" y="36"/>
                      <a:pt x="212" y="36"/>
                      <a:pt x="212" y="36"/>
                    </a:cubicBezTo>
                    <a:cubicBezTo>
                      <a:pt x="221" y="48"/>
                      <a:pt x="232" y="61"/>
                      <a:pt x="243" y="72"/>
                    </a:cubicBezTo>
                    <a:cubicBezTo>
                      <a:pt x="295" y="124"/>
                      <a:pt x="358" y="150"/>
                      <a:pt x="431" y="150"/>
                    </a:cubicBezTo>
                    <a:close/>
                  </a:path>
                </a:pathLst>
              </a:custGeom>
              <a:solidFill>
                <a:schemeClr val="accent6"/>
              </a:solidFill>
              <a:ln w="9525">
                <a:noFill/>
                <a:round/>
              </a:ln>
              <a:effectLst/>
            </p:spPr>
            <p:txBody>
              <a:bodyPr anchor="ctr"/>
              <a:lstStyle/>
              <a:p>
                <a:pPr algn="ctr"/>
                <a:endParaRPr dirty="0"/>
              </a:p>
            </p:txBody>
          </p:sp>
          <p:sp>
            <p:nvSpPr>
              <p:cNvPr id="34" name="Freeform: Shape 41">
                <a:extLst>
                  <a:ext uri="{FF2B5EF4-FFF2-40B4-BE49-F238E27FC236}">
                    <a16:creationId xmlns:a16="http://schemas.microsoft.com/office/drawing/2014/main" id="{38962F7E-92B4-4AEA-B64B-C5B5B9B7277D}"/>
                  </a:ext>
                </a:extLst>
              </p:cNvPr>
              <p:cNvSpPr/>
              <p:nvPr/>
            </p:nvSpPr>
            <p:spPr bwMode="auto">
              <a:xfrm>
                <a:off x="4445632" y="2282933"/>
                <a:ext cx="912099" cy="1728351"/>
              </a:xfrm>
              <a:custGeom>
                <a:avLst/>
                <a:gdLst/>
                <a:ahLst/>
                <a:cxnLst>
                  <a:cxn ang="0">
                    <a:pos x="53" y="43"/>
                  </a:cxn>
                  <a:cxn ang="0">
                    <a:pos x="229" y="0"/>
                  </a:cxn>
                  <a:cxn ang="0">
                    <a:pos x="264" y="162"/>
                  </a:cxn>
                  <a:cxn ang="0">
                    <a:pos x="240" y="273"/>
                  </a:cxn>
                  <a:cxn ang="0">
                    <a:pos x="279" y="413"/>
                  </a:cxn>
                  <a:cxn ang="0">
                    <a:pos x="115" y="374"/>
                  </a:cxn>
                  <a:cxn ang="0">
                    <a:pos x="115" y="374"/>
                  </a:cxn>
                  <a:cxn ang="0">
                    <a:pos x="68" y="529"/>
                  </a:cxn>
                  <a:cxn ang="0">
                    <a:pos x="0" y="273"/>
                  </a:cxn>
                  <a:cxn ang="0">
                    <a:pos x="53" y="43"/>
                  </a:cxn>
                </a:cxnLst>
                <a:rect l="0" t="0" r="r" b="b"/>
                <a:pathLst>
                  <a:path w="279" h="529">
                    <a:moveTo>
                      <a:pt x="53" y="43"/>
                    </a:moveTo>
                    <a:cubicBezTo>
                      <a:pt x="229" y="0"/>
                      <a:pt x="229" y="0"/>
                      <a:pt x="229" y="0"/>
                    </a:cubicBezTo>
                    <a:cubicBezTo>
                      <a:pt x="264" y="162"/>
                      <a:pt x="264" y="162"/>
                      <a:pt x="264" y="162"/>
                    </a:cubicBezTo>
                    <a:cubicBezTo>
                      <a:pt x="248" y="196"/>
                      <a:pt x="240" y="233"/>
                      <a:pt x="240" y="273"/>
                    </a:cubicBezTo>
                    <a:cubicBezTo>
                      <a:pt x="240" y="325"/>
                      <a:pt x="253" y="372"/>
                      <a:pt x="279" y="413"/>
                    </a:cubicBezTo>
                    <a:cubicBezTo>
                      <a:pt x="115" y="374"/>
                      <a:pt x="115" y="374"/>
                      <a:pt x="115" y="374"/>
                    </a:cubicBezTo>
                    <a:cubicBezTo>
                      <a:pt x="115" y="374"/>
                      <a:pt x="115" y="374"/>
                      <a:pt x="115" y="374"/>
                    </a:cubicBezTo>
                    <a:cubicBezTo>
                      <a:pt x="68" y="529"/>
                      <a:pt x="68" y="529"/>
                      <a:pt x="68" y="529"/>
                    </a:cubicBezTo>
                    <a:cubicBezTo>
                      <a:pt x="22" y="453"/>
                      <a:pt x="0" y="368"/>
                      <a:pt x="0" y="273"/>
                    </a:cubicBezTo>
                    <a:cubicBezTo>
                      <a:pt x="0" y="189"/>
                      <a:pt x="18" y="112"/>
                      <a:pt x="53" y="43"/>
                    </a:cubicBezTo>
                    <a:close/>
                  </a:path>
                </a:pathLst>
              </a:custGeom>
              <a:solidFill>
                <a:schemeClr val="accent1"/>
              </a:solidFill>
              <a:ln w="9525">
                <a:noFill/>
                <a:round/>
              </a:ln>
              <a:effectLst/>
            </p:spPr>
            <p:txBody>
              <a:bodyPr anchor="ctr"/>
              <a:lstStyle/>
              <a:p>
                <a:pPr algn="ctr"/>
                <a:endParaRPr dirty="0"/>
              </a:p>
            </p:txBody>
          </p:sp>
          <p:sp>
            <p:nvSpPr>
              <p:cNvPr id="35" name="Freeform: Shape 54">
                <a:extLst>
                  <a:ext uri="{FF2B5EF4-FFF2-40B4-BE49-F238E27FC236}">
                    <a16:creationId xmlns:a16="http://schemas.microsoft.com/office/drawing/2014/main" id="{BC6A4EAD-4C03-415D-8566-A41EE37FEF5F}"/>
                  </a:ext>
                </a:extLst>
              </p:cNvPr>
              <p:cNvSpPr/>
              <p:nvPr/>
            </p:nvSpPr>
            <p:spPr bwMode="auto">
              <a:xfrm>
                <a:off x="5191914" y="4006367"/>
                <a:ext cx="363502" cy="363502"/>
              </a:xfrm>
              <a:custGeom>
                <a:avLst/>
                <a:gdLst>
                  <a:gd name="T0" fmla="*/ 287561776 w 21503"/>
                  <a:gd name="T1" fmla="*/ 165121067 h 21503"/>
                  <a:gd name="T2" fmla="*/ 137166295 w 21503"/>
                  <a:gd name="T3" fmla="*/ 14834570 h 21503"/>
                  <a:gd name="T4" fmla="*/ 121415177 w 21503"/>
                  <a:gd name="T5" fmla="*/ 7464862 h 21503"/>
                  <a:gd name="T6" fmla="*/ 40075582 w 21503"/>
                  <a:gd name="T7" fmla="*/ 53797 h 21503"/>
                  <a:gd name="T8" fmla="*/ 24336892 w 21503"/>
                  <a:gd name="T9" fmla="*/ 5764205 h 21503"/>
                  <a:gd name="T10" fmla="*/ 5764205 w 21503"/>
                  <a:gd name="T11" fmla="*/ 24309364 h 21503"/>
                  <a:gd name="T12" fmla="*/ 53797 w 21503"/>
                  <a:gd name="T13" fmla="*/ 40048053 h 21503"/>
                  <a:gd name="T14" fmla="*/ 7289546 w 21503"/>
                  <a:gd name="T15" fmla="*/ 121536589 h 21503"/>
                  <a:gd name="T16" fmla="*/ 14645425 w 21503"/>
                  <a:gd name="T17" fmla="*/ 137275278 h 21503"/>
                  <a:gd name="T18" fmla="*/ 165040906 w 21503"/>
                  <a:gd name="T19" fmla="*/ 287561776 h 21503"/>
                  <a:gd name="T20" fmla="*/ 178119750 w 21503"/>
                  <a:gd name="T21" fmla="*/ 287561776 h 21503"/>
                  <a:gd name="T22" fmla="*/ 287561776 w 21503"/>
                  <a:gd name="T23" fmla="*/ 178187365 h 21503"/>
                  <a:gd name="T24" fmla="*/ 287561776 w 21503"/>
                  <a:gd name="T25" fmla="*/ 165121067 h 21503"/>
                  <a:gd name="T26" fmla="*/ 62941049 w 21503"/>
                  <a:gd name="T27" fmla="*/ 63440632 h 21503"/>
                  <a:gd name="T28" fmla="*/ 34581848 w 21503"/>
                  <a:gd name="T29" fmla="*/ 63440632 h 21503"/>
                  <a:gd name="T30" fmla="*/ 34568029 w 21503"/>
                  <a:gd name="T31" fmla="*/ 35095260 h 21503"/>
                  <a:gd name="T32" fmla="*/ 62941049 w 21503"/>
                  <a:gd name="T33" fmla="*/ 35107806 h 21503"/>
                  <a:gd name="T34" fmla="*/ 62941049 w 21503"/>
                  <a:gd name="T35" fmla="*/ 63440632 h 21503"/>
                  <a:gd name="T36" fmla="*/ 62941049 w 21503"/>
                  <a:gd name="T37" fmla="*/ 63440632 h 215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1503" h="21503">
                    <a:moveTo>
                      <a:pt x="21304" y="12233"/>
                    </a:moveTo>
                    <a:lnTo>
                      <a:pt x="10162" y="1099"/>
                    </a:lnTo>
                    <a:cubicBezTo>
                      <a:pt x="9896" y="833"/>
                      <a:pt x="9371" y="587"/>
                      <a:pt x="8995" y="553"/>
                    </a:cubicBezTo>
                    <a:lnTo>
                      <a:pt x="2969" y="4"/>
                    </a:lnTo>
                    <a:cubicBezTo>
                      <a:pt x="2594" y="-30"/>
                      <a:pt x="2069" y="160"/>
                      <a:pt x="1803" y="427"/>
                    </a:cubicBezTo>
                    <a:lnTo>
                      <a:pt x="427" y="1801"/>
                    </a:lnTo>
                    <a:cubicBezTo>
                      <a:pt x="161" y="2067"/>
                      <a:pt x="-30" y="2592"/>
                      <a:pt x="4" y="2967"/>
                    </a:cubicBezTo>
                    <a:lnTo>
                      <a:pt x="540" y="9004"/>
                    </a:lnTo>
                    <a:cubicBezTo>
                      <a:pt x="573" y="9379"/>
                      <a:pt x="819" y="9904"/>
                      <a:pt x="1085" y="10170"/>
                    </a:cubicBezTo>
                    <a:lnTo>
                      <a:pt x="12227" y="21304"/>
                    </a:lnTo>
                    <a:cubicBezTo>
                      <a:pt x="12493" y="21570"/>
                      <a:pt x="12929" y="21570"/>
                      <a:pt x="13196" y="21304"/>
                    </a:cubicBezTo>
                    <a:lnTo>
                      <a:pt x="21304" y="13201"/>
                    </a:lnTo>
                    <a:cubicBezTo>
                      <a:pt x="21570" y="12935"/>
                      <a:pt x="21570" y="12499"/>
                      <a:pt x="21304" y="12233"/>
                    </a:cubicBezTo>
                    <a:close/>
                    <a:moveTo>
                      <a:pt x="4663" y="4700"/>
                    </a:moveTo>
                    <a:cubicBezTo>
                      <a:pt x="4082" y="5281"/>
                      <a:pt x="3142" y="5280"/>
                      <a:pt x="2562" y="4700"/>
                    </a:cubicBezTo>
                    <a:cubicBezTo>
                      <a:pt x="1981" y="4120"/>
                      <a:pt x="1980" y="3180"/>
                      <a:pt x="2561" y="2600"/>
                    </a:cubicBezTo>
                    <a:cubicBezTo>
                      <a:pt x="3141" y="2020"/>
                      <a:pt x="4082" y="2021"/>
                      <a:pt x="4663" y="2601"/>
                    </a:cubicBezTo>
                    <a:cubicBezTo>
                      <a:pt x="5243" y="3181"/>
                      <a:pt x="5243" y="4121"/>
                      <a:pt x="4663" y="4700"/>
                    </a:cubicBezTo>
                    <a:close/>
                    <a:moveTo>
                      <a:pt x="4663" y="4700"/>
                    </a:moveTo>
                  </a:path>
                </a:pathLst>
              </a:custGeom>
              <a:solidFill>
                <a:schemeClr val="bg1"/>
              </a:solidFill>
              <a:ln>
                <a:noFill/>
              </a:ln>
              <a:effectLst/>
            </p:spPr>
            <p:txBody>
              <a:bodyPr anchor="ctr"/>
              <a:lstStyle/>
              <a:p>
                <a:pPr algn="ctr"/>
                <a:endParaRPr dirty="0"/>
              </a:p>
            </p:txBody>
          </p:sp>
          <p:grpSp>
            <p:nvGrpSpPr>
              <p:cNvPr id="36" name="Group 55">
                <a:extLst>
                  <a:ext uri="{FF2B5EF4-FFF2-40B4-BE49-F238E27FC236}">
                    <a16:creationId xmlns:a16="http://schemas.microsoft.com/office/drawing/2014/main" id="{AAADB475-9A71-4126-ADE9-80A9145BB1AA}"/>
                  </a:ext>
                </a:extLst>
              </p:cNvPr>
              <p:cNvGrpSpPr/>
              <p:nvPr/>
            </p:nvGrpSpPr>
            <p:grpSpPr>
              <a:xfrm>
                <a:off x="6382884" y="4138716"/>
                <a:ext cx="368482" cy="311217"/>
                <a:chOff x="0" y="0"/>
                <a:chExt cx="581" cy="488"/>
              </a:xfrm>
              <a:solidFill>
                <a:schemeClr val="bg1"/>
              </a:solidFill>
              <a:effectLst/>
            </p:grpSpPr>
            <p:sp>
              <p:nvSpPr>
                <p:cNvPr id="48" name="Freeform: Shape 56">
                  <a:extLst>
                    <a:ext uri="{FF2B5EF4-FFF2-40B4-BE49-F238E27FC236}">
                      <a16:creationId xmlns:a16="http://schemas.microsoft.com/office/drawing/2014/main" id="{74CAA8EC-898C-4D1A-97E5-AC7948D0B10C}"/>
                    </a:ext>
                  </a:extLst>
                </p:cNvPr>
                <p:cNvSpPr/>
                <p:nvPr/>
              </p:nvSpPr>
              <p:spPr bwMode="auto">
                <a:xfrm>
                  <a:off x="200" y="0"/>
                  <a:ext cx="381" cy="400"/>
                </a:xfrm>
                <a:custGeom>
                  <a:avLst/>
                  <a:gdLst>
                    <a:gd name="T0" fmla="*/ 0 w 21040"/>
                    <a:gd name="T1" fmla="*/ 0 h 20606"/>
                    <a:gd name="T2" fmla="*/ 0 w 21040"/>
                    <a:gd name="T3" fmla="*/ 0 h 20606"/>
                    <a:gd name="T4" fmla="*/ 0 w 21040"/>
                    <a:gd name="T5" fmla="*/ 0 h 20606"/>
                    <a:gd name="T6" fmla="*/ 0 w 21040"/>
                    <a:gd name="T7" fmla="*/ 0 h 20606"/>
                    <a:gd name="T8" fmla="*/ 0 w 21040"/>
                    <a:gd name="T9" fmla="*/ 0 h 20606"/>
                    <a:gd name="T10" fmla="*/ 0 w 21040"/>
                    <a:gd name="T11" fmla="*/ 0 h 20606"/>
                    <a:gd name="T12" fmla="*/ 0 w 21040"/>
                    <a:gd name="T13" fmla="*/ 0 h 20606"/>
                    <a:gd name="T14" fmla="*/ 0 w 21040"/>
                    <a:gd name="T15" fmla="*/ 0 h 20606"/>
                    <a:gd name="T16" fmla="*/ 0 w 21040"/>
                    <a:gd name="T17" fmla="*/ 0 h 20606"/>
                    <a:gd name="T18" fmla="*/ 0 w 21040"/>
                    <a:gd name="T19" fmla="*/ 0 h 20606"/>
                    <a:gd name="T20" fmla="*/ 0 w 21040"/>
                    <a:gd name="T21" fmla="*/ 0 h 206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040" h="20606">
                      <a:moveTo>
                        <a:pt x="20987" y="10157"/>
                      </a:moveTo>
                      <a:cubicBezTo>
                        <a:pt x="21600" y="5281"/>
                        <a:pt x="16771" y="773"/>
                        <a:pt x="10201" y="88"/>
                      </a:cubicBezTo>
                      <a:cubicBezTo>
                        <a:pt x="6178" y="-332"/>
                        <a:pt x="2437" y="782"/>
                        <a:pt x="0" y="2826"/>
                      </a:cubicBezTo>
                      <a:cubicBezTo>
                        <a:pt x="547" y="2777"/>
                        <a:pt x="1097" y="2748"/>
                        <a:pt x="1641" y="2748"/>
                      </a:cubicBezTo>
                      <a:cubicBezTo>
                        <a:pt x="4904" y="2748"/>
                        <a:pt x="8033" y="3641"/>
                        <a:pt x="10451" y="5264"/>
                      </a:cubicBezTo>
                      <a:cubicBezTo>
                        <a:pt x="13013" y="6984"/>
                        <a:pt x="14608" y="9400"/>
                        <a:pt x="14942" y="12067"/>
                      </a:cubicBezTo>
                      <a:cubicBezTo>
                        <a:pt x="15241" y="14439"/>
                        <a:pt x="14503" y="16856"/>
                        <a:pt x="12867" y="18912"/>
                      </a:cubicBezTo>
                      <a:cubicBezTo>
                        <a:pt x="16239" y="21268"/>
                        <a:pt x="19327" y="20635"/>
                        <a:pt x="18610" y="20131"/>
                      </a:cubicBezTo>
                      <a:cubicBezTo>
                        <a:pt x="16607" y="18721"/>
                        <a:pt x="16181" y="17345"/>
                        <a:pt x="16307" y="16265"/>
                      </a:cubicBezTo>
                      <a:cubicBezTo>
                        <a:pt x="18883" y="14899"/>
                        <a:pt x="20664" y="12734"/>
                        <a:pt x="20987" y="10157"/>
                      </a:cubicBezTo>
                      <a:close/>
                      <a:moveTo>
                        <a:pt x="20987" y="10157"/>
                      </a:moveTo>
                    </a:path>
                  </a:pathLst>
                </a:custGeom>
                <a:grpFill/>
                <a:ln>
                  <a:noFill/>
                </a:ln>
                <a:extLst>
                  <a:ext uri="{91240B29-F687-4f45-9708-019B960494DF}">
                    <a14:hiddenLine xmlns:p15="http://schemas.microsoft.com/office/powerpoint/2012/main" xmlns:p14="http://schemas.microsoft.com/office/powerpoint/2010/main" xmlns:a14="http://schemas.microsoft.com/office/drawing/2010/main" xmlns:lc="http://schemas.openxmlformats.org/drawingml/2006/lockedCanvas" xmlns="" w="25400" cap="flat">
                      <a:solidFill>
                        <a:schemeClr val="tx1"/>
                      </a:solidFill>
                      <a:miter lim="800000"/>
                      <a:headEnd type="none" w="med" len="med"/>
                      <a:tailEnd type="none" w="med" len="med"/>
                    </a14:hiddenLine>
                  </a:ext>
                </a:extLst>
              </p:spPr>
              <p:txBody>
                <a:bodyPr anchor="ctr"/>
                <a:lstStyle/>
                <a:p>
                  <a:pPr algn="ctr"/>
                  <a:endParaRPr dirty="0"/>
                </a:p>
              </p:txBody>
            </p:sp>
            <p:sp>
              <p:nvSpPr>
                <p:cNvPr id="49" name="Freeform: Shape 57">
                  <a:extLst>
                    <a:ext uri="{FF2B5EF4-FFF2-40B4-BE49-F238E27FC236}">
                      <a16:creationId xmlns:a16="http://schemas.microsoft.com/office/drawing/2014/main" id="{DBD51275-7A5B-4FFC-BAF3-EC8614E147F7}"/>
                    </a:ext>
                  </a:extLst>
                </p:cNvPr>
                <p:cNvSpPr/>
                <p:nvPr/>
              </p:nvSpPr>
              <p:spPr bwMode="auto">
                <a:xfrm>
                  <a:off x="0" y="88"/>
                  <a:ext cx="433" cy="400"/>
                </a:xfrm>
                <a:custGeom>
                  <a:avLst/>
                  <a:gdLst>
                    <a:gd name="T0" fmla="*/ 0 w 20633"/>
                    <a:gd name="T1" fmla="*/ 0 h 21600"/>
                    <a:gd name="T2" fmla="*/ 0 w 20633"/>
                    <a:gd name="T3" fmla="*/ 0 h 21600"/>
                    <a:gd name="T4" fmla="*/ 0 w 20633"/>
                    <a:gd name="T5" fmla="*/ 0 h 21600"/>
                    <a:gd name="T6" fmla="*/ 0 w 20633"/>
                    <a:gd name="T7" fmla="*/ 0 h 21600"/>
                    <a:gd name="T8" fmla="*/ 0 w 20633"/>
                    <a:gd name="T9" fmla="*/ 0 h 21600"/>
                    <a:gd name="T10" fmla="*/ 0 w 20633"/>
                    <a:gd name="T11" fmla="*/ 0 h 21600"/>
                    <a:gd name="T12" fmla="*/ 0 w 20633"/>
                    <a:gd name="T13" fmla="*/ 0 h 21600"/>
                    <a:gd name="T14" fmla="*/ 0 w 20633"/>
                    <a:gd name="T15" fmla="*/ 0 h 21600"/>
                    <a:gd name="T16" fmla="*/ 0 w 20633"/>
                    <a:gd name="T17" fmla="*/ 0 h 21600"/>
                    <a:gd name="T18" fmla="*/ 0 w 20633"/>
                    <a:gd name="T19" fmla="*/ 0 h 21600"/>
                    <a:gd name="T20" fmla="*/ 0 w 20633"/>
                    <a:gd name="T21" fmla="*/ 0 h 21600"/>
                    <a:gd name="T22" fmla="*/ 0 w 20633"/>
                    <a:gd name="T23" fmla="*/ 0 h 216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0633" h="21600">
                      <a:moveTo>
                        <a:pt x="20588" y="8045"/>
                      </a:moveTo>
                      <a:cubicBezTo>
                        <a:pt x="20105" y="3375"/>
                        <a:pt x="15867" y="0"/>
                        <a:pt x="10813" y="0"/>
                      </a:cubicBezTo>
                      <a:cubicBezTo>
                        <a:pt x="10335" y="0"/>
                        <a:pt x="9850" y="30"/>
                        <a:pt x="9360" y="92"/>
                      </a:cubicBezTo>
                      <a:cubicBezTo>
                        <a:pt x="3687" y="811"/>
                        <a:pt x="-483" y="5536"/>
                        <a:pt x="45" y="10647"/>
                      </a:cubicBezTo>
                      <a:cubicBezTo>
                        <a:pt x="325" y="13349"/>
                        <a:pt x="1863" y="15617"/>
                        <a:pt x="4088" y="17049"/>
                      </a:cubicBezTo>
                      <a:cubicBezTo>
                        <a:pt x="4197" y="18181"/>
                        <a:pt x="3829" y="19624"/>
                        <a:pt x="2099" y="21102"/>
                      </a:cubicBezTo>
                      <a:cubicBezTo>
                        <a:pt x="1822" y="21338"/>
                        <a:pt x="2199" y="21600"/>
                        <a:pt x="2959" y="21600"/>
                      </a:cubicBezTo>
                      <a:cubicBezTo>
                        <a:pt x="4145" y="21600"/>
                        <a:pt x="6264" y="20961"/>
                        <a:pt x="8295" y="18585"/>
                      </a:cubicBezTo>
                      <a:cubicBezTo>
                        <a:pt x="8797" y="18655"/>
                        <a:pt x="9311" y="18690"/>
                        <a:pt x="9833" y="18690"/>
                      </a:cubicBezTo>
                      <a:cubicBezTo>
                        <a:pt x="10307" y="18690"/>
                        <a:pt x="10789" y="18661"/>
                        <a:pt x="11274" y="18599"/>
                      </a:cubicBezTo>
                      <a:cubicBezTo>
                        <a:pt x="16947" y="17881"/>
                        <a:pt x="21117" y="13156"/>
                        <a:pt x="20588" y="8045"/>
                      </a:cubicBezTo>
                      <a:close/>
                      <a:moveTo>
                        <a:pt x="20588" y="8045"/>
                      </a:moveTo>
                    </a:path>
                  </a:pathLst>
                </a:custGeom>
                <a:grpFill/>
                <a:ln>
                  <a:noFill/>
                </a:ln>
                <a:extLst>
                  <a:ext uri="{91240B29-F687-4f45-9708-019B960494DF}">
                    <a14:hiddenLine xmlns:p15="http://schemas.microsoft.com/office/powerpoint/2012/main" xmlns:p14="http://schemas.microsoft.com/office/powerpoint/2010/main" xmlns:a14="http://schemas.microsoft.com/office/drawing/2010/main" xmlns:lc="http://schemas.openxmlformats.org/drawingml/2006/lockedCanvas" xmlns="" w="25400" cap="flat">
                      <a:solidFill>
                        <a:schemeClr val="tx1"/>
                      </a:solidFill>
                      <a:miter lim="800000"/>
                      <a:headEnd type="none" w="med" len="med"/>
                      <a:tailEnd type="none" w="med" len="med"/>
                    </a14:hiddenLine>
                  </a:ext>
                </a:extLst>
              </p:spPr>
              <p:txBody>
                <a:bodyPr anchor="ctr"/>
                <a:lstStyle/>
                <a:p>
                  <a:pPr algn="ctr"/>
                  <a:endParaRPr dirty="0"/>
                </a:p>
              </p:txBody>
            </p:sp>
          </p:grpSp>
          <p:sp>
            <p:nvSpPr>
              <p:cNvPr id="37" name="Freeform: Shape 58">
                <a:extLst>
                  <a:ext uri="{FF2B5EF4-FFF2-40B4-BE49-F238E27FC236}">
                    <a16:creationId xmlns:a16="http://schemas.microsoft.com/office/drawing/2014/main" id="{58869F4E-9068-4719-80A8-BBA445FECE0A}"/>
                  </a:ext>
                </a:extLst>
              </p:cNvPr>
              <p:cNvSpPr/>
              <p:nvPr/>
            </p:nvSpPr>
            <p:spPr bwMode="auto">
              <a:xfrm>
                <a:off x="6694859" y="1971649"/>
                <a:ext cx="365993" cy="365993"/>
              </a:xfrm>
              <a:custGeom>
                <a:avLst/>
                <a:gdLst>
                  <a:gd name="T0" fmla="*/ 279556169 w 21600"/>
                  <a:gd name="T1" fmla="*/ 73828848 h 21532"/>
                  <a:gd name="T2" fmla="*/ 160439288 w 21600"/>
                  <a:gd name="T3" fmla="*/ 73828848 h 21532"/>
                  <a:gd name="T4" fmla="*/ 226217252 w 21600"/>
                  <a:gd name="T5" fmla="*/ 14362478 h 21532"/>
                  <a:gd name="T6" fmla="*/ 226843940 w 21600"/>
                  <a:gd name="T7" fmla="*/ 2731914 h 21532"/>
                  <a:gd name="T8" fmla="*/ 215304010 w 21600"/>
                  <a:gd name="T9" fmla="*/ 2096690 h 21532"/>
                  <a:gd name="T10" fmla="*/ 147319156 w 21600"/>
                  <a:gd name="T11" fmla="*/ 63536296 h 21532"/>
                  <a:gd name="T12" fmla="*/ 79334420 w 21600"/>
                  <a:gd name="T13" fmla="*/ 2096690 h 21532"/>
                  <a:gd name="T14" fmla="*/ 67794480 w 21600"/>
                  <a:gd name="T15" fmla="*/ 2731914 h 21532"/>
                  <a:gd name="T16" fmla="*/ 68421167 w 21600"/>
                  <a:gd name="T17" fmla="*/ 14362478 h 21532"/>
                  <a:gd name="T18" fmla="*/ 134199131 w 21600"/>
                  <a:gd name="T19" fmla="*/ 73828848 h 21532"/>
                  <a:gd name="T20" fmla="*/ 14727874 w 21600"/>
                  <a:gd name="T21" fmla="*/ 73828848 h 21532"/>
                  <a:gd name="T22" fmla="*/ 0 w 21600"/>
                  <a:gd name="T23" fmla="*/ 88661054 h 21532"/>
                  <a:gd name="T24" fmla="*/ 0 w 21600"/>
                  <a:gd name="T25" fmla="*/ 282248755 h 21532"/>
                  <a:gd name="T26" fmla="*/ 14727874 w 21600"/>
                  <a:gd name="T27" fmla="*/ 297080962 h 21532"/>
                  <a:gd name="T28" fmla="*/ 279556169 w 21600"/>
                  <a:gd name="T29" fmla="*/ 297080962 h 21532"/>
                  <a:gd name="T30" fmla="*/ 294284053 w 21600"/>
                  <a:gd name="T31" fmla="*/ 282248755 h 21532"/>
                  <a:gd name="T32" fmla="*/ 294284053 w 21600"/>
                  <a:gd name="T33" fmla="*/ 88661054 h 21532"/>
                  <a:gd name="T34" fmla="*/ 279556169 w 21600"/>
                  <a:gd name="T35" fmla="*/ 73828848 h 21532"/>
                  <a:gd name="T36" fmla="*/ 216571387 w 21600"/>
                  <a:gd name="T37" fmla="*/ 257537811 h 21532"/>
                  <a:gd name="T38" fmla="*/ 201843502 w 21600"/>
                  <a:gd name="T39" fmla="*/ 272355918 h 21532"/>
                  <a:gd name="T40" fmla="*/ 39265507 w 21600"/>
                  <a:gd name="T41" fmla="*/ 272355918 h 21532"/>
                  <a:gd name="T42" fmla="*/ 24537633 w 21600"/>
                  <a:gd name="T43" fmla="*/ 257537811 h 21532"/>
                  <a:gd name="T44" fmla="*/ 24537633 w 21600"/>
                  <a:gd name="T45" fmla="*/ 113384809 h 21532"/>
                  <a:gd name="T46" fmla="*/ 39265507 w 21600"/>
                  <a:gd name="T47" fmla="*/ 98553892 h 21532"/>
                  <a:gd name="T48" fmla="*/ 201843502 w 21600"/>
                  <a:gd name="T49" fmla="*/ 98553892 h 21532"/>
                  <a:gd name="T50" fmla="*/ 216571387 w 21600"/>
                  <a:gd name="T51" fmla="*/ 113384809 h 21532"/>
                  <a:gd name="T52" fmla="*/ 216571387 w 21600"/>
                  <a:gd name="T53" fmla="*/ 257537811 h 21532"/>
                  <a:gd name="T54" fmla="*/ 267675756 w 21600"/>
                  <a:gd name="T55" fmla="*/ 253164835 h 21532"/>
                  <a:gd name="T56" fmla="*/ 263670641 w 21600"/>
                  <a:gd name="T57" fmla="*/ 257192709 h 21532"/>
                  <a:gd name="T58" fmla="*/ 250358957 w 21600"/>
                  <a:gd name="T59" fmla="*/ 257192709 h 21532"/>
                  <a:gd name="T60" fmla="*/ 246367737 w 21600"/>
                  <a:gd name="T61" fmla="*/ 253164835 h 21532"/>
                  <a:gd name="T62" fmla="*/ 246367737 w 21600"/>
                  <a:gd name="T63" fmla="*/ 224010912 h 21532"/>
                  <a:gd name="T64" fmla="*/ 250358957 w 21600"/>
                  <a:gd name="T65" fmla="*/ 219981748 h 21532"/>
                  <a:gd name="T66" fmla="*/ 263670641 w 21600"/>
                  <a:gd name="T67" fmla="*/ 219981748 h 21532"/>
                  <a:gd name="T68" fmla="*/ 267675756 w 21600"/>
                  <a:gd name="T69" fmla="*/ 224010912 h 21532"/>
                  <a:gd name="T70" fmla="*/ 267675756 w 21600"/>
                  <a:gd name="T71" fmla="*/ 253164835 h 21532"/>
                  <a:gd name="T72" fmla="*/ 245917530 w 21600"/>
                  <a:gd name="T73" fmla="*/ 175637835 h 21532"/>
                  <a:gd name="T74" fmla="*/ 256708343 w 21600"/>
                  <a:gd name="T75" fmla="*/ 164766070 h 21532"/>
                  <a:gd name="T76" fmla="*/ 267499264 w 21600"/>
                  <a:gd name="T77" fmla="*/ 175637835 h 21532"/>
                  <a:gd name="T78" fmla="*/ 256708343 w 21600"/>
                  <a:gd name="T79" fmla="*/ 186510880 h 21532"/>
                  <a:gd name="T80" fmla="*/ 245917530 w 21600"/>
                  <a:gd name="T81" fmla="*/ 175637835 h 21532"/>
                  <a:gd name="T82" fmla="*/ 256708343 w 21600"/>
                  <a:gd name="T83" fmla="*/ 152003773 h 21532"/>
                  <a:gd name="T84" fmla="*/ 234719250 w 21600"/>
                  <a:gd name="T85" fmla="*/ 129859237 h 21532"/>
                  <a:gd name="T86" fmla="*/ 256708343 w 21600"/>
                  <a:gd name="T87" fmla="*/ 107728682 h 21532"/>
                  <a:gd name="T88" fmla="*/ 278697436 w 21600"/>
                  <a:gd name="T89" fmla="*/ 129859237 h 21532"/>
                  <a:gd name="T90" fmla="*/ 256708343 w 21600"/>
                  <a:gd name="T91" fmla="*/ 152003773 h 21532"/>
                  <a:gd name="T92" fmla="*/ 256708343 w 21600"/>
                  <a:gd name="T93" fmla="*/ 152003773 h 2153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1600" h="21532">
                    <a:moveTo>
                      <a:pt x="20519" y="5351"/>
                    </a:moveTo>
                    <a:lnTo>
                      <a:pt x="11776" y="5351"/>
                    </a:lnTo>
                    <a:lnTo>
                      <a:pt x="16604" y="1041"/>
                    </a:lnTo>
                    <a:cubicBezTo>
                      <a:pt x="16851" y="821"/>
                      <a:pt x="16872" y="443"/>
                      <a:pt x="16650" y="198"/>
                    </a:cubicBezTo>
                    <a:cubicBezTo>
                      <a:pt x="16429" y="-47"/>
                      <a:pt x="16049" y="-68"/>
                      <a:pt x="15803" y="152"/>
                    </a:cubicBezTo>
                    <a:lnTo>
                      <a:pt x="10813" y="4605"/>
                    </a:lnTo>
                    <a:lnTo>
                      <a:pt x="5823" y="152"/>
                    </a:lnTo>
                    <a:cubicBezTo>
                      <a:pt x="5577" y="-68"/>
                      <a:pt x="5198" y="-47"/>
                      <a:pt x="4976" y="198"/>
                    </a:cubicBezTo>
                    <a:cubicBezTo>
                      <a:pt x="4755" y="443"/>
                      <a:pt x="4775" y="821"/>
                      <a:pt x="5022" y="1041"/>
                    </a:cubicBezTo>
                    <a:lnTo>
                      <a:pt x="9850" y="5351"/>
                    </a:lnTo>
                    <a:lnTo>
                      <a:pt x="1081" y="5351"/>
                    </a:lnTo>
                    <a:cubicBezTo>
                      <a:pt x="487" y="5351"/>
                      <a:pt x="0" y="5835"/>
                      <a:pt x="0" y="6426"/>
                    </a:cubicBezTo>
                    <a:lnTo>
                      <a:pt x="0" y="20457"/>
                    </a:lnTo>
                    <a:cubicBezTo>
                      <a:pt x="0" y="21048"/>
                      <a:pt x="486" y="21532"/>
                      <a:pt x="1081" y="21532"/>
                    </a:cubicBezTo>
                    <a:lnTo>
                      <a:pt x="20519" y="21532"/>
                    </a:lnTo>
                    <a:cubicBezTo>
                      <a:pt x="21113" y="21532"/>
                      <a:pt x="21600" y="21048"/>
                      <a:pt x="21600" y="20457"/>
                    </a:cubicBezTo>
                    <a:lnTo>
                      <a:pt x="21600" y="6426"/>
                    </a:lnTo>
                    <a:cubicBezTo>
                      <a:pt x="21600" y="5835"/>
                      <a:pt x="21113" y="5351"/>
                      <a:pt x="20519" y="5351"/>
                    </a:cubicBezTo>
                    <a:close/>
                    <a:moveTo>
                      <a:pt x="15896" y="18666"/>
                    </a:moveTo>
                    <a:cubicBezTo>
                      <a:pt x="15896" y="19256"/>
                      <a:pt x="15409" y="19740"/>
                      <a:pt x="14815" y="19740"/>
                    </a:cubicBezTo>
                    <a:lnTo>
                      <a:pt x="2882" y="19740"/>
                    </a:lnTo>
                    <a:cubicBezTo>
                      <a:pt x="2288" y="19740"/>
                      <a:pt x="1801" y="19257"/>
                      <a:pt x="1801" y="18666"/>
                    </a:cubicBezTo>
                    <a:lnTo>
                      <a:pt x="1801" y="8218"/>
                    </a:lnTo>
                    <a:cubicBezTo>
                      <a:pt x="1801" y="7627"/>
                      <a:pt x="2288" y="7143"/>
                      <a:pt x="2882" y="7143"/>
                    </a:cubicBezTo>
                    <a:lnTo>
                      <a:pt x="14815" y="7143"/>
                    </a:lnTo>
                    <a:cubicBezTo>
                      <a:pt x="15409" y="7143"/>
                      <a:pt x="15896" y="7627"/>
                      <a:pt x="15896" y="8218"/>
                    </a:cubicBezTo>
                    <a:lnTo>
                      <a:pt x="15896" y="18666"/>
                    </a:lnTo>
                    <a:close/>
                    <a:moveTo>
                      <a:pt x="19647" y="18349"/>
                    </a:moveTo>
                    <a:cubicBezTo>
                      <a:pt x="19647" y="18510"/>
                      <a:pt x="19515" y="18641"/>
                      <a:pt x="19353" y="18641"/>
                    </a:cubicBezTo>
                    <a:lnTo>
                      <a:pt x="18376" y="18641"/>
                    </a:lnTo>
                    <a:cubicBezTo>
                      <a:pt x="18214" y="18641"/>
                      <a:pt x="18083" y="18510"/>
                      <a:pt x="18083" y="18349"/>
                    </a:cubicBezTo>
                    <a:lnTo>
                      <a:pt x="18083" y="16236"/>
                    </a:lnTo>
                    <a:cubicBezTo>
                      <a:pt x="18083" y="16074"/>
                      <a:pt x="18214" y="15944"/>
                      <a:pt x="18376" y="15944"/>
                    </a:cubicBezTo>
                    <a:lnTo>
                      <a:pt x="19353" y="15944"/>
                    </a:lnTo>
                    <a:cubicBezTo>
                      <a:pt x="19515" y="15944"/>
                      <a:pt x="19647" y="16074"/>
                      <a:pt x="19647" y="16236"/>
                    </a:cubicBezTo>
                    <a:lnTo>
                      <a:pt x="19647" y="18349"/>
                    </a:lnTo>
                    <a:close/>
                    <a:moveTo>
                      <a:pt x="18050" y="12730"/>
                    </a:moveTo>
                    <a:cubicBezTo>
                      <a:pt x="18050" y="12295"/>
                      <a:pt x="18405" y="11942"/>
                      <a:pt x="18842" y="11942"/>
                    </a:cubicBezTo>
                    <a:cubicBezTo>
                      <a:pt x="19280" y="11942"/>
                      <a:pt x="19634" y="12295"/>
                      <a:pt x="19634" y="12730"/>
                    </a:cubicBezTo>
                    <a:cubicBezTo>
                      <a:pt x="19634" y="13166"/>
                      <a:pt x="19280" y="13518"/>
                      <a:pt x="18842" y="13518"/>
                    </a:cubicBezTo>
                    <a:cubicBezTo>
                      <a:pt x="18405" y="13518"/>
                      <a:pt x="18050" y="13166"/>
                      <a:pt x="18050" y="12730"/>
                    </a:cubicBezTo>
                    <a:close/>
                    <a:moveTo>
                      <a:pt x="18842" y="11017"/>
                    </a:moveTo>
                    <a:cubicBezTo>
                      <a:pt x="17951" y="11017"/>
                      <a:pt x="17228" y="10299"/>
                      <a:pt x="17228" y="9412"/>
                    </a:cubicBezTo>
                    <a:cubicBezTo>
                      <a:pt x="17228" y="8526"/>
                      <a:pt x="17951" y="7808"/>
                      <a:pt x="18842" y="7808"/>
                    </a:cubicBezTo>
                    <a:cubicBezTo>
                      <a:pt x="19734" y="7808"/>
                      <a:pt x="20456" y="8526"/>
                      <a:pt x="20456" y="9412"/>
                    </a:cubicBezTo>
                    <a:cubicBezTo>
                      <a:pt x="20456" y="10299"/>
                      <a:pt x="19733" y="11017"/>
                      <a:pt x="18842" y="11017"/>
                    </a:cubicBezTo>
                    <a:close/>
                    <a:moveTo>
                      <a:pt x="18842" y="11017"/>
                    </a:moveTo>
                  </a:path>
                </a:pathLst>
              </a:custGeom>
              <a:solidFill>
                <a:schemeClr val="bg1"/>
              </a:solidFill>
              <a:ln>
                <a:noFill/>
              </a:ln>
              <a:effectLst/>
            </p:spPr>
            <p:txBody>
              <a:bodyPr anchor="ctr"/>
              <a:lstStyle/>
              <a:p>
                <a:pPr algn="ctr"/>
                <a:endParaRPr dirty="0"/>
              </a:p>
            </p:txBody>
          </p:sp>
          <p:grpSp>
            <p:nvGrpSpPr>
              <p:cNvPr id="38" name="Group 59">
                <a:extLst>
                  <a:ext uri="{FF2B5EF4-FFF2-40B4-BE49-F238E27FC236}">
                    <a16:creationId xmlns:a16="http://schemas.microsoft.com/office/drawing/2014/main" id="{173E95CD-0E2E-404C-876C-3E653CC4FCDE}"/>
                  </a:ext>
                </a:extLst>
              </p:cNvPr>
              <p:cNvGrpSpPr/>
              <p:nvPr/>
            </p:nvGrpSpPr>
            <p:grpSpPr>
              <a:xfrm>
                <a:off x="5403443" y="1894519"/>
                <a:ext cx="363501" cy="229054"/>
                <a:chOff x="0" y="0"/>
                <a:chExt cx="575" cy="363"/>
              </a:xfrm>
              <a:solidFill>
                <a:schemeClr val="bg1"/>
              </a:solidFill>
              <a:effectLst/>
            </p:grpSpPr>
            <p:sp>
              <p:nvSpPr>
                <p:cNvPr id="46" name="Freeform: Shape 60">
                  <a:extLst>
                    <a:ext uri="{FF2B5EF4-FFF2-40B4-BE49-F238E27FC236}">
                      <a16:creationId xmlns:a16="http://schemas.microsoft.com/office/drawing/2014/main" id="{6819E68E-57E3-4B20-97BE-429BC8871E88}"/>
                    </a:ext>
                  </a:extLst>
                </p:cNvPr>
                <p:cNvSpPr/>
                <p:nvPr/>
              </p:nvSpPr>
              <p:spPr bwMode="auto">
                <a:xfrm>
                  <a:off x="0" y="104"/>
                  <a:ext cx="205" cy="259"/>
                </a:xfrm>
                <a:custGeom>
                  <a:avLst/>
                  <a:gdLst>
                    <a:gd name="T0" fmla="*/ 0 w 21470"/>
                    <a:gd name="T1" fmla="*/ 0 h 21600"/>
                    <a:gd name="T2" fmla="*/ 0 w 21470"/>
                    <a:gd name="T3" fmla="*/ 0 h 21600"/>
                    <a:gd name="T4" fmla="*/ 0 w 21470"/>
                    <a:gd name="T5" fmla="*/ 0 h 21600"/>
                    <a:gd name="T6" fmla="*/ 0 w 21470"/>
                    <a:gd name="T7" fmla="*/ 0 h 21600"/>
                    <a:gd name="T8" fmla="*/ 0 w 21470"/>
                    <a:gd name="T9" fmla="*/ 0 h 21600"/>
                    <a:gd name="T10" fmla="*/ 0 w 21470"/>
                    <a:gd name="T11" fmla="*/ 0 h 21600"/>
                    <a:gd name="T12" fmla="*/ 0 w 21470"/>
                    <a:gd name="T13" fmla="*/ 0 h 21600"/>
                    <a:gd name="T14" fmla="*/ 0 w 21470"/>
                    <a:gd name="T15" fmla="*/ 0 h 21600"/>
                    <a:gd name="T16" fmla="*/ 0 w 21470"/>
                    <a:gd name="T17" fmla="*/ 0 h 21600"/>
                    <a:gd name="T18" fmla="*/ 0 w 21470"/>
                    <a:gd name="T19" fmla="*/ 0 h 21600"/>
                    <a:gd name="T20" fmla="*/ 0 w 21470"/>
                    <a:gd name="T21" fmla="*/ 0 h 21600"/>
                    <a:gd name="T22" fmla="*/ 0 w 21470"/>
                    <a:gd name="T23" fmla="*/ 0 h 21600"/>
                    <a:gd name="T24" fmla="*/ 0 w 21470"/>
                    <a:gd name="T25" fmla="*/ 0 h 21600"/>
                    <a:gd name="T26" fmla="*/ 0 w 21470"/>
                    <a:gd name="T27" fmla="*/ 0 h 21600"/>
                    <a:gd name="T28" fmla="*/ 0 w 21470"/>
                    <a:gd name="T29" fmla="*/ 0 h 21600"/>
                    <a:gd name="T30" fmla="*/ 0 w 21470"/>
                    <a:gd name="T31" fmla="*/ 0 h 21600"/>
                    <a:gd name="T32" fmla="*/ 0 w 21470"/>
                    <a:gd name="T33" fmla="*/ 0 h 21600"/>
                    <a:gd name="T34" fmla="*/ 0 w 21470"/>
                    <a:gd name="T35" fmla="*/ 0 h 21600"/>
                    <a:gd name="T36" fmla="*/ 0 w 21470"/>
                    <a:gd name="T37" fmla="*/ 0 h 2160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1470" h="21600">
                      <a:moveTo>
                        <a:pt x="13938" y="18089"/>
                      </a:moveTo>
                      <a:lnTo>
                        <a:pt x="13938" y="18075"/>
                      </a:lnTo>
                      <a:cubicBezTo>
                        <a:pt x="13949" y="17312"/>
                        <a:pt x="14370" y="14919"/>
                        <a:pt x="18829" y="12741"/>
                      </a:cubicBezTo>
                      <a:cubicBezTo>
                        <a:pt x="19646" y="11856"/>
                        <a:pt x="20317" y="10649"/>
                        <a:pt x="21003" y="9256"/>
                      </a:cubicBezTo>
                      <a:cubicBezTo>
                        <a:pt x="21476" y="8293"/>
                        <a:pt x="21396" y="7471"/>
                        <a:pt x="21396" y="6302"/>
                      </a:cubicBezTo>
                      <a:cubicBezTo>
                        <a:pt x="21396" y="5437"/>
                        <a:pt x="21600" y="4050"/>
                        <a:pt x="21332" y="3287"/>
                      </a:cubicBezTo>
                      <a:cubicBezTo>
                        <a:pt x="20424" y="712"/>
                        <a:pt x="18134" y="0"/>
                        <a:pt x="15449" y="0"/>
                      </a:cubicBezTo>
                      <a:cubicBezTo>
                        <a:pt x="12764" y="0"/>
                        <a:pt x="10471" y="714"/>
                        <a:pt x="9566" y="3295"/>
                      </a:cubicBezTo>
                      <a:cubicBezTo>
                        <a:pt x="9299" y="4054"/>
                        <a:pt x="9504" y="5439"/>
                        <a:pt x="9504" y="6301"/>
                      </a:cubicBezTo>
                      <a:cubicBezTo>
                        <a:pt x="9504" y="7473"/>
                        <a:pt x="9424" y="8297"/>
                        <a:pt x="9900" y="9263"/>
                      </a:cubicBezTo>
                      <a:cubicBezTo>
                        <a:pt x="10724" y="10935"/>
                        <a:pt x="11509" y="12336"/>
                        <a:pt x="12556" y="13231"/>
                      </a:cubicBezTo>
                      <a:cubicBezTo>
                        <a:pt x="8479" y="13828"/>
                        <a:pt x="5724" y="15525"/>
                        <a:pt x="3865" y="16187"/>
                      </a:cubicBezTo>
                      <a:cubicBezTo>
                        <a:pt x="18" y="17556"/>
                        <a:pt x="0" y="19055"/>
                        <a:pt x="0" y="19055"/>
                      </a:cubicBezTo>
                      <a:lnTo>
                        <a:pt x="0" y="21600"/>
                      </a:lnTo>
                      <a:lnTo>
                        <a:pt x="13940" y="21598"/>
                      </a:lnTo>
                      <a:lnTo>
                        <a:pt x="13940" y="18100"/>
                      </a:lnTo>
                      <a:lnTo>
                        <a:pt x="13940" y="18089"/>
                      </a:lnTo>
                      <a:lnTo>
                        <a:pt x="13938" y="18089"/>
                      </a:lnTo>
                      <a:close/>
                      <a:moveTo>
                        <a:pt x="13938" y="18089"/>
                      </a:moveTo>
                    </a:path>
                  </a:pathLst>
                </a:custGeom>
                <a:grpFill/>
                <a:ln>
                  <a:noFill/>
                </a:ln>
                <a:extLst>
                  <a:ext uri="{91240B29-F687-4f45-9708-019B960494DF}">
                    <a14:hiddenLine xmlns:p15="http://schemas.microsoft.com/office/powerpoint/2012/main" xmlns:p14="http://schemas.microsoft.com/office/powerpoint/2010/main" xmlns:a14="http://schemas.microsoft.com/office/drawing/2010/main" xmlns:lc="http://schemas.openxmlformats.org/drawingml/2006/lockedCanvas" xmlns="" w="25400" cap="flat">
                      <a:solidFill>
                        <a:schemeClr val="tx1"/>
                      </a:solidFill>
                      <a:miter lim="800000"/>
                      <a:headEnd type="none" w="med" len="med"/>
                      <a:tailEnd type="none" w="med" len="med"/>
                    </a14:hiddenLine>
                  </a:ext>
                </a:extLst>
              </p:spPr>
              <p:txBody>
                <a:bodyPr anchor="ctr"/>
                <a:lstStyle/>
                <a:p>
                  <a:pPr algn="ctr"/>
                  <a:endParaRPr dirty="0"/>
                </a:p>
              </p:txBody>
            </p:sp>
            <p:sp>
              <p:nvSpPr>
                <p:cNvPr id="47" name="Freeform: Shape 61">
                  <a:extLst>
                    <a:ext uri="{FF2B5EF4-FFF2-40B4-BE49-F238E27FC236}">
                      <a16:creationId xmlns:a16="http://schemas.microsoft.com/office/drawing/2014/main" id="{1EDA7515-09CD-4B69-81DD-04DEAD240AF4}"/>
                    </a:ext>
                  </a:extLst>
                </p:cNvPr>
                <p:cNvSpPr/>
                <p:nvPr/>
              </p:nvSpPr>
              <p:spPr bwMode="auto">
                <a:xfrm>
                  <a:off x="168" y="0"/>
                  <a:ext cx="407" cy="35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moveTo>
                        <a:pt x="18895" y="16182"/>
                      </a:moveTo>
                    </a:path>
                  </a:pathLst>
                </a:custGeom>
                <a:grpFill/>
                <a:ln>
                  <a:noFill/>
                </a:ln>
                <a:extLst>
                  <a:ext uri="{91240B29-F687-4f45-9708-019B960494DF}">
                    <a14:hiddenLine xmlns:p15="http://schemas.microsoft.com/office/powerpoint/2012/main" xmlns:p14="http://schemas.microsoft.com/office/powerpoint/2010/main" xmlns:a14="http://schemas.microsoft.com/office/drawing/2010/main" xmlns:lc="http://schemas.openxmlformats.org/drawingml/2006/lockedCanvas" xmlns="" w="25400" cap="flat">
                      <a:solidFill>
                        <a:schemeClr val="tx1"/>
                      </a:solidFill>
                      <a:miter lim="800000"/>
                      <a:headEnd type="none" w="med" len="med"/>
                      <a:tailEnd type="none" w="med" len="med"/>
                    </a14:hiddenLine>
                  </a:ext>
                </a:extLst>
              </p:spPr>
              <p:txBody>
                <a:bodyPr anchor="ctr"/>
                <a:lstStyle/>
                <a:p>
                  <a:pPr algn="ctr"/>
                  <a:endParaRPr dirty="0"/>
                </a:p>
              </p:txBody>
            </p:sp>
          </p:grpSp>
          <p:grpSp>
            <p:nvGrpSpPr>
              <p:cNvPr id="39" name="Group 62">
                <a:extLst>
                  <a:ext uri="{FF2B5EF4-FFF2-40B4-BE49-F238E27FC236}">
                    <a16:creationId xmlns:a16="http://schemas.microsoft.com/office/drawing/2014/main" id="{BC875D4D-77F7-4AB4-98B6-79D2D7723093}"/>
                  </a:ext>
                </a:extLst>
              </p:cNvPr>
              <p:cNvGrpSpPr/>
              <p:nvPr/>
            </p:nvGrpSpPr>
            <p:grpSpPr>
              <a:xfrm>
                <a:off x="7145291" y="3232346"/>
                <a:ext cx="363501" cy="321176"/>
                <a:chOff x="0" y="0"/>
                <a:chExt cx="575" cy="506"/>
              </a:xfrm>
              <a:solidFill>
                <a:schemeClr val="bg1"/>
              </a:solidFill>
              <a:effectLst/>
            </p:grpSpPr>
            <p:sp>
              <p:nvSpPr>
                <p:cNvPr id="44" name="Freeform: Shape 63">
                  <a:extLst>
                    <a:ext uri="{FF2B5EF4-FFF2-40B4-BE49-F238E27FC236}">
                      <a16:creationId xmlns:a16="http://schemas.microsoft.com/office/drawing/2014/main" id="{C89EDB73-7087-4C90-B736-E8F723182028}"/>
                    </a:ext>
                  </a:extLst>
                </p:cNvPr>
                <p:cNvSpPr/>
                <p:nvPr/>
              </p:nvSpPr>
              <p:spPr bwMode="auto">
                <a:xfrm>
                  <a:off x="184" y="120"/>
                  <a:ext cx="391" cy="386"/>
                </a:xfrm>
                <a:custGeom>
                  <a:avLst/>
                  <a:gdLst>
                    <a:gd name="T0" fmla="*/ 0 w 21600"/>
                    <a:gd name="T1" fmla="*/ 0 h 20967"/>
                    <a:gd name="T2" fmla="*/ 0 w 21600"/>
                    <a:gd name="T3" fmla="*/ 0 h 20967"/>
                    <a:gd name="T4" fmla="*/ 0 w 21600"/>
                    <a:gd name="T5" fmla="*/ 0 h 20967"/>
                    <a:gd name="T6" fmla="*/ 0 w 21600"/>
                    <a:gd name="T7" fmla="*/ 0 h 20967"/>
                    <a:gd name="T8" fmla="*/ 0 w 21600"/>
                    <a:gd name="T9" fmla="*/ 0 h 20967"/>
                    <a:gd name="T10" fmla="*/ 0 w 21600"/>
                    <a:gd name="T11" fmla="*/ 0 h 20967"/>
                    <a:gd name="T12" fmla="*/ 0 w 21600"/>
                    <a:gd name="T13" fmla="*/ 0 h 20967"/>
                    <a:gd name="T14" fmla="*/ 0 w 21600"/>
                    <a:gd name="T15" fmla="*/ 0 h 20967"/>
                    <a:gd name="T16" fmla="*/ 0 w 21600"/>
                    <a:gd name="T17" fmla="*/ 0 h 20967"/>
                    <a:gd name="T18" fmla="*/ 0 w 21600"/>
                    <a:gd name="T19" fmla="*/ 0 h 20967"/>
                    <a:gd name="T20" fmla="*/ 0 w 21600"/>
                    <a:gd name="T21" fmla="*/ 0 h 20967"/>
                    <a:gd name="T22" fmla="*/ 0 w 21600"/>
                    <a:gd name="T23" fmla="*/ 0 h 20967"/>
                    <a:gd name="T24" fmla="*/ 0 w 21600"/>
                    <a:gd name="T25" fmla="*/ 0 h 20967"/>
                    <a:gd name="T26" fmla="*/ 0 w 21600"/>
                    <a:gd name="T27" fmla="*/ 0 h 20967"/>
                    <a:gd name="T28" fmla="*/ 0 w 21600"/>
                    <a:gd name="T29" fmla="*/ 0 h 20967"/>
                    <a:gd name="T30" fmla="*/ 0 w 21600"/>
                    <a:gd name="T31" fmla="*/ 0 h 20967"/>
                    <a:gd name="T32" fmla="*/ 0 w 21600"/>
                    <a:gd name="T33" fmla="*/ 0 h 20967"/>
                    <a:gd name="T34" fmla="*/ 0 w 21600"/>
                    <a:gd name="T35" fmla="*/ 0 h 20967"/>
                    <a:gd name="T36" fmla="*/ 0 w 21600"/>
                    <a:gd name="T37" fmla="*/ 0 h 20967"/>
                    <a:gd name="T38" fmla="*/ 0 w 21600"/>
                    <a:gd name="T39" fmla="*/ 0 h 20967"/>
                    <a:gd name="T40" fmla="*/ 0 w 21600"/>
                    <a:gd name="T41" fmla="*/ 0 h 20967"/>
                    <a:gd name="T42" fmla="*/ 0 w 21600"/>
                    <a:gd name="T43" fmla="*/ 0 h 20967"/>
                    <a:gd name="T44" fmla="*/ 0 w 21600"/>
                    <a:gd name="T45" fmla="*/ 0 h 20967"/>
                    <a:gd name="T46" fmla="*/ 0 w 21600"/>
                    <a:gd name="T47" fmla="*/ 0 h 20967"/>
                    <a:gd name="T48" fmla="*/ 0 w 21600"/>
                    <a:gd name="T49" fmla="*/ 0 h 20967"/>
                    <a:gd name="T50" fmla="*/ 0 w 21600"/>
                    <a:gd name="T51" fmla="*/ 0 h 20967"/>
                    <a:gd name="T52" fmla="*/ 0 w 21600"/>
                    <a:gd name="T53" fmla="*/ 0 h 20967"/>
                    <a:gd name="T54" fmla="*/ 0 w 21600"/>
                    <a:gd name="T55" fmla="*/ 0 h 20967"/>
                    <a:gd name="T56" fmla="*/ 0 w 21600"/>
                    <a:gd name="T57" fmla="*/ 0 h 20967"/>
                    <a:gd name="T58" fmla="*/ 0 w 21600"/>
                    <a:gd name="T59" fmla="*/ 0 h 20967"/>
                    <a:gd name="T60" fmla="*/ 0 w 21600"/>
                    <a:gd name="T61" fmla="*/ 0 h 20967"/>
                    <a:gd name="T62" fmla="*/ 0 w 21600"/>
                    <a:gd name="T63" fmla="*/ 0 h 20967"/>
                    <a:gd name="T64" fmla="*/ 0 w 21600"/>
                    <a:gd name="T65" fmla="*/ 0 h 2096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1600" h="20967">
                      <a:moveTo>
                        <a:pt x="20820" y="9022"/>
                      </a:moveTo>
                      <a:cubicBezTo>
                        <a:pt x="20811" y="9007"/>
                        <a:pt x="20801" y="8992"/>
                        <a:pt x="20793" y="8977"/>
                      </a:cubicBezTo>
                      <a:cubicBezTo>
                        <a:pt x="20489" y="8427"/>
                        <a:pt x="20112" y="7930"/>
                        <a:pt x="19674" y="7499"/>
                      </a:cubicBezTo>
                      <a:lnTo>
                        <a:pt x="13690" y="1617"/>
                      </a:lnTo>
                      <a:cubicBezTo>
                        <a:pt x="13666" y="1593"/>
                        <a:pt x="13643" y="1572"/>
                        <a:pt x="13622" y="1554"/>
                      </a:cubicBezTo>
                      <a:cubicBezTo>
                        <a:pt x="12860" y="827"/>
                        <a:pt x="11933" y="294"/>
                        <a:pt x="10925" y="0"/>
                      </a:cubicBezTo>
                      <a:cubicBezTo>
                        <a:pt x="12087" y="1195"/>
                        <a:pt x="12856" y="2688"/>
                        <a:pt x="13154" y="4330"/>
                      </a:cubicBezTo>
                      <a:cubicBezTo>
                        <a:pt x="13243" y="4823"/>
                        <a:pt x="13289" y="5326"/>
                        <a:pt x="13289" y="5827"/>
                      </a:cubicBezTo>
                      <a:cubicBezTo>
                        <a:pt x="13289" y="6027"/>
                        <a:pt x="13280" y="6237"/>
                        <a:pt x="13262" y="6469"/>
                      </a:cubicBezTo>
                      <a:lnTo>
                        <a:pt x="16991" y="10136"/>
                      </a:lnTo>
                      <a:cubicBezTo>
                        <a:pt x="17315" y="10454"/>
                        <a:pt x="17555" y="10856"/>
                        <a:pt x="17685" y="11298"/>
                      </a:cubicBezTo>
                      <a:cubicBezTo>
                        <a:pt x="17760" y="11551"/>
                        <a:pt x="17797" y="11814"/>
                        <a:pt x="17797" y="12082"/>
                      </a:cubicBezTo>
                      <a:cubicBezTo>
                        <a:pt x="17797" y="12378"/>
                        <a:pt x="17751" y="12669"/>
                        <a:pt x="17660" y="12949"/>
                      </a:cubicBezTo>
                      <a:cubicBezTo>
                        <a:pt x="17523" y="13371"/>
                        <a:pt x="17298" y="13738"/>
                        <a:pt x="16990" y="14040"/>
                      </a:cubicBezTo>
                      <a:lnTo>
                        <a:pt x="14559" y="16430"/>
                      </a:lnTo>
                      <a:cubicBezTo>
                        <a:pt x="14038" y="16942"/>
                        <a:pt x="13333" y="17224"/>
                        <a:pt x="12573" y="17224"/>
                      </a:cubicBezTo>
                      <a:cubicBezTo>
                        <a:pt x="11813" y="17224"/>
                        <a:pt x="11108" y="16942"/>
                        <a:pt x="10587" y="16430"/>
                      </a:cubicBezTo>
                      <a:lnTo>
                        <a:pt x="8270" y="14152"/>
                      </a:lnTo>
                      <a:lnTo>
                        <a:pt x="6770" y="12677"/>
                      </a:lnTo>
                      <a:lnTo>
                        <a:pt x="4605" y="10549"/>
                      </a:lnTo>
                      <a:cubicBezTo>
                        <a:pt x="4389" y="10338"/>
                        <a:pt x="4211" y="10088"/>
                        <a:pt x="4075" y="9805"/>
                      </a:cubicBezTo>
                      <a:cubicBezTo>
                        <a:pt x="3895" y="9434"/>
                        <a:pt x="3800" y="9016"/>
                        <a:pt x="3800" y="8598"/>
                      </a:cubicBezTo>
                      <a:cubicBezTo>
                        <a:pt x="3800" y="8316"/>
                        <a:pt x="3842" y="8037"/>
                        <a:pt x="3925" y="7769"/>
                      </a:cubicBezTo>
                      <a:cubicBezTo>
                        <a:pt x="3932" y="7746"/>
                        <a:pt x="3941" y="7722"/>
                        <a:pt x="3951" y="7698"/>
                      </a:cubicBezTo>
                      <a:lnTo>
                        <a:pt x="3965" y="7659"/>
                      </a:lnTo>
                      <a:cubicBezTo>
                        <a:pt x="4000" y="7561"/>
                        <a:pt x="4033" y="7481"/>
                        <a:pt x="4068" y="7408"/>
                      </a:cubicBezTo>
                      <a:cubicBezTo>
                        <a:pt x="4087" y="7366"/>
                        <a:pt x="4109" y="7325"/>
                        <a:pt x="4132" y="7283"/>
                      </a:cubicBezTo>
                      <a:cubicBezTo>
                        <a:pt x="4172" y="7208"/>
                        <a:pt x="4218" y="7133"/>
                        <a:pt x="4271" y="7053"/>
                      </a:cubicBezTo>
                      <a:lnTo>
                        <a:pt x="4294" y="7020"/>
                      </a:lnTo>
                      <a:cubicBezTo>
                        <a:pt x="4310" y="6997"/>
                        <a:pt x="4325" y="6972"/>
                        <a:pt x="4343" y="6949"/>
                      </a:cubicBezTo>
                      <a:cubicBezTo>
                        <a:pt x="4431" y="6831"/>
                        <a:pt x="4517" y="6731"/>
                        <a:pt x="4605" y="6646"/>
                      </a:cubicBezTo>
                      <a:lnTo>
                        <a:pt x="5532" y="5735"/>
                      </a:lnTo>
                      <a:cubicBezTo>
                        <a:pt x="5522" y="5626"/>
                        <a:pt x="5497" y="5529"/>
                        <a:pt x="5456" y="5447"/>
                      </a:cubicBezTo>
                      <a:cubicBezTo>
                        <a:pt x="5417" y="5367"/>
                        <a:pt x="5370" y="5298"/>
                        <a:pt x="5314" y="5243"/>
                      </a:cubicBezTo>
                      <a:lnTo>
                        <a:pt x="3149" y="3115"/>
                      </a:lnTo>
                      <a:lnTo>
                        <a:pt x="2990" y="2958"/>
                      </a:lnTo>
                      <a:lnTo>
                        <a:pt x="1922" y="4008"/>
                      </a:lnTo>
                      <a:cubicBezTo>
                        <a:pt x="1819" y="4110"/>
                        <a:pt x="1715" y="4219"/>
                        <a:pt x="1606" y="4344"/>
                      </a:cubicBezTo>
                      <a:cubicBezTo>
                        <a:pt x="1589" y="4362"/>
                        <a:pt x="1574" y="4381"/>
                        <a:pt x="1558" y="4400"/>
                      </a:cubicBezTo>
                      <a:lnTo>
                        <a:pt x="1524" y="4442"/>
                      </a:lnTo>
                      <a:cubicBezTo>
                        <a:pt x="1451" y="4527"/>
                        <a:pt x="1381" y="4613"/>
                        <a:pt x="1313" y="4702"/>
                      </a:cubicBezTo>
                      <a:cubicBezTo>
                        <a:pt x="1290" y="4731"/>
                        <a:pt x="1268" y="4762"/>
                        <a:pt x="1246" y="4792"/>
                      </a:cubicBezTo>
                      <a:lnTo>
                        <a:pt x="1233" y="4809"/>
                      </a:lnTo>
                      <a:cubicBezTo>
                        <a:pt x="1167" y="4901"/>
                        <a:pt x="1103" y="4993"/>
                        <a:pt x="1042" y="5088"/>
                      </a:cubicBezTo>
                      <a:lnTo>
                        <a:pt x="1026" y="5112"/>
                      </a:lnTo>
                      <a:cubicBezTo>
                        <a:pt x="1011" y="5135"/>
                        <a:pt x="996" y="5158"/>
                        <a:pt x="981" y="5179"/>
                      </a:cubicBezTo>
                      <a:cubicBezTo>
                        <a:pt x="910" y="5295"/>
                        <a:pt x="841" y="5411"/>
                        <a:pt x="779" y="5526"/>
                      </a:cubicBezTo>
                      <a:lnTo>
                        <a:pt x="769" y="5543"/>
                      </a:lnTo>
                      <a:lnTo>
                        <a:pt x="761" y="5559"/>
                      </a:lnTo>
                      <a:cubicBezTo>
                        <a:pt x="543" y="5965"/>
                        <a:pt x="369" y="6397"/>
                        <a:pt x="243" y="6846"/>
                      </a:cubicBezTo>
                      <a:cubicBezTo>
                        <a:pt x="198" y="7005"/>
                        <a:pt x="163" y="7152"/>
                        <a:pt x="134" y="7295"/>
                      </a:cubicBezTo>
                      <a:cubicBezTo>
                        <a:pt x="45" y="7730"/>
                        <a:pt x="0" y="8169"/>
                        <a:pt x="0" y="8605"/>
                      </a:cubicBezTo>
                      <a:cubicBezTo>
                        <a:pt x="0" y="8989"/>
                        <a:pt x="35" y="9375"/>
                        <a:pt x="102" y="9750"/>
                      </a:cubicBezTo>
                      <a:cubicBezTo>
                        <a:pt x="340" y="11063"/>
                        <a:pt x="970" y="12253"/>
                        <a:pt x="1921" y="13188"/>
                      </a:cubicBezTo>
                      <a:lnTo>
                        <a:pt x="3167" y="14414"/>
                      </a:lnTo>
                      <a:lnTo>
                        <a:pt x="4988" y="16203"/>
                      </a:lnTo>
                      <a:lnTo>
                        <a:pt x="7904" y="19069"/>
                      </a:lnTo>
                      <a:cubicBezTo>
                        <a:pt x="10479" y="21600"/>
                        <a:pt x="14667" y="21600"/>
                        <a:pt x="17242" y="19069"/>
                      </a:cubicBezTo>
                      <a:lnTo>
                        <a:pt x="19673" y="16679"/>
                      </a:lnTo>
                      <a:cubicBezTo>
                        <a:pt x="20506" y="15861"/>
                        <a:pt x="21099" y="14826"/>
                        <a:pt x="21391" y="13687"/>
                      </a:cubicBezTo>
                      <a:cubicBezTo>
                        <a:pt x="21529" y="13146"/>
                        <a:pt x="21600" y="12608"/>
                        <a:pt x="21600" y="12089"/>
                      </a:cubicBezTo>
                      <a:cubicBezTo>
                        <a:pt x="21600" y="11064"/>
                        <a:pt x="21349" y="10039"/>
                        <a:pt x="20876" y="9127"/>
                      </a:cubicBezTo>
                      <a:cubicBezTo>
                        <a:pt x="20870" y="9116"/>
                        <a:pt x="20865" y="9105"/>
                        <a:pt x="20860" y="9094"/>
                      </a:cubicBezTo>
                      <a:cubicBezTo>
                        <a:pt x="20856" y="9085"/>
                        <a:pt x="20852" y="9077"/>
                        <a:pt x="20847" y="9068"/>
                      </a:cubicBezTo>
                      <a:cubicBezTo>
                        <a:pt x="20839" y="9051"/>
                        <a:pt x="20830" y="9038"/>
                        <a:pt x="20820" y="9022"/>
                      </a:cubicBezTo>
                      <a:close/>
                      <a:moveTo>
                        <a:pt x="20820" y="9022"/>
                      </a:moveTo>
                    </a:path>
                  </a:pathLst>
                </a:custGeom>
                <a:grpFill/>
                <a:ln>
                  <a:noFill/>
                </a:ln>
                <a:extLst>
                  <a:ext uri="{91240B29-F687-4f45-9708-019B960494DF}">
                    <a14:hiddenLine xmlns:p15="http://schemas.microsoft.com/office/powerpoint/2012/main" xmlns:p14="http://schemas.microsoft.com/office/powerpoint/2010/main" xmlns:a14="http://schemas.microsoft.com/office/drawing/2010/main" xmlns:lc="http://schemas.openxmlformats.org/drawingml/2006/lockedCanvas" xmlns="" w="25400" cap="flat">
                      <a:solidFill>
                        <a:schemeClr val="tx1"/>
                      </a:solidFill>
                      <a:miter lim="800000"/>
                      <a:headEnd type="none" w="med" len="med"/>
                      <a:tailEnd type="none" w="med" len="med"/>
                    </a14:hiddenLine>
                  </a:ext>
                </a:extLst>
              </p:spPr>
              <p:txBody>
                <a:bodyPr anchor="ctr"/>
                <a:lstStyle/>
                <a:p>
                  <a:pPr algn="ctr"/>
                  <a:endParaRPr dirty="0"/>
                </a:p>
              </p:txBody>
            </p:sp>
            <p:sp>
              <p:nvSpPr>
                <p:cNvPr id="45" name="Freeform: Shape 64">
                  <a:extLst>
                    <a:ext uri="{FF2B5EF4-FFF2-40B4-BE49-F238E27FC236}">
                      <a16:creationId xmlns:a16="http://schemas.microsoft.com/office/drawing/2014/main" id="{0AA2776D-6188-45C7-BCBA-4A25012177CB}"/>
                    </a:ext>
                  </a:extLst>
                </p:cNvPr>
                <p:cNvSpPr/>
                <p:nvPr/>
              </p:nvSpPr>
              <p:spPr bwMode="auto">
                <a:xfrm>
                  <a:off x="0" y="0"/>
                  <a:ext cx="391" cy="386"/>
                </a:xfrm>
                <a:custGeom>
                  <a:avLst/>
                  <a:gdLst>
                    <a:gd name="T0" fmla="*/ 0 w 21600"/>
                    <a:gd name="T1" fmla="*/ 0 h 20967"/>
                    <a:gd name="T2" fmla="*/ 0 w 21600"/>
                    <a:gd name="T3" fmla="*/ 0 h 20967"/>
                    <a:gd name="T4" fmla="*/ 0 w 21600"/>
                    <a:gd name="T5" fmla="*/ 0 h 20967"/>
                    <a:gd name="T6" fmla="*/ 0 w 21600"/>
                    <a:gd name="T7" fmla="*/ 0 h 20967"/>
                    <a:gd name="T8" fmla="*/ 0 w 21600"/>
                    <a:gd name="T9" fmla="*/ 0 h 20967"/>
                    <a:gd name="T10" fmla="*/ 0 w 21600"/>
                    <a:gd name="T11" fmla="*/ 0 h 20967"/>
                    <a:gd name="T12" fmla="*/ 0 w 21600"/>
                    <a:gd name="T13" fmla="*/ 0 h 20967"/>
                    <a:gd name="T14" fmla="*/ 0 w 21600"/>
                    <a:gd name="T15" fmla="*/ 0 h 20967"/>
                    <a:gd name="T16" fmla="*/ 0 w 21600"/>
                    <a:gd name="T17" fmla="*/ 0 h 20967"/>
                    <a:gd name="T18" fmla="*/ 0 w 21600"/>
                    <a:gd name="T19" fmla="*/ 0 h 20967"/>
                    <a:gd name="T20" fmla="*/ 0 w 21600"/>
                    <a:gd name="T21" fmla="*/ 0 h 20967"/>
                    <a:gd name="T22" fmla="*/ 0 w 21600"/>
                    <a:gd name="T23" fmla="*/ 0 h 20967"/>
                    <a:gd name="T24" fmla="*/ 0 w 21600"/>
                    <a:gd name="T25" fmla="*/ 0 h 20967"/>
                    <a:gd name="T26" fmla="*/ 0 w 21600"/>
                    <a:gd name="T27" fmla="*/ 0 h 20967"/>
                    <a:gd name="T28" fmla="*/ 0 w 21600"/>
                    <a:gd name="T29" fmla="*/ 0 h 20967"/>
                    <a:gd name="T30" fmla="*/ 0 w 21600"/>
                    <a:gd name="T31" fmla="*/ 0 h 20967"/>
                    <a:gd name="T32" fmla="*/ 0 w 21600"/>
                    <a:gd name="T33" fmla="*/ 0 h 20967"/>
                    <a:gd name="T34" fmla="*/ 0 w 21600"/>
                    <a:gd name="T35" fmla="*/ 0 h 20967"/>
                    <a:gd name="T36" fmla="*/ 0 w 21600"/>
                    <a:gd name="T37" fmla="*/ 0 h 20967"/>
                    <a:gd name="T38" fmla="*/ 0 w 21600"/>
                    <a:gd name="T39" fmla="*/ 0 h 20967"/>
                    <a:gd name="T40" fmla="*/ 0 w 21600"/>
                    <a:gd name="T41" fmla="*/ 0 h 20967"/>
                    <a:gd name="T42" fmla="*/ 0 w 21600"/>
                    <a:gd name="T43" fmla="*/ 0 h 20967"/>
                    <a:gd name="T44" fmla="*/ 0 w 21600"/>
                    <a:gd name="T45" fmla="*/ 0 h 20967"/>
                    <a:gd name="T46" fmla="*/ 0 w 21600"/>
                    <a:gd name="T47" fmla="*/ 0 h 20967"/>
                    <a:gd name="T48" fmla="*/ 0 w 21600"/>
                    <a:gd name="T49" fmla="*/ 0 h 20967"/>
                    <a:gd name="T50" fmla="*/ 0 w 21600"/>
                    <a:gd name="T51" fmla="*/ 0 h 20967"/>
                    <a:gd name="T52" fmla="*/ 0 w 21600"/>
                    <a:gd name="T53" fmla="*/ 0 h 20967"/>
                    <a:gd name="T54" fmla="*/ 0 w 21600"/>
                    <a:gd name="T55" fmla="*/ 0 h 20967"/>
                    <a:gd name="T56" fmla="*/ 0 w 21600"/>
                    <a:gd name="T57" fmla="*/ 0 h 20967"/>
                    <a:gd name="T58" fmla="*/ 0 w 21600"/>
                    <a:gd name="T59" fmla="*/ 0 h 20967"/>
                    <a:gd name="T60" fmla="*/ 0 w 21600"/>
                    <a:gd name="T61" fmla="*/ 0 h 20967"/>
                    <a:gd name="T62" fmla="*/ 0 w 21600"/>
                    <a:gd name="T63" fmla="*/ 0 h 2096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1600" h="20967">
                      <a:moveTo>
                        <a:pt x="19678" y="7779"/>
                      </a:moveTo>
                      <a:lnTo>
                        <a:pt x="18431" y="6554"/>
                      </a:lnTo>
                      <a:lnTo>
                        <a:pt x="16611" y="4764"/>
                      </a:lnTo>
                      <a:lnTo>
                        <a:pt x="13695" y="1897"/>
                      </a:lnTo>
                      <a:cubicBezTo>
                        <a:pt x="11121" y="-633"/>
                        <a:pt x="6932" y="-633"/>
                        <a:pt x="4358" y="1898"/>
                      </a:cubicBezTo>
                      <a:lnTo>
                        <a:pt x="1926" y="4288"/>
                      </a:lnTo>
                      <a:cubicBezTo>
                        <a:pt x="1093" y="5106"/>
                        <a:pt x="501" y="6141"/>
                        <a:pt x="209" y="7280"/>
                      </a:cubicBezTo>
                      <a:cubicBezTo>
                        <a:pt x="71" y="7821"/>
                        <a:pt x="0" y="8359"/>
                        <a:pt x="0" y="8879"/>
                      </a:cubicBezTo>
                      <a:cubicBezTo>
                        <a:pt x="0" y="9904"/>
                        <a:pt x="251" y="10928"/>
                        <a:pt x="724" y="11841"/>
                      </a:cubicBezTo>
                      <a:cubicBezTo>
                        <a:pt x="731" y="11851"/>
                        <a:pt x="735" y="11863"/>
                        <a:pt x="740" y="11874"/>
                      </a:cubicBezTo>
                      <a:cubicBezTo>
                        <a:pt x="744" y="11883"/>
                        <a:pt x="748" y="11892"/>
                        <a:pt x="753" y="11900"/>
                      </a:cubicBezTo>
                      <a:cubicBezTo>
                        <a:pt x="761" y="11915"/>
                        <a:pt x="769" y="11929"/>
                        <a:pt x="779" y="11945"/>
                      </a:cubicBezTo>
                      <a:cubicBezTo>
                        <a:pt x="788" y="11960"/>
                        <a:pt x="798" y="11975"/>
                        <a:pt x="806" y="11991"/>
                      </a:cubicBezTo>
                      <a:cubicBezTo>
                        <a:pt x="1111" y="12541"/>
                        <a:pt x="1488" y="13038"/>
                        <a:pt x="1926" y="13468"/>
                      </a:cubicBezTo>
                      <a:lnTo>
                        <a:pt x="7909" y="19350"/>
                      </a:lnTo>
                      <a:cubicBezTo>
                        <a:pt x="7934" y="19376"/>
                        <a:pt x="7956" y="19396"/>
                        <a:pt x="7978" y="19413"/>
                      </a:cubicBezTo>
                      <a:cubicBezTo>
                        <a:pt x="8740" y="20140"/>
                        <a:pt x="9666" y="20673"/>
                        <a:pt x="10674" y="20967"/>
                      </a:cubicBezTo>
                      <a:cubicBezTo>
                        <a:pt x="9513" y="19772"/>
                        <a:pt x="8744" y="18279"/>
                        <a:pt x="8446" y="16636"/>
                      </a:cubicBezTo>
                      <a:cubicBezTo>
                        <a:pt x="8357" y="16145"/>
                        <a:pt x="8311" y="15641"/>
                        <a:pt x="8311" y="15140"/>
                      </a:cubicBezTo>
                      <a:cubicBezTo>
                        <a:pt x="8311" y="14941"/>
                        <a:pt x="8320" y="14731"/>
                        <a:pt x="8338" y="14497"/>
                      </a:cubicBezTo>
                      <a:lnTo>
                        <a:pt x="4609" y="10831"/>
                      </a:lnTo>
                      <a:cubicBezTo>
                        <a:pt x="4285" y="10512"/>
                        <a:pt x="4044" y="10110"/>
                        <a:pt x="3915" y="9668"/>
                      </a:cubicBezTo>
                      <a:cubicBezTo>
                        <a:pt x="3840" y="9415"/>
                        <a:pt x="3802" y="9152"/>
                        <a:pt x="3802" y="8885"/>
                      </a:cubicBezTo>
                      <a:cubicBezTo>
                        <a:pt x="3802" y="8589"/>
                        <a:pt x="3848" y="8297"/>
                        <a:pt x="3939" y="8017"/>
                      </a:cubicBezTo>
                      <a:cubicBezTo>
                        <a:pt x="4077" y="7595"/>
                        <a:pt x="4301" y="7228"/>
                        <a:pt x="4609" y="6926"/>
                      </a:cubicBezTo>
                      <a:lnTo>
                        <a:pt x="7041" y="4536"/>
                      </a:lnTo>
                      <a:cubicBezTo>
                        <a:pt x="8118" y="3477"/>
                        <a:pt x="9936" y="3477"/>
                        <a:pt x="11012" y="4536"/>
                      </a:cubicBezTo>
                      <a:lnTo>
                        <a:pt x="13330" y="6814"/>
                      </a:lnTo>
                      <a:lnTo>
                        <a:pt x="14830" y="8289"/>
                      </a:lnTo>
                      <a:lnTo>
                        <a:pt x="16994" y="10417"/>
                      </a:lnTo>
                      <a:cubicBezTo>
                        <a:pt x="17210" y="10629"/>
                        <a:pt x="17389" y="10879"/>
                        <a:pt x="17525" y="11161"/>
                      </a:cubicBezTo>
                      <a:cubicBezTo>
                        <a:pt x="17704" y="11532"/>
                        <a:pt x="17800" y="11949"/>
                        <a:pt x="17800" y="12368"/>
                      </a:cubicBezTo>
                      <a:cubicBezTo>
                        <a:pt x="17800" y="12650"/>
                        <a:pt x="17757" y="12929"/>
                        <a:pt x="17675" y="13197"/>
                      </a:cubicBezTo>
                      <a:cubicBezTo>
                        <a:pt x="17667" y="13222"/>
                        <a:pt x="17658" y="13245"/>
                        <a:pt x="17649" y="13270"/>
                      </a:cubicBezTo>
                      <a:lnTo>
                        <a:pt x="17634" y="13307"/>
                      </a:lnTo>
                      <a:cubicBezTo>
                        <a:pt x="17599" y="13406"/>
                        <a:pt x="17566" y="13485"/>
                        <a:pt x="17532" y="13558"/>
                      </a:cubicBezTo>
                      <a:cubicBezTo>
                        <a:pt x="17512" y="13601"/>
                        <a:pt x="17489" y="13642"/>
                        <a:pt x="17467" y="13684"/>
                      </a:cubicBezTo>
                      <a:cubicBezTo>
                        <a:pt x="17427" y="13760"/>
                        <a:pt x="17380" y="13837"/>
                        <a:pt x="17329" y="13913"/>
                      </a:cubicBezTo>
                      <a:lnTo>
                        <a:pt x="17308" y="13943"/>
                      </a:lnTo>
                      <a:cubicBezTo>
                        <a:pt x="17292" y="13969"/>
                        <a:pt x="17275" y="13993"/>
                        <a:pt x="17257" y="14017"/>
                      </a:cubicBezTo>
                      <a:cubicBezTo>
                        <a:pt x="17168" y="14136"/>
                        <a:pt x="17083" y="14235"/>
                        <a:pt x="16996" y="14321"/>
                      </a:cubicBezTo>
                      <a:lnTo>
                        <a:pt x="16068" y="15232"/>
                      </a:lnTo>
                      <a:cubicBezTo>
                        <a:pt x="16078" y="15340"/>
                        <a:pt x="16103" y="15437"/>
                        <a:pt x="16144" y="15520"/>
                      </a:cubicBezTo>
                      <a:cubicBezTo>
                        <a:pt x="16183" y="15601"/>
                        <a:pt x="16230" y="15669"/>
                        <a:pt x="16286" y="15724"/>
                      </a:cubicBezTo>
                      <a:lnTo>
                        <a:pt x="18451" y="17852"/>
                      </a:lnTo>
                      <a:lnTo>
                        <a:pt x="18610" y="18009"/>
                      </a:lnTo>
                      <a:lnTo>
                        <a:pt x="19678" y="16958"/>
                      </a:lnTo>
                      <a:cubicBezTo>
                        <a:pt x="19779" y="16859"/>
                        <a:pt x="19883" y="16748"/>
                        <a:pt x="19995" y="16623"/>
                      </a:cubicBezTo>
                      <a:cubicBezTo>
                        <a:pt x="20011" y="16604"/>
                        <a:pt x="20028" y="16585"/>
                        <a:pt x="20043" y="16565"/>
                      </a:cubicBezTo>
                      <a:lnTo>
                        <a:pt x="20076" y="16526"/>
                      </a:lnTo>
                      <a:cubicBezTo>
                        <a:pt x="20149" y="16440"/>
                        <a:pt x="20219" y="16353"/>
                        <a:pt x="20286" y="16264"/>
                      </a:cubicBezTo>
                      <a:cubicBezTo>
                        <a:pt x="20314" y="16229"/>
                        <a:pt x="20340" y="16194"/>
                        <a:pt x="20366" y="16157"/>
                      </a:cubicBezTo>
                      <a:cubicBezTo>
                        <a:pt x="20434" y="16066"/>
                        <a:pt x="20497" y="15973"/>
                        <a:pt x="20559" y="15879"/>
                      </a:cubicBezTo>
                      <a:lnTo>
                        <a:pt x="20579" y="15848"/>
                      </a:lnTo>
                      <a:lnTo>
                        <a:pt x="20618" y="15787"/>
                      </a:lnTo>
                      <a:cubicBezTo>
                        <a:pt x="20690" y="15672"/>
                        <a:pt x="20758" y="15556"/>
                        <a:pt x="20821" y="15440"/>
                      </a:cubicBezTo>
                      <a:lnTo>
                        <a:pt x="20830" y="15425"/>
                      </a:lnTo>
                      <a:lnTo>
                        <a:pt x="20839" y="15407"/>
                      </a:lnTo>
                      <a:cubicBezTo>
                        <a:pt x="21057" y="15002"/>
                        <a:pt x="21231" y="14570"/>
                        <a:pt x="21358" y="14121"/>
                      </a:cubicBezTo>
                      <a:cubicBezTo>
                        <a:pt x="21401" y="13966"/>
                        <a:pt x="21436" y="13818"/>
                        <a:pt x="21466" y="13671"/>
                      </a:cubicBezTo>
                      <a:cubicBezTo>
                        <a:pt x="21555" y="13237"/>
                        <a:pt x="21600" y="12798"/>
                        <a:pt x="21600" y="12361"/>
                      </a:cubicBezTo>
                      <a:cubicBezTo>
                        <a:pt x="21600" y="11976"/>
                        <a:pt x="21565" y="11591"/>
                        <a:pt x="21498" y="11216"/>
                      </a:cubicBezTo>
                      <a:cubicBezTo>
                        <a:pt x="21258" y="9904"/>
                        <a:pt x="20629" y="8715"/>
                        <a:pt x="19678" y="7779"/>
                      </a:cubicBezTo>
                      <a:close/>
                      <a:moveTo>
                        <a:pt x="19678" y="7779"/>
                      </a:moveTo>
                    </a:path>
                  </a:pathLst>
                </a:custGeom>
                <a:grpFill/>
                <a:ln>
                  <a:noFill/>
                </a:ln>
                <a:extLst>
                  <a:ext uri="{91240B29-F687-4f45-9708-019B960494DF}">
                    <a14:hiddenLine xmlns:p15="http://schemas.microsoft.com/office/powerpoint/2012/main" xmlns:p14="http://schemas.microsoft.com/office/powerpoint/2010/main" xmlns:a14="http://schemas.microsoft.com/office/drawing/2010/main" xmlns:lc="http://schemas.openxmlformats.org/drawingml/2006/lockedCanvas" xmlns="" w="25400" cap="flat">
                      <a:solidFill>
                        <a:schemeClr val="tx1"/>
                      </a:solidFill>
                      <a:miter lim="800000"/>
                      <a:headEnd type="none" w="med" len="med"/>
                      <a:tailEnd type="none" w="med" len="med"/>
                    </a14:hiddenLine>
                  </a:ext>
                </a:extLst>
              </p:spPr>
              <p:txBody>
                <a:bodyPr anchor="ctr"/>
                <a:lstStyle/>
                <a:p>
                  <a:pPr algn="ctr"/>
                  <a:endParaRPr dirty="0"/>
                </a:p>
              </p:txBody>
            </p:sp>
          </p:grpSp>
          <p:grpSp>
            <p:nvGrpSpPr>
              <p:cNvPr id="40" name="Group 66">
                <a:extLst>
                  <a:ext uri="{FF2B5EF4-FFF2-40B4-BE49-F238E27FC236}">
                    <a16:creationId xmlns:a16="http://schemas.microsoft.com/office/drawing/2014/main" id="{967B6156-F77F-4954-B6BE-941BB52DAEDE}"/>
                  </a:ext>
                </a:extLst>
              </p:cNvPr>
              <p:cNvGrpSpPr/>
              <p:nvPr/>
            </p:nvGrpSpPr>
            <p:grpSpPr>
              <a:xfrm>
                <a:off x="4632591" y="2869504"/>
                <a:ext cx="365992" cy="363502"/>
                <a:chOff x="0" y="0"/>
                <a:chExt cx="577" cy="575"/>
              </a:xfrm>
              <a:solidFill>
                <a:schemeClr val="bg1"/>
              </a:solidFill>
              <a:effectLst/>
            </p:grpSpPr>
            <p:sp>
              <p:nvSpPr>
                <p:cNvPr id="42" name="Freeform: Shape 67">
                  <a:extLst>
                    <a:ext uri="{FF2B5EF4-FFF2-40B4-BE49-F238E27FC236}">
                      <a16:creationId xmlns:a16="http://schemas.microsoft.com/office/drawing/2014/main" id="{23BDED10-DD00-4D19-A42F-566C74FE9DE8}"/>
                    </a:ext>
                  </a:extLst>
                </p:cNvPr>
                <p:cNvSpPr/>
                <p:nvPr/>
              </p:nvSpPr>
              <p:spPr bwMode="auto">
                <a:xfrm>
                  <a:off x="0" y="63"/>
                  <a:ext cx="511" cy="51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10743" y="0"/>
                      </a:moveTo>
                      <a:cubicBezTo>
                        <a:pt x="4805" y="31"/>
                        <a:pt x="0" y="4853"/>
                        <a:pt x="0" y="10799"/>
                      </a:cubicBezTo>
                      <a:cubicBezTo>
                        <a:pt x="0" y="16764"/>
                        <a:pt x="4835" y="21600"/>
                        <a:pt x="10800" y="21600"/>
                      </a:cubicBezTo>
                      <a:cubicBezTo>
                        <a:pt x="16762" y="21600"/>
                        <a:pt x="21595" y="16769"/>
                        <a:pt x="21600" y="10808"/>
                      </a:cubicBezTo>
                      <a:lnTo>
                        <a:pt x="10743" y="10808"/>
                      </a:lnTo>
                      <a:lnTo>
                        <a:pt x="10743" y="0"/>
                      </a:lnTo>
                      <a:close/>
                      <a:moveTo>
                        <a:pt x="10743" y="0"/>
                      </a:moveTo>
                    </a:path>
                  </a:pathLst>
                </a:custGeom>
                <a:grpFill/>
                <a:ln>
                  <a:noFill/>
                </a:ln>
                <a:extLst>
                  <a:ext uri="{91240B29-F687-4f45-9708-019B960494DF}">
                    <a14:hiddenLine xmlns:p15="http://schemas.microsoft.com/office/powerpoint/2012/main" xmlns:p14="http://schemas.microsoft.com/office/powerpoint/2010/main" xmlns:a14="http://schemas.microsoft.com/office/drawing/2010/main" xmlns:lc="http://schemas.openxmlformats.org/drawingml/2006/lockedCanvas" xmlns="" w="25400" cap="flat">
                      <a:solidFill>
                        <a:schemeClr val="tx1"/>
                      </a:solidFill>
                      <a:miter lim="800000"/>
                      <a:headEnd type="none" w="med" len="med"/>
                      <a:tailEnd type="none" w="med" len="med"/>
                    </a14:hiddenLine>
                  </a:ext>
                </a:extLst>
              </p:spPr>
              <p:txBody>
                <a:bodyPr anchor="ctr"/>
                <a:lstStyle/>
                <a:p>
                  <a:pPr algn="ctr"/>
                  <a:endParaRPr dirty="0"/>
                </a:p>
              </p:txBody>
            </p:sp>
            <p:sp>
              <p:nvSpPr>
                <p:cNvPr id="43" name="Freeform: Shape 68">
                  <a:extLst>
                    <a:ext uri="{FF2B5EF4-FFF2-40B4-BE49-F238E27FC236}">
                      <a16:creationId xmlns:a16="http://schemas.microsoft.com/office/drawing/2014/main" id="{0AA00551-D66B-47A1-938A-76CD703DB609}"/>
                    </a:ext>
                  </a:extLst>
                </p:cNvPr>
                <p:cNvSpPr/>
                <p:nvPr/>
              </p:nvSpPr>
              <p:spPr bwMode="auto">
                <a:xfrm>
                  <a:off x="320" y="0"/>
                  <a:ext cx="257" cy="25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600" h="21600">
                      <a:moveTo>
                        <a:pt x="112" y="0"/>
                      </a:moveTo>
                      <a:cubicBezTo>
                        <a:pt x="75" y="0"/>
                        <a:pt x="38" y="3"/>
                        <a:pt x="0" y="3"/>
                      </a:cubicBezTo>
                      <a:lnTo>
                        <a:pt x="0" y="21600"/>
                      </a:lnTo>
                      <a:lnTo>
                        <a:pt x="21600" y="21600"/>
                      </a:lnTo>
                      <a:cubicBezTo>
                        <a:pt x="21600" y="21595"/>
                        <a:pt x="21600" y="21589"/>
                        <a:pt x="21600" y="21584"/>
                      </a:cubicBezTo>
                      <a:cubicBezTo>
                        <a:pt x="21600" y="9664"/>
                        <a:pt x="11980" y="0"/>
                        <a:pt x="112" y="0"/>
                      </a:cubicBezTo>
                      <a:close/>
                      <a:moveTo>
                        <a:pt x="112" y="0"/>
                      </a:moveTo>
                    </a:path>
                  </a:pathLst>
                </a:custGeom>
                <a:grpFill/>
                <a:ln>
                  <a:noFill/>
                </a:ln>
                <a:extLst>
                  <a:ext uri="{91240B29-F687-4f45-9708-019B960494DF}">
                    <a14:hiddenLine xmlns:p15="http://schemas.microsoft.com/office/powerpoint/2012/main" xmlns:p14="http://schemas.microsoft.com/office/powerpoint/2010/main" xmlns:a14="http://schemas.microsoft.com/office/drawing/2010/main" xmlns:lc="http://schemas.openxmlformats.org/drawingml/2006/lockedCanvas" xmlns="" w="25400" cap="flat">
                      <a:solidFill>
                        <a:schemeClr val="tx1"/>
                      </a:solidFill>
                      <a:miter lim="800000"/>
                      <a:headEnd type="none" w="med" len="med"/>
                      <a:tailEnd type="none" w="med" len="med"/>
                    </a14:hiddenLine>
                  </a:ext>
                </a:extLst>
              </p:spPr>
              <p:txBody>
                <a:bodyPr anchor="ctr"/>
                <a:lstStyle/>
                <a:p>
                  <a:pPr algn="ctr"/>
                  <a:endParaRPr dirty="0"/>
                </a:p>
              </p:txBody>
            </p:sp>
          </p:grpSp>
          <p:sp>
            <p:nvSpPr>
              <p:cNvPr id="41" name="TextBox 69">
                <a:extLst>
                  <a:ext uri="{FF2B5EF4-FFF2-40B4-BE49-F238E27FC236}">
                    <a16:creationId xmlns:a16="http://schemas.microsoft.com/office/drawing/2014/main" id="{DA7D739B-E62D-49E6-A2C3-D62A75FE143F}"/>
                  </a:ext>
                </a:extLst>
              </p:cNvPr>
              <p:cNvSpPr txBox="1"/>
              <p:nvPr/>
            </p:nvSpPr>
            <p:spPr>
              <a:xfrm>
                <a:off x="5059790" y="2891818"/>
                <a:ext cx="2078588" cy="369332"/>
              </a:xfrm>
              <a:prstGeom prst="rect">
                <a:avLst/>
              </a:prstGeom>
              <a:noFill/>
              <a:effectLst/>
            </p:spPr>
            <p:txBody>
              <a:bodyPr wrap="none">
                <a:normAutofit/>
              </a:bodyPr>
              <a:lstStyle/>
              <a:p>
                <a:pPr algn="ctr"/>
                <a:r>
                  <a:rPr lang="zh-CN" altLang="en-US" b="1">
                    <a:solidFill>
                      <a:schemeClr val="bg1">
                        <a:lumMod val="50000"/>
                      </a:schemeClr>
                    </a:solidFill>
                  </a:rPr>
                  <a:t>输入标题文本</a:t>
                </a:r>
              </a:p>
            </p:txBody>
          </p:sp>
        </p:grpSp>
      </p:grpSp>
      <p:grpSp>
        <p:nvGrpSpPr>
          <p:cNvPr id="50" name="千图PPT彼岸天：ID 8661124库_组合 36">
            <a:extLst>
              <a:ext uri="{FF2B5EF4-FFF2-40B4-BE49-F238E27FC236}">
                <a16:creationId xmlns:a16="http://schemas.microsoft.com/office/drawing/2014/main" id="{4271B3B1-78D4-411D-A3D1-F607DF8B05AE}"/>
              </a:ext>
            </a:extLst>
          </p:cNvPr>
          <p:cNvGrpSpPr/>
          <p:nvPr>
            <p:custDataLst>
              <p:tags r:id="rId2"/>
            </p:custDataLst>
          </p:nvPr>
        </p:nvGrpSpPr>
        <p:grpSpPr>
          <a:xfrm>
            <a:off x="1920942" y="1971702"/>
            <a:ext cx="2195579" cy="723852"/>
            <a:chOff x="1454811" y="2057192"/>
            <a:chExt cx="2191036" cy="723852"/>
          </a:xfrm>
        </p:grpSpPr>
        <p:sp>
          <p:nvSpPr>
            <p:cNvPr id="51" name="TextBox 37">
              <a:extLst>
                <a:ext uri="{FF2B5EF4-FFF2-40B4-BE49-F238E27FC236}">
                  <a16:creationId xmlns:a16="http://schemas.microsoft.com/office/drawing/2014/main" id="{5B60D2B8-7D44-4C38-A849-3AE992FA1026}"/>
                </a:ext>
              </a:extLst>
            </p:cNvPr>
            <p:cNvSpPr txBox="1"/>
            <p:nvPr/>
          </p:nvSpPr>
          <p:spPr>
            <a:xfrm>
              <a:off x="1454811" y="2303413"/>
              <a:ext cx="2191036" cy="477631"/>
            </a:xfrm>
            <a:prstGeom prst="rect">
              <a:avLst/>
            </a:prstGeom>
            <a:noFill/>
          </p:spPr>
          <p:txBody>
            <a:bodyPr wrap="square" lIns="0" tIns="0" rIns="144000" bIns="0">
              <a:normAutofit fontScale="92500"/>
            </a:bodyPr>
            <a:lstStyle/>
            <a:p>
              <a:pPr algn="r" defTabSz="914378">
                <a:lnSpc>
                  <a:spcPct val="120000"/>
                </a:lnSpc>
                <a:spcBef>
                  <a:spcPct val="0"/>
                </a:spcBef>
                <a:defRPr/>
              </a:pPr>
              <a:r>
                <a:rPr lang="zh-CN" altLang="en-US" sz="1100"/>
                <a:t>请替换文字内容复制你的内容到此</a:t>
              </a:r>
              <a:br>
                <a:rPr lang="zh-CN" altLang="en-US" sz="1100"/>
              </a:br>
              <a:endParaRPr lang="zh-CN" altLang="en-US" sz="1100"/>
            </a:p>
          </p:txBody>
        </p:sp>
        <p:sp>
          <p:nvSpPr>
            <p:cNvPr id="52" name="Rectangle 38">
              <a:extLst>
                <a:ext uri="{FF2B5EF4-FFF2-40B4-BE49-F238E27FC236}">
                  <a16:creationId xmlns:a16="http://schemas.microsoft.com/office/drawing/2014/main" id="{F237CAA9-DA1B-4783-B676-A673ABAE94E5}"/>
                </a:ext>
              </a:extLst>
            </p:cNvPr>
            <p:cNvSpPr/>
            <p:nvPr/>
          </p:nvSpPr>
          <p:spPr>
            <a:xfrm>
              <a:off x="1454811" y="2057192"/>
              <a:ext cx="2191036" cy="246221"/>
            </a:xfrm>
            <a:prstGeom prst="rect">
              <a:avLst/>
            </a:prstGeom>
          </p:spPr>
          <p:txBody>
            <a:bodyPr wrap="none" lIns="0" tIns="0" rIns="144000" bIns="0">
              <a:normAutofit/>
            </a:bodyPr>
            <a:lstStyle/>
            <a:p>
              <a:pPr lvl="0" algn="r" defTabSz="914378">
                <a:spcBef>
                  <a:spcPct val="0"/>
                </a:spcBef>
                <a:defRPr/>
              </a:pPr>
              <a:r>
                <a:rPr lang="zh-CN" altLang="en-US" sz="1600" b="1">
                  <a:solidFill>
                    <a:schemeClr val="accent2"/>
                  </a:solidFill>
                </a:rPr>
                <a:t>输入标题文本</a:t>
              </a:r>
            </a:p>
          </p:txBody>
        </p:sp>
      </p:grpSp>
      <p:grpSp>
        <p:nvGrpSpPr>
          <p:cNvPr id="53" name="千图PPT彼岸天：ID 8661124库_组合 39">
            <a:extLst>
              <a:ext uri="{FF2B5EF4-FFF2-40B4-BE49-F238E27FC236}">
                <a16:creationId xmlns:a16="http://schemas.microsoft.com/office/drawing/2014/main" id="{8851B248-A27B-4769-8A7D-7FD49622581A}"/>
              </a:ext>
            </a:extLst>
          </p:cNvPr>
          <p:cNvGrpSpPr/>
          <p:nvPr>
            <p:custDataLst>
              <p:tags r:id="rId3"/>
            </p:custDataLst>
          </p:nvPr>
        </p:nvGrpSpPr>
        <p:grpSpPr>
          <a:xfrm>
            <a:off x="1758858" y="4646970"/>
            <a:ext cx="2195579" cy="723852"/>
            <a:chOff x="1454811" y="2057192"/>
            <a:chExt cx="2191036" cy="723852"/>
          </a:xfrm>
        </p:grpSpPr>
        <p:sp>
          <p:nvSpPr>
            <p:cNvPr id="54" name="TextBox 65">
              <a:extLst>
                <a:ext uri="{FF2B5EF4-FFF2-40B4-BE49-F238E27FC236}">
                  <a16:creationId xmlns:a16="http://schemas.microsoft.com/office/drawing/2014/main" id="{2CA6857A-7E73-44D0-8995-D43B27EC4F2B}"/>
                </a:ext>
              </a:extLst>
            </p:cNvPr>
            <p:cNvSpPr txBox="1"/>
            <p:nvPr/>
          </p:nvSpPr>
          <p:spPr>
            <a:xfrm>
              <a:off x="1454811" y="2303413"/>
              <a:ext cx="2191036" cy="477631"/>
            </a:xfrm>
            <a:prstGeom prst="rect">
              <a:avLst/>
            </a:prstGeom>
            <a:noFill/>
          </p:spPr>
          <p:txBody>
            <a:bodyPr wrap="square" lIns="0" tIns="0" rIns="144000" bIns="0">
              <a:normAutofit fontScale="92500"/>
            </a:bodyPr>
            <a:lstStyle/>
            <a:p>
              <a:pPr algn="r" defTabSz="914378">
                <a:lnSpc>
                  <a:spcPct val="120000"/>
                </a:lnSpc>
                <a:spcBef>
                  <a:spcPct val="0"/>
                </a:spcBef>
                <a:defRPr/>
              </a:pPr>
              <a:r>
                <a:rPr lang="zh-CN" altLang="en-US" sz="1100"/>
                <a:t>请替换文字内容复制你的内容到此</a:t>
              </a:r>
              <a:br>
                <a:rPr lang="zh-CN" altLang="en-US" sz="1100"/>
              </a:br>
              <a:endParaRPr lang="zh-CN" altLang="en-US" sz="1100"/>
            </a:p>
          </p:txBody>
        </p:sp>
        <p:sp>
          <p:nvSpPr>
            <p:cNvPr id="55" name="Rectangle 70">
              <a:extLst>
                <a:ext uri="{FF2B5EF4-FFF2-40B4-BE49-F238E27FC236}">
                  <a16:creationId xmlns:a16="http://schemas.microsoft.com/office/drawing/2014/main" id="{03BFDB34-AA59-4C6C-87E9-434DAB61094E}"/>
                </a:ext>
              </a:extLst>
            </p:cNvPr>
            <p:cNvSpPr/>
            <p:nvPr/>
          </p:nvSpPr>
          <p:spPr>
            <a:xfrm>
              <a:off x="1454811" y="2057192"/>
              <a:ext cx="2191036" cy="246221"/>
            </a:xfrm>
            <a:prstGeom prst="rect">
              <a:avLst/>
            </a:prstGeom>
          </p:spPr>
          <p:txBody>
            <a:bodyPr wrap="none" lIns="0" tIns="0" rIns="144000" bIns="0">
              <a:normAutofit/>
            </a:bodyPr>
            <a:lstStyle/>
            <a:p>
              <a:pPr lvl="0" algn="r" defTabSz="914378">
                <a:spcBef>
                  <a:spcPct val="0"/>
                </a:spcBef>
                <a:defRPr/>
              </a:pPr>
              <a:r>
                <a:rPr lang="zh-CN" altLang="en-US" sz="1600" b="1">
                  <a:solidFill>
                    <a:schemeClr val="accent6"/>
                  </a:solidFill>
                </a:rPr>
                <a:t>输入标题文本</a:t>
              </a:r>
            </a:p>
          </p:txBody>
        </p:sp>
      </p:grpSp>
      <p:grpSp>
        <p:nvGrpSpPr>
          <p:cNvPr id="56" name="千图PPT彼岸天：ID 8661124库_组合 71">
            <a:extLst>
              <a:ext uri="{FF2B5EF4-FFF2-40B4-BE49-F238E27FC236}">
                <a16:creationId xmlns:a16="http://schemas.microsoft.com/office/drawing/2014/main" id="{CB2A013D-3768-4AA4-949E-2F72B2B7595A}"/>
              </a:ext>
            </a:extLst>
          </p:cNvPr>
          <p:cNvGrpSpPr/>
          <p:nvPr>
            <p:custDataLst>
              <p:tags r:id="rId4"/>
            </p:custDataLst>
          </p:nvPr>
        </p:nvGrpSpPr>
        <p:grpSpPr>
          <a:xfrm>
            <a:off x="7687130" y="1944364"/>
            <a:ext cx="2195579" cy="723852"/>
            <a:chOff x="1454811" y="2057192"/>
            <a:chExt cx="2191036" cy="723852"/>
          </a:xfrm>
        </p:grpSpPr>
        <p:sp>
          <p:nvSpPr>
            <p:cNvPr id="57" name="TextBox 72">
              <a:extLst>
                <a:ext uri="{FF2B5EF4-FFF2-40B4-BE49-F238E27FC236}">
                  <a16:creationId xmlns:a16="http://schemas.microsoft.com/office/drawing/2014/main" id="{505A0C3F-CF16-40E2-8885-0AC807C31439}"/>
                </a:ext>
              </a:extLst>
            </p:cNvPr>
            <p:cNvSpPr txBox="1"/>
            <p:nvPr/>
          </p:nvSpPr>
          <p:spPr>
            <a:xfrm>
              <a:off x="1454811" y="2303413"/>
              <a:ext cx="2191036" cy="477631"/>
            </a:xfrm>
            <a:prstGeom prst="rect">
              <a:avLst/>
            </a:prstGeom>
            <a:noFill/>
          </p:spPr>
          <p:txBody>
            <a:bodyPr wrap="square" lIns="144000" tIns="0" rIns="0" bIns="0">
              <a:normAutofit fontScale="92500"/>
            </a:bodyPr>
            <a:lstStyle/>
            <a:p>
              <a:pPr defTabSz="914378">
                <a:lnSpc>
                  <a:spcPct val="120000"/>
                </a:lnSpc>
                <a:spcBef>
                  <a:spcPct val="0"/>
                </a:spcBef>
                <a:defRPr/>
              </a:pPr>
              <a:r>
                <a:rPr lang="zh-CN" altLang="en-US" sz="1100"/>
                <a:t>请替换文字内容复制你的内容到此</a:t>
              </a:r>
              <a:br>
                <a:rPr lang="zh-CN" altLang="en-US" sz="1100"/>
              </a:br>
              <a:endParaRPr lang="zh-CN" altLang="en-US" sz="1100"/>
            </a:p>
          </p:txBody>
        </p:sp>
        <p:sp>
          <p:nvSpPr>
            <p:cNvPr id="58" name="Rectangle 73">
              <a:extLst>
                <a:ext uri="{FF2B5EF4-FFF2-40B4-BE49-F238E27FC236}">
                  <a16:creationId xmlns:a16="http://schemas.microsoft.com/office/drawing/2014/main" id="{FE0578F7-EE56-415D-B9B3-B0EC6563FFA4}"/>
                </a:ext>
              </a:extLst>
            </p:cNvPr>
            <p:cNvSpPr/>
            <p:nvPr/>
          </p:nvSpPr>
          <p:spPr>
            <a:xfrm>
              <a:off x="1454811" y="2057192"/>
              <a:ext cx="2191036" cy="246221"/>
            </a:xfrm>
            <a:prstGeom prst="rect">
              <a:avLst/>
            </a:prstGeom>
          </p:spPr>
          <p:txBody>
            <a:bodyPr wrap="none" lIns="144000" tIns="0" rIns="0" bIns="0">
              <a:normAutofit/>
            </a:bodyPr>
            <a:lstStyle/>
            <a:p>
              <a:pPr lvl="0" defTabSz="914378">
                <a:spcBef>
                  <a:spcPct val="0"/>
                </a:spcBef>
                <a:defRPr/>
              </a:pPr>
              <a:r>
                <a:rPr lang="zh-CN" altLang="en-US" sz="1600" b="1">
                  <a:solidFill>
                    <a:schemeClr val="accent3"/>
                  </a:solidFill>
                </a:rPr>
                <a:t>输入标题文本</a:t>
              </a:r>
            </a:p>
          </p:txBody>
        </p:sp>
      </p:grpSp>
      <p:grpSp>
        <p:nvGrpSpPr>
          <p:cNvPr id="59" name="千图PPT彼岸天：ID 8661124库_组合 74">
            <a:extLst>
              <a:ext uri="{FF2B5EF4-FFF2-40B4-BE49-F238E27FC236}">
                <a16:creationId xmlns:a16="http://schemas.microsoft.com/office/drawing/2014/main" id="{8526504E-84E9-46A7-B118-17BC63F20154}"/>
              </a:ext>
            </a:extLst>
          </p:cNvPr>
          <p:cNvGrpSpPr/>
          <p:nvPr>
            <p:custDataLst>
              <p:tags r:id="rId5"/>
            </p:custDataLst>
          </p:nvPr>
        </p:nvGrpSpPr>
        <p:grpSpPr>
          <a:xfrm>
            <a:off x="7872970" y="4652851"/>
            <a:ext cx="2195579" cy="723852"/>
            <a:chOff x="1454811" y="2057192"/>
            <a:chExt cx="2191036" cy="723852"/>
          </a:xfrm>
        </p:grpSpPr>
        <p:sp>
          <p:nvSpPr>
            <p:cNvPr id="60" name="TextBox 75">
              <a:extLst>
                <a:ext uri="{FF2B5EF4-FFF2-40B4-BE49-F238E27FC236}">
                  <a16:creationId xmlns:a16="http://schemas.microsoft.com/office/drawing/2014/main" id="{B720C718-BCE7-40C0-8667-9A6BFEB02B6A}"/>
                </a:ext>
              </a:extLst>
            </p:cNvPr>
            <p:cNvSpPr txBox="1"/>
            <p:nvPr/>
          </p:nvSpPr>
          <p:spPr>
            <a:xfrm>
              <a:off x="1454811" y="2303413"/>
              <a:ext cx="2191036" cy="477631"/>
            </a:xfrm>
            <a:prstGeom prst="rect">
              <a:avLst/>
            </a:prstGeom>
            <a:noFill/>
          </p:spPr>
          <p:txBody>
            <a:bodyPr wrap="square" lIns="144000" tIns="0" rIns="0" bIns="0">
              <a:normAutofit fontScale="92500"/>
            </a:bodyPr>
            <a:lstStyle/>
            <a:p>
              <a:pPr defTabSz="914378">
                <a:lnSpc>
                  <a:spcPct val="120000"/>
                </a:lnSpc>
                <a:spcBef>
                  <a:spcPct val="0"/>
                </a:spcBef>
                <a:defRPr/>
              </a:pPr>
              <a:r>
                <a:rPr lang="zh-CN" altLang="en-US" sz="1100"/>
                <a:t>请替换文字内容复制你的内容到此</a:t>
              </a:r>
              <a:br>
                <a:rPr lang="zh-CN" altLang="en-US" sz="1100"/>
              </a:br>
              <a:endParaRPr lang="zh-CN" altLang="en-US" sz="1100"/>
            </a:p>
          </p:txBody>
        </p:sp>
        <p:sp>
          <p:nvSpPr>
            <p:cNvPr id="61" name="Rectangle 76">
              <a:extLst>
                <a:ext uri="{FF2B5EF4-FFF2-40B4-BE49-F238E27FC236}">
                  <a16:creationId xmlns:a16="http://schemas.microsoft.com/office/drawing/2014/main" id="{7FAD98A4-4119-4F9D-8000-76A86FBE112A}"/>
                </a:ext>
              </a:extLst>
            </p:cNvPr>
            <p:cNvSpPr/>
            <p:nvPr/>
          </p:nvSpPr>
          <p:spPr>
            <a:xfrm>
              <a:off x="1454811" y="2057192"/>
              <a:ext cx="2191036" cy="246221"/>
            </a:xfrm>
            <a:prstGeom prst="rect">
              <a:avLst/>
            </a:prstGeom>
          </p:spPr>
          <p:txBody>
            <a:bodyPr wrap="none" lIns="144000" tIns="0" rIns="0" bIns="0">
              <a:normAutofit/>
            </a:bodyPr>
            <a:lstStyle/>
            <a:p>
              <a:pPr lvl="0" defTabSz="914378">
                <a:spcBef>
                  <a:spcPct val="0"/>
                </a:spcBef>
                <a:defRPr/>
              </a:pPr>
              <a:r>
                <a:rPr lang="zh-CN" altLang="en-US" sz="1600" b="1">
                  <a:solidFill>
                    <a:schemeClr val="accent5"/>
                  </a:solidFill>
                </a:rPr>
                <a:t>输入标题文本</a:t>
              </a:r>
            </a:p>
          </p:txBody>
        </p:sp>
      </p:grpSp>
      <p:grpSp>
        <p:nvGrpSpPr>
          <p:cNvPr id="62" name="千图PPT彼岸天：ID 8661124库_组合 77">
            <a:extLst>
              <a:ext uri="{FF2B5EF4-FFF2-40B4-BE49-F238E27FC236}">
                <a16:creationId xmlns:a16="http://schemas.microsoft.com/office/drawing/2014/main" id="{A94188A5-7F57-4203-82E2-C1D39ABF10F3}"/>
              </a:ext>
            </a:extLst>
          </p:cNvPr>
          <p:cNvGrpSpPr/>
          <p:nvPr>
            <p:custDataLst>
              <p:tags r:id="rId6"/>
            </p:custDataLst>
          </p:nvPr>
        </p:nvGrpSpPr>
        <p:grpSpPr>
          <a:xfrm>
            <a:off x="1115407" y="3363592"/>
            <a:ext cx="2195579" cy="723852"/>
            <a:chOff x="1454811" y="2057192"/>
            <a:chExt cx="2191036" cy="723852"/>
          </a:xfrm>
        </p:grpSpPr>
        <p:sp>
          <p:nvSpPr>
            <p:cNvPr id="63" name="TextBox 78">
              <a:extLst>
                <a:ext uri="{FF2B5EF4-FFF2-40B4-BE49-F238E27FC236}">
                  <a16:creationId xmlns:a16="http://schemas.microsoft.com/office/drawing/2014/main" id="{ED63EDC2-2F3F-4E73-83AA-D872FD338424}"/>
                </a:ext>
              </a:extLst>
            </p:cNvPr>
            <p:cNvSpPr txBox="1"/>
            <p:nvPr/>
          </p:nvSpPr>
          <p:spPr>
            <a:xfrm>
              <a:off x="1454811" y="2303413"/>
              <a:ext cx="2191036" cy="477631"/>
            </a:xfrm>
            <a:prstGeom prst="rect">
              <a:avLst/>
            </a:prstGeom>
            <a:noFill/>
          </p:spPr>
          <p:txBody>
            <a:bodyPr wrap="square" lIns="0" tIns="0" rIns="144000" bIns="0">
              <a:normAutofit fontScale="92500"/>
            </a:bodyPr>
            <a:lstStyle/>
            <a:p>
              <a:pPr algn="r" defTabSz="914378">
                <a:lnSpc>
                  <a:spcPct val="120000"/>
                </a:lnSpc>
                <a:spcBef>
                  <a:spcPct val="0"/>
                </a:spcBef>
                <a:defRPr/>
              </a:pPr>
              <a:r>
                <a:rPr lang="zh-CN" altLang="en-US" sz="1100"/>
                <a:t>请替换文字内容复制你的内容到此</a:t>
              </a:r>
              <a:br>
                <a:rPr lang="zh-CN" altLang="en-US" sz="1100"/>
              </a:br>
              <a:endParaRPr lang="zh-CN" altLang="en-US" sz="1100"/>
            </a:p>
          </p:txBody>
        </p:sp>
        <p:sp>
          <p:nvSpPr>
            <p:cNvPr id="64" name="Rectangle 79">
              <a:extLst>
                <a:ext uri="{FF2B5EF4-FFF2-40B4-BE49-F238E27FC236}">
                  <a16:creationId xmlns:a16="http://schemas.microsoft.com/office/drawing/2014/main" id="{979DEF7F-9D21-4B8F-9A8E-D0897D414198}"/>
                </a:ext>
              </a:extLst>
            </p:cNvPr>
            <p:cNvSpPr/>
            <p:nvPr/>
          </p:nvSpPr>
          <p:spPr>
            <a:xfrm>
              <a:off x="1454811" y="2057192"/>
              <a:ext cx="2191036" cy="246221"/>
            </a:xfrm>
            <a:prstGeom prst="rect">
              <a:avLst/>
            </a:prstGeom>
          </p:spPr>
          <p:txBody>
            <a:bodyPr wrap="none" lIns="0" tIns="0" rIns="144000" bIns="0">
              <a:normAutofit/>
            </a:bodyPr>
            <a:lstStyle/>
            <a:p>
              <a:pPr lvl="0" algn="r" defTabSz="914378">
                <a:spcBef>
                  <a:spcPct val="0"/>
                </a:spcBef>
                <a:defRPr/>
              </a:pPr>
              <a:r>
                <a:rPr lang="zh-CN" altLang="en-US" sz="1600" b="1">
                  <a:solidFill>
                    <a:schemeClr val="accent1"/>
                  </a:solidFill>
                </a:rPr>
                <a:t>输入标题文本</a:t>
              </a:r>
            </a:p>
          </p:txBody>
        </p:sp>
      </p:grpSp>
      <p:grpSp>
        <p:nvGrpSpPr>
          <p:cNvPr id="65" name="千图PPT彼岸天：ID 8661124库_组合 80">
            <a:extLst>
              <a:ext uri="{FF2B5EF4-FFF2-40B4-BE49-F238E27FC236}">
                <a16:creationId xmlns:a16="http://schemas.microsoft.com/office/drawing/2014/main" id="{95E19EF5-7E64-4F6F-8375-CB25A30B12BA}"/>
              </a:ext>
            </a:extLst>
          </p:cNvPr>
          <p:cNvGrpSpPr/>
          <p:nvPr>
            <p:custDataLst>
              <p:tags r:id="rId7"/>
            </p:custDataLst>
          </p:nvPr>
        </p:nvGrpSpPr>
        <p:grpSpPr>
          <a:xfrm>
            <a:off x="8439320" y="3319102"/>
            <a:ext cx="2195579" cy="723852"/>
            <a:chOff x="8627559" y="3290047"/>
            <a:chExt cx="2195579" cy="723852"/>
          </a:xfrm>
        </p:grpSpPr>
        <p:sp>
          <p:nvSpPr>
            <p:cNvPr id="66" name="TextBox 81">
              <a:extLst>
                <a:ext uri="{FF2B5EF4-FFF2-40B4-BE49-F238E27FC236}">
                  <a16:creationId xmlns:a16="http://schemas.microsoft.com/office/drawing/2014/main" id="{566D8B88-E99B-4469-B267-93085D791BE6}"/>
                </a:ext>
              </a:extLst>
            </p:cNvPr>
            <p:cNvSpPr txBox="1"/>
            <p:nvPr/>
          </p:nvSpPr>
          <p:spPr>
            <a:xfrm>
              <a:off x="8627559" y="3536268"/>
              <a:ext cx="2195579" cy="477631"/>
            </a:xfrm>
            <a:prstGeom prst="rect">
              <a:avLst/>
            </a:prstGeom>
            <a:noFill/>
          </p:spPr>
          <p:txBody>
            <a:bodyPr wrap="square" lIns="144000" tIns="0" rIns="0" bIns="0">
              <a:normAutofit fontScale="92500"/>
            </a:bodyPr>
            <a:lstStyle/>
            <a:p>
              <a:pPr defTabSz="914378">
                <a:lnSpc>
                  <a:spcPct val="120000"/>
                </a:lnSpc>
                <a:spcBef>
                  <a:spcPct val="0"/>
                </a:spcBef>
                <a:defRPr/>
              </a:pPr>
              <a:r>
                <a:rPr lang="zh-CN" altLang="en-US" sz="1100"/>
                <a:t>请替换文字内容复制你的内容到此</a:t>
              </a:r>
              <a:br>
                <a:rPr lang="zh-CN" altLang="en-US" sz="1100"/>
              </a:br>
              <a:endParaRPr lang="zh-CN" altLang="en-US" sz="1100"/>
            </a:p>
          </p:txBody>
        </p:sp>
        <p:sp>
          <p:nvSpPr>
            <p:cNvPr id="67" name="Rectangle 82">
              <a:extLst>
                <a:ext uri="{FF2B5EF4-FFF2-40B4-BE49-F238E27FC236}">
                  <a16:creationId xmlns:a16="http://schemas.microsoft.com/office/drawing/2014/main" id="{1BC39648-4D33-44C4-B99B-A7BEEB6C5636}"/>
                </a:ext>
              </a:extLst>
            </p:cNvPr>
            <p:cNvSpPr/>
            <p:nvPr/>
          </p:nvSpPr>
          <p:spPr>
            <a:xfrm>
              <a:off x="8627559" y="3290047"/>
              <a:ext cx="2195579" cy="246221"/>
            </a:xfrm>
            <a:prstGeom prst="rect">
              <a:avLst/>
            </a:prstGeom>
          </p:spPr>
          <p:txBody>
            <a:bodyPr wrap="none" lIns="144000" tIns="0" rIns="0" bIns="0">
              <a:normAutofit/>
            </a:bodyPr>
            <a:lstStyle/>
            <a:p>
              <a:pPr lvl="0" defTabSz="914378">
                <a:spcBef>
                  <a:spcPct val="0"/>
                </a:spcBef>
                <a:defRPr/>
              </a:pPr>
              <a:r>
                <a:rPr lang="zh-CN" altLang="en-US" sz="1600" b="1">
                  <a:solidFill>
                    <a:schemeClr val="accent4"/>
                  </a:solidFill>
                </a:rPr>
                <a:t>输入标题文本</a:t>
              </a:r>
            </a:p>
          </p:txBody>
        </p:sp>
      </p:grpSp>
    </p:spTree>
    <p:extLst>
      <p:ext uri="{BB962C8B-B14F-4D97-AF65-F5344CB8AC3E}">
        <p14:creationId xmlns:p14="http://schemas.microsoft.com/office/powerpoint/2010/main" val="306340591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anim calcmode="lin" valueType="num">
                                      <p:cBhvr>
                                        <p:cTn id="9" dur="500" fill="hold"/>
                                        <p:tgtEl>
                                          <p:spTgt spid="21"/>
                                        </p:tgtEl>
                                        <p:attrNameLst>
                                          <p:attrName>transform.rotation_z</p:attrName>
                                        </p:attrNameLst>
                                      </p:cBhvr>
                                      <p:tavLst>
                                        <p:tav tm="0">
                                          <p:val>
                                            <p:fltVal val="360"/>
                                          </p:val>
                                        </p:tav>
                                        <p:tav tm="100000">
                                          <p:val>
                                            <p:fltVal val="0"/>
                                          </p:val>
                                        </p:tav>
                                      </p:tavLst>
                                    </p:anim>
                                    <p:animEffect transition="in" filter="fade">
                                      <p:cBhvr>
                                        <p:cTn id="10" dur="500"/>
                                        <p:tgtEl>
                                          <p:spTgt spid="21"/>
                                        </p:tgtEl>
                                      </p:cBhvr>
                                    </p:animEffect>
                                  </p:childTnLst>
                                </p:cTn>
                              </p:par>
                            </p:childTnLst>
                          </p:cTn>
                        </p:par>
                        <p:par>
                          <p:cTn id="11" fill="hold">
                            <p:stCondLst>
                              <p:cond delay="500"/>
                            </p:stCondLst>
                            <p:childTnLst>
                              <p:par>
                                <p:cTn id="12" presetID="53" presetClass="entr" presetSubtype="0" fill="hold" nodeType="afterEffect">
                                  <p:childTnLst>
                                    <p:set>
                                      <p:cBhvr>
                                        <p:cTn id="13" dur="1" fill="hold">
                                          <p:stCondLst>
                                            <p:cond delay="0"/>
                                          </p:stCondLst>
                                        </p:cTn>
                                        <p:tgtEl>
                                          <p:spTgt spid="50"/>
                                        </p:tgtEl>
                                        <p:attrNameLst>
                                          <p:attrName>style.visibility</p:attrName>
                                        </p:attrNameLst>
                                      </p:cBhvr>
                                      <p:to>
                                        <p:strVal val="visible"/>
                                      </p:to>
                                    </p:set>
                                    <p:anim calcmode="lin" valueType="num">
                                      <p:cBhvr>
                                        <p:cTn id="14" dur="500" fill="hold"/>
                                        <p:tgtEl>
                                          <p:spTgt spid="50"/>
                                        </p:tgtEl>
                                        <p:attrNameLst>
                                          <p:attrName>ppt_w</p:attrName>
                                        </p:attrNameLst>
                                      </p:cBhvr>
                                      <p:tavLst>
                                        <p:tav tm="0">
                                          <p:val>
                                            <p:fltVal val="0"/>
                                          </p:val>
                                        </p:tav>
                                        <p:tav tm="100000">
                                          <p:val>
                                            <p:strVal val="#ppt_w"/>
                                          </p:val>
                                        </p:tav>
                                      </p:tavLst>
                                    </p:anim>
                                    <p:anim calcmode="lin" valueType="num">
                                      <p:cBhvr>
                                        <p:cTn id="15" dur="500" fill="hold"/>
                                        <p:tgtEl>
                                          <p:spTgt spid="50"/>
                                        </p:tgtEl>
                                        <p:attrNameLst>
                                          <p:attrName>ppt_h</p:attrName>
                                        </p:attrNameLst>
                                      </p:cBhvr>
                                      <p:tavLst>
                                        <p:tav tm="0">
                                          <p:val>
                                            <p:fltVal val="0"/>
                                          </p:val>
                                        </p:tav>
                                        <p:tav tm="100000">
                                          <p:val>
                                            <p:strVal val="#ppt_h"/>
                                          </p:val>
                                        </p:tav>
                                      </p:tavLst>
                                    </p:anim>
                                    <p:animEffect transition="in" filter="fade">
                                      <p:cBhvr>
                                        <p:cTn id="16" dur="500"/>
                                        <p:tgtEl>
                                          <p:spTgt spid="50"/>
                                        </p:tgtEl>
                                      </p:cBhvr>
                                    </p:animEffect>
                                    <p:anim calcmode="lin" valueType="num">
                                      <p:cBhvr>
                                        <p:cTn id="17" dur="500" fill="hold"/>
                                        <p:tgtEl>
                                          <p:spTgt spid="50"/>
                                        </p:tgtEl>
                                        <p:attrNameLst>
                                          <p:attrName>ppt_x</p:attrName>
                                        </p:attrNameLst>
                                      </p:cBhvr>
                                      <p:tavLst>
                                        <p:tav tm="0">
                                          <p:val>
                                            <p:fltVal val="0.5"/>
                                          </p:val>
                                        </p:tav>
                                        <p:tav tm="100000">
                                          <p:val>
                                            <p:strVal val="#ppt_x"/>
                                          </p:val>
                                        </p:tav>
                                      </p:tavLst>
                                    </p:anim>
                                    <p:anim calcmode="lin" valueType="num">
                                      <p:cBhvr>
                                        <p:cTn id="18" dur="500" fill="hold"/>
                                        <p:tgtEl>
                                          <p:spTgt spid="50"/>
                                        </p:tgtEl>
                                        <p:attrNameLst>
                                          <p:attrName>ppt_y</p:attrName>
                                        </p:attrNameLst>
                                      </p:cBhvr>
                                      <p:tavLst>
                                        <p:tav tm="0">
                                          <p:val>
                                            <p:fltVal val="0.5"/>
                                          </p:val>
                                        </p:tav>
                                        <p:tav tm="100000">
                                          <p:val>
                                            <p:strVal val="#ppt_y"/>
                                          </p:val>
                                        </p:tav>
                                      </p:tavLst>
                                    </p:anim>
                                  </p:childTnLst>
                                </p:cTn>
                              </p:par>
                            </p:childTnLst>
                          </p:cTn>
                        </p:par>
                        <p:par>
                          <p:cTn id="19" fill="hold">
                            <p:stCondLst>
                              <p:cond delay="1000"/>
                            </p:stCondLst>
                            <p:childTnLst>
                              <p:par>
                                <p:cTn id="20" presetID="53" presetClass="entr" presetSubtype="0" fill="hold" nodeType="afterEffect">
                                  <p:childTnLst>
                                    <p:set>
                                      <p:cBhvr>
                                        <p:cTn id="21" dur="1" fill="hold">
                                          <p:stCondLst>
                                            <p:cond delay="0"/>
                                          </p:stCondLst>
                                        </p:cTn>
                                        <p:tgtEl>
                                          <p:spTgt spid="56"/>
                                        </p:tgtEl>
                                        <p:attrNameLst>
                                          <p:attrName>style.visibility</p:attrName>
                                        </p:attrNameLst>
                                      </p:cBhvr>
                                      <p:to>
                                        <p:strVal val="visible"/>
                                      </p:to>
                                    </p:set>
                                    <p:anim calcmode="lin" valueType="num">
                                      <p:cBhvr>
                                        <p:cTn id="22" dur="500" fill="hold"/>
                                        <p:tgtEl>
                                          <p:spTgt spid="56"/>
                                        </p:tgtEl>
                                        <p:attrNameLst>
                                          <p:attrName>ppt_w</p:attrName>
                                        </p:attrNameLst>
                                      </p:cBhvr>
                                      <p:tavLst>
                                        <p:tav tm="0">
                                          <p:val>
                                            <p:fltVal val="0"/>
                                          </p:val>
                                        </p:tav>
                                        <p:tav tm="100000">
                                          <p:val>
                                            <p:strVal val="#ppt_w"/>
                                          </p:val>
                                        </p:tav>
                                      </p:tavLst>
                                    </p:anim>
                                    <p:anim calcmode="lin" valueType="num">
                                      <p:cBhvr>
                                        <p:cTn id="23" dur="500" fill="hold"/>
                                        <p:tgtEl>
                                          <p:spTgt spid="56"/>
                                        </p:tgtEl>
                                        <p:attrNameLst>
                                          <p:attrName>ppt_h</p:attrName>
                                        </p:attrNameLst>
                                      </p:cBhvr>
                                      <p:tavLst>
                                        <p:tav tm="0">
                                          <p:val>
                                            <p:fltVal val="0"/>
                                          </p:val>
                                        </p:tav>
                                        <p:tav tm="100000">
                                          <p:val>
                                            <p:strVal val="#ppt_h"/>
                                          </p:val>
                                        </p:tav>
                                      </p:tavLst>
                                    </p:anim>
                                    <p:animEffect transition="in" filter="fade">
                                      <p:cBhvr>
                                        <p:cTn id="24" dur="500"/>
                                        <p:tgtEl>
                                          <p:spTgt spid="56"/>
                                        </p:tgtEl>
                                      </p:cBhvr>
                                    </p:animEffect>
                                    <p:anim calcmode="lin" valueType="num">
                                      <p:cBhvr>
                                        <p:cTn id="25" dur="500" fill="hold"/>
                                        <p:tgtEl>
                                          <p:spTgt spid="56"/>
                                        </p:tgtEl>
                                        <p:attrNameLst>
                                          <p:attrName>ppt_x</p:attrName>
                                        </p:attrNameLst>
                                      </p:cBhvr>
                                      <p:tavLst>
                                        <p:tav tm="0">
                                          <p:val>
                                            <p:fltVal val="0.5"/>
                                          </p:val>
                                        </p:tav>
                                        <p:tav tm="100000">
                                          <p:val>
                                            <p:strVal val="#ppt_x"/>
                                          </p:val>
                                        </p:tav>
                                      </p:tavLst>
                                    </p:anim>
                                    <p:anim calcmode="lin" valueType="num">
                                      <p:cBhvr>
                                        <p:cTn id="26" dur="500" fill="hold"/>
                                        <p:tgtEl>
                                          <p:spTgt spid="56"/>
                                        </p:tgtEl>
                                        <p:attrNameLst>
                                          <p:attrName>ppt_y</p:attrName>
                                        </p:attrNameLst>
                                      </p:cBhvr>
                                      <p:tavLst>
                                        <p:tav tm="0">
                                          <p:val>
                                            <p:fltVal val="0.5"/>
                                          </p:val>
                                        </p:tav>
                                        <p:tav tm="100000">
                                          <p:val>
                                            <p:strVal val="#ppt_y"/>
                                          </p:val>
                                        </p:tav>
                                      </p:tavLst>
                                    </p:anim>
                                  </p:childTnLst>
                                </p:cTn>
                              </p:par>
                            </p:childTnLst>
                          </p:cTn>
                        </p:par>
                        <p:par>
                          <p:cTn id="27" fill="hold">
                            <p:stCondLst>
                              <p:cond delay="1500"/>
                            </p:stCondLst>
                            <p:childTnLst>
                              <p:par>
                                <p:cTn id="28" presetID="53" presetClass="entr" presetSubtype="0" fill="hold" nodeType="afterEffect">
                                  <p:childTnLst>
                                    <p:set>
                                      <p:cBhvr>
                                        <p:cTn id="29" dur="1" fill="hold">
                                          <p:stCondLst>
                                            <p:cond delay="0"/>
                                          </p:stCondLst>
                                        </p:cTn>
                                        <p:tgtEl>
                                          <p:spTgt spid="62"/>
                                        </p:tgtEl>
                                        <p:attrNameLst>
                                          <p:attrName>style.visibility</p:attrName>
                                        </p:attrNameLst>
                                      </p:cBhvr>
                                      <p:to>
                                        <p:strVal val="visible"/>
                                      </p:to>
                                    </p:set>
                                    <p:anim calcmode="lin" valueType="num">
                                      <p:cBhvr>
                                        <p:cTn id="30" dur="500" fill="hold"/>
                                        <p:tgtEl>
                                          <p:spTgt spid="62"/>
                                        </p:tgtEl>
                                        <p:attrNameLst>
                                          <p:attrName>ppt_w</p:attrName>
                                        </p:attrNameLst>
                                      </p:cBhvr>
                                      <p:tavLst>
                                        <p:tav tm="0">
                                          <p:val>
                                            <p:fltVal val="0"/>
                                          </p:val>
                                        </p:tav>
                                        <p:tav tm="100000">
                                          <p:val>
                                            <p:strVal val="#ppt_w"/>
                                          </p:val>
                                        </p:tav>
                                      </p:tavLst>
                                    </p:anim>
                                    <p:anim calcmode="lin" valueType="num">
                                      <p:cBhvr>
                                        <p:cTn id="31" dur="500" fill="hold"/>
                                        <p:tgtEl>
                                          <p:spTgt spid="62"/>
                                        </p:tgtEl>
                                        <p:attrNameLst>
                                          <p:attrName>ppt_h</p:attrName>
                                        </p:attrNameLst>
                                      </p:cBhvr>
                                      <p:tavLst>
                                        <p:tav tm="0">
                                          <p:val>
                                            <p:fltVal val="0"/>
                                          </p:val>
                                        </p:tav>
                                        <p:tav tm="100000">
                                          <p:val>
                                            <p:strVal val="#ppt_h"/>
                                          </p:val>
                                        </p:tav>
                                      </p:tavLst>
                                    </p:anim>
                                    <p:animEffect transition="in" filter="fade">
                                      <p:cBhvr>
                                        <p:cTn id="32" dur="500"/>
                                        <p:tgtEl>
                                          <p:spTgt spid="62"/>
                                        </p:tgtEl>
                                      </p:cBhvr>
                                    </p:animEffect>
                                    <p:anim calcmode="lin" valueType="num">
                                      <p:cBhvr>
                                        <p:cTn id="33" dur="500" fill="hold"/>
                                        <p:tgtEl>
                                          <p:spTgt spid="62"/>
                                        </p:tgtEl>
                                        <p:attrNameLst>
                                          <p:attrName>ppt_x</p:attrName>
                                        </p:attrNameLst>
                                      </p:cBhvr>
                                      <p:tavLst>
                                        <p:tav tm="0">
                                          <p:val>
                                            <p:fltVal val="0.5"/>
                                          </p:val>
                                        </p:tav>
                                        <p:tav tm="100000">
                                          <p:val>
                                            <p:strVal val="#ppt_x"/>
                                          </p:val>
                                        </p:tav>
                                      </p:tavLst>
                                    </p:anim>
                                    <p:anim calcmode="lin" valueType="num">
                                      <p:cBhvr>
                                        <p:cTn id="34" dur="500" fill="hold"/>
                                        <p:tgtEl>
                                          <p:spTgt spid="62"/>
                                        </p:tgtEl>
                                        <p:attrNameLst>
                                          <p:attrName>ppt_y</p:attrName>
                                        </p:attrNameLst>
                                      </p:cBhvr>
                                      <p:tavLst>
                                        <p:tav tm="0">
                                          <p:val>
                                            <p:fltVal val="0.5"/>
                                          </p:val>
                                        </p:tav>
                                        <p:tav tm="100000">
                                          <p:val>
                                            <p:strVal val="#ppt_y"/>
                                          </p:val>
                                        </p:tav>
                                      </p:tavLst>
                                    </p:anim>
                                  </p:childTnLst>
                                </p:cTn>
                              </p:par>
                            </p:childTnLst>
                          </p:cTn>
                        </p:par>
                        <p:par>
                          <p:cTn id="35" fill="hold">
                            <p:stCondLst>
                              <p:cond delay="2000"/>
                            </p:stCondLst>
                            <p:childTnLst>
                              <p:par>
                                <p:cTn id="36" presetID="53" presetClass="entr" presetSubtype="0" fill="hold" nodeType="afterEffect">
                                  <p:childTnLst>
                                    <p:set>
                                      <p:cBhvr>
                                        <p:cTn id="37" dur="1" fill="hold">
                                          <p:stCondLst>
                                            <p:cond delay="0"/>
                                          </p:stCondLst>
                                        </p:cTn>
                                        <p:tgtEl>
                                          <p:spTgt spid="65"/>
                                        </p:tgtEl>
                                        <p:attrNameLst>
                                          <p:attrName>style.visibility</p:attrName>
                                        </p:attrNameLst>
                                      </p:cBhvr>
                                      <p:to>
                                        <p:strVal val="visible"/>
                                      </p:to>
                                    </p:set>
                                    <p:anim calcmode="lin" valueType="num">
                                      <p:cBhvr>
                                        <p:cTn id="38" dur="500" fill="hold"/>
                                        <p:tgtEl>
                                          <p:spTgt spid="65"/>
                                        </p:tgtEl>
                                        <p:attrNameLst>
                                          <p:attrName>ppt_w</p:attrName>
                                        </p:attrNameLst>
                                      </p:cBhvr>
                                      <p:tavLst>
                                        <p:tav tm="0">
                                          <p:val>
                                            <p:fltVal val="0"/>
                                          </p:val>
                                        </p:tav>
                                        <p:tav tm="100000">
                                          <p:val>
                                            <p:strVal val="#ppt_w"/>
                                          </p:val>
                                        </p:tav>
                                      </p:tavLst>
                                    </p:anim>
                                    <p:anim calcmode="lin" valueType="num">
                                      <p:cBhvr>
                                        <p:cTn id="39" dur="500" fill="hold"/>
                                        <p:tgtEl>
                                          <p:spTgt spid="65"/>
                                        </p:tgtEl>
                                        <p:attrNameLst>
                                          <p:attrName>ppt_h</p:attrName>
                                        </p:attrNameLst>
                                      </p:cBhvr>
                                      <p:tavLst>
                                        <p:tav tm="0">
                                          <p:val>
                                            <p:fltVal val="0"/>
                                          </p:val>
                                        </p:tav>
                                        <p:tav tm="100000">
                                          <p:val>
                                            <p:strVal val="#ppt_h"/>
                                          </p:val>
                                        </p:tav>
                                      </p:tavLst>
                                    </p:anim>
                                    <p:animEffect transition="in" filter="fade">
                                      <p:cBhvr>
                                        <p:cTn id="40" dur="500"/>
                                        <p:tgtEl>
                                          <p:spTgt spid="65"/>
                                        </p:tgtEl>
                                      </p:cBhvr>
                                    </p:animEffect>
                                    <p:anim calcmode="lin" valueType="num">
                                      <p:cBhvr>
                                        <p:cTn id="41" dur="500" fill="hold"/>
                                        <p:tgtEl>
                                          <p:spTgt spid="65"/>
                                        </p:tgtEl>
                                        <p:attrNameLst>
                                          <p:attrName>ppt_x</p:attrName>
                                        </p:attrNameLst>
                                      </p:cBhvr>
                                      <p:tavLst>
                                        <p:tav tm="0">
                                          <p:val>
                                            <p:fltVal val="0.5"/>
                                          </p:val>
                                        </p:tav>
                                        <p:tav tm="100000">
                                          <p:val>
                                            <p:strVal val="#ppt_x"/>
                                          </p:val>
                                        </p:tav>
                                      </p:tavLst>
                                    </p:anim>
                                    <p:anim calcmode="lin" valueType="num">
                                      <p:cBhvr>
                                        <p:cTn id="42" dur="500" fill="hold"/>
                                        <p:tgtEl>
                                          <p:spTgt spid="65"/>
                                        </p:tgtEl>
                                        <p:attrNameLst>
                                          <p:attrName>ppt_y</p:attrName>
                                        </p:attrNameLst>
                                      </p:cBhvr>
                                      <p:tavLst>
                                        <p:tav tm="0">
                                          <p:val>
                                            <p:fltVal val="0.5"/>
                                          </p:val>
                                        </p:tav>
                                        <p:tav tm="100000">
                                          <p:val>
                                            <p:strVal val="#ppt_y"/>
                                          </p:val>
                                        </p:tav>
                                      </p:tavLst>
                                    </p:anim>
                                  </p:childTnLst>
                                </p:cTn>
                              </p:par>
                            </p:childTnLst>
                          </p:cTn>
                        </p:par>
                        <p:par>
                          <p:cTn id="43" fill="hold">
                            <p:stCondLst>
                              <p:cond delay="2500"/>
                            </p:stCondLst>
                            <p:childTnLst>
                              <p:par>
                                <p:cTn id="44" presetID="53" presetClass="entr" presetSubtype="0" fill="hold" nodeType="afterEffect">
                                  <p:childTnLst>
                                    <p:set>
                                      <p:cBhvr>
                                        <p:cTn id="45" dur="1" fill="hold">
                                          <p:stCondLst>
                                            <p:cond delay="0"/>
                                          </p:stCondLst>
                                        </p:cTn>
                                        <p:tgtEl>
                                          <p:spTgt spid="53"/>
                                        </p:tgtEl>
                                        <p:attrNameLst>
                                          <p:attrName>style.visibility</p:attrName>
                                        </p:attrNameLst>
                                      </p:cBhvr>
                                      <p:to>
                                        <p:strVal val="visible"/>
                                      </p:to>
                                    </p:set>
                                    <p:anim calcmode="lin" valueType="num">
                                      <p:cBhvr>
                                        <p:cTn id="46" dur="500" fill="hold"/>
                                        <p:tgtEl>
                                          <p:spTgt spid="53"/>
                                        </p:tgtEl>
                                        <p:attrNameLst>
                                          <p:attrName>ppt_w</p:attrName>
                                        </p:attrNameLst>
                                      </p:cBhvr>
                                      <p:tavLst>
                                        <p:tav tm="0">
                                          <p:val>
                                            <p:fltVal val="0"/>
                                          </p:val>
                                        </p:tav>
                                        <p:tav tm="100000">
                                          <p:val>
                                            <p:strVal val="#ppt_w"/>
                                          </p:val>
                                        </p:tav>
                                      </p:tavLst>
                                    </p:anim>
                                    <p:anim calcmode="lin" valueType="num">
                                      <p:cBhvr>
                                        <p:cTn id="47" dur="500" fill="hold"/>
                                        <p:tgtEl>
                                          <p:spTgt spid="53"/>
                                        </p:tgtEl>
                                        <p:attrNameLst>
                                          <p:attrName>ppt_h</p:attrName>
                                        </p:attrNameLst>
                                      </p:cBhvr>
                                      <p:tavLst>
                                        <p:tav tm="0">
                                          <p:val>
                                            <p:fltVal val="0"/>
                                          </p:val>
                                        </p:tav>
                                        <p:tav tm="100000">
                                          <p:val>
                                            <p:strVal val="#ppt_h"/>
                                          </p:val>
                                        </p:tav>
                                      </p:tavLst>
                                    </p:anim>
                                    <p:animEffect transition="in" filter="fade">
                                      <p:cBhvr>
                                        <p:cTn id="48" dur="500"/>
                                        <p:tgtEl>
                                          <p:spTgt spid="53"/>
                                        </p:tgtEl>
                                      </p:cBhvr>
                                    </p:animEffect>
                                    <p:anim calcmode="lin" valueType="num">
                                      <p:cBhvr>
                                        <p:cTn id="49" dur="500" fill="hold"/>
                                        <p:tgtEl>
                                          <p:spTgt spid="53"/>
                                        </p:tgtEl>
                                        <p:attrNameLst>
                                          <p:attrName>ppt_x</p:attrName>
                                        </p:attrNameLst>
                                      </p:cBhvr>
                                      <p:tavLst>
                                        <p:tav tm="0">
                                          <p:val>
                                            <p:fltVal val="0.5"/>
                                          </p:val>
                                        </p:tav>
                                        <p:tav tm="100000">
                                          <p:val>
                                            <p:strVal val="#ppt_x"/>
                                          </p:val>
                                        </p:tav>
                                      </p:tavLst>
                                    </p:anim>
                                    <p:anim calcmode="lin" valueType="num">
                                      <p:cBhvr>
                                        <p:cTn id="50" dur="500" fill="hold"/>
                                        <p:tgtEl>
                                          <p:spTgt spid="53"/>
                                        </p:tgtEl>
                                        <p:attrNameLst>
                                          <p:attrName>ppt_y</p:attrName>
                                        </p:attrNameLst>
                                      </p:cBhvr>
                                      <p:tavLst>
                                        <p:tav tm="0">
                                          <p:val>
                                            <p:fltVal val="0.5"/>
                                          </p:val>
                                        </p:tav>
                                        <p:tav tm="100000">
                                          <p:val>
                                            <p:strVal val="#ppt_y"/>
                                          </p:val>
                                        </p:tav>
                                      </p:tavLst>
                                    </p:anim>
                                  </p:childTnLst>
                                </p:cTn>
                              </p:par>
                            </p:childTnLst>
                          </p:cTn>
                        </p:par>
                        <p:par>
                          <p:cTn id="51" fill="hold">
                            <p:stCondLst>
                              <p:cond delay="3000"/>
                            </p:stCondLst>
                            <p:childTnLst>
                              <p:par>
                                <p:cTn id="52" presetID="53" presetClass="entr" presetSubtype="0" fill="hold" nodeType="afterEffect">
                                  <p:childTnLst>
                                    <p:set>
                                      <p:cBhvr>
                                        <p:cTn id="53" dur="1" fill="hold">
                                          <p:stCondLst>
                                            <p:cond delay="0"/>
                                          </p:stCondLst>
                                        </p:cTn>
                                        <p:tgtEl>
                                          <p:spTgt spid="59"/>
                                        </p:tgtEl>
                                        <p:attrNameLst>
                                          <p:attrName>style.visibility</p:attrName>
                                        </p:attrNameLst>
                                      </p:cBhvr>
                                      <p:to>
                                        <p:strVal val="visible"/>
                                      </p:to>
                                    </p:set>
                                    <p:anim calcmode="lin" valueType="num">
                                      <p:cBhvr>
                                        <p:cTn id="54" dur="500" fill="hold"/>
                                        <p:tgtEl>
                                          <p:spTgt spid="59"/>
                                        </p:tgtEl>
                                        <p:attrNameLst>
                                          <p:attrName>ppt_w</p:attrName>
                                        </p:attrNameLst>
                                      </p:cBhvr>
                                      <p:tavLst>
                                        <p:tav tm="0">
                                          <p:val>
                                            <p:fltVal val="0"/>
                                          </p:val>
                                        </p:tav>
                                        <p:tav tm="100000">
                                          <p:val>
                                            <p:strVal val="#ppt_w"/>
                                          </p:val>
                                        </p:tav>
                                      </p:tavLst>
                                    </p:anim>
                                    <p:anim calcmode="lin" valueType="num">
                                      <p:cBhvr>
                                        <p:cTn id="55" dur="500" fill="hold"/>
                                        <p:tgtEl>
                                          <p:spTgt spid="59"/>
                                        </p:tgtEl>
                                        <p:attrNameLst>
                                          <p:attrName>ppt_h</p:attrName>
                                        </p:attrNameLst>
                                      </p:cBhvr>
                                      <p:tavLst>
                                        <p:tav tm="0">
                                          <p:val>
                                            <p:fltVal val="0"/>
                                          </p:val>
                                        </p:tav>
                                        <p:tav tm="100000">
                                          <p:val>
                                            <p:strVal val="#ppt_h"/>
                                          </p:val>
                                        </p:tav>
                                      </p:tavLst>
                                    </p:anim>
                                    <p:animEffect transition="in" filter="fade">
                                      <p:cBhvr>
                                        <p:cTn id="56" dur="500"/>
                                        <p:tgtEl>
                                          <p:spTgt spid="59"/>
                                        </p:tgtEl>
                                      </p:cBhvr>
                                    </p:animEffect>
                                    <p:anim calcmode="lin" valueType="num">
                                      <p:cBhvr>
                                        <p:cTn id="57" dur="500" fill="hold"/>
                                        <p:tgtEl>
                                          <p:spTgt spid="59"/>
                                        </p:tgtEl>
                                        <p:attrNameLst>
                                          <p:attrName>ppt_x</p:attrName>
                                        </p:attrNameLst>
                                      </p:cBhvr>
                                      <p:tavLst>
                                        <p:tav tm="0">
                                          <p:val>
                                            <p:fltVal val="0.5"/>
                                          </p:val>
                                        </p:tav>
                                        <p:tav tm="100000">
                                          <p:val>
                                            <p:strVal val="#ppt_x"/>
                                          </p:val>
                                        </p:tav>
                                      </p:tavLst>
                                    </p:anim>
                                    <p:anim calcmode="lin" valueType="num">
                                      <p:cBhvr>
                                        <p:cTn id="58" dur="500" fill="hold"/>
                                        <p:tgtEl>
                                          <p:spTgt spid="59"/>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成功案例</a:t>
            </a:r>
          </a:p>
        </p:txBody>
      </p:sp>
      <p:pic>
        <p:nvPicPr>
          <p:cNvPr id="3" name="图片 2"/>
          <p:cNvPicPr>
            <a:picLocks noChangeAspect="1"/>
          </p:cNvPicPr>
          <p:nvPr/>
        </p:nvPicPr>
        <p:blipFill rotWithShape="1">
          <a:blip r:embed="rId3">
            <a:extLst>
              <a:ext uri="{28A0092B-C50C-407E-A947-70E740481C1C}">
                <a14:useLocalDpi xmlns:a14="http://schemas.microsoft.com/office/drawing/2010/main" val="0"/>
              </a:ext>
            </a:extLst>
          </a:blip>
          <a:srcRect t="11089" b="8156"/>
          <a:stretch/>
        </p:blipFill>
        <p:spPr>
          <a:xfrm>
            <a:off x="530087" y="1102323"/>
            <a:ext cx="10498131" cy="3697358"/>
          </a:xfrm>
          <a:prstGeom prst="rect">
            <a:avLst/>
          </a:prstGeom>
        </p:spPr>
      </p:pic>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56493" y="3294277"/>
            <a:ext cx="3851564" cy="2166504"/>
          </a:xfrm>
          <a:prstGeom prst="rect">
            <a:avLst/>
          </a:prstGeom>
          <a:ln w="76200">
            <a:solidFill>
              <a:schemeClr val="accent1"/>
            </a:solidFill>
          </a:ln>
        </p:spPr>
      </p:pic>
      <p:sp>
        <p:nvSpPr>
          <p:cNvPr id="5" name="文本框 4"/>
          <p:cNvSpPr txBox="1"/>
          <p:nvPr/>
        </p:nvSpPr>
        <p:spPr>
          <a:xfrm>
            <a:off x="5779152" y="4739237"/>
            <a:ext cx="5543169" cy="721544"/>
          </a:xfrm>
          <a:prstGeom prst="rect">
            <a:avLst/>
          </a:prstGeom>
          <a:noFill/>
        </p:spPr>
        <p:txBody>
          <a:bodyPr wrap="square" rtlCol="0">
            <a:spAutoFit/>
          </a:bodyPr>
          <a:lstStyle/>
          <a:p>
            <a:pPr>
              <a:lnSpc>
                <a:spcPct val="125000"/>
              </a:lnSpc>
            </a:pPr>
            <a:r>
              <a:rPr lang="zh-CN" altLang="en-US" sz="3600" dirty="0">
                <a:solidFill>
                  <a:schemeClr val="accent1"/>
                </a:solidFill>
                <a:latin typeface="微软雅黑" pitchFamily="34" charset="-122"/>
                <a:ea typeface="微软雅黑" pitchFamily="34" charset="-122"/>
              </a:rPr>
              <a:t>在此输入小标题</a:t>
            </a:r>
            <a:endParaRPr lang="en-US" altLang="zh-CN" sz="3600" dirty="0">
              <a:solidFill>
                <a:schemeClr val="accent1"/>
              </a:solidFill>
              <a:latin typeface="微软雅黑" pitchFamily="34" charset="-122"/>
              <a:ea typeface="微软雅黑" pitchFamily="34" charset="-122"/>
            </a:endParaRPr>
          </a:p>
        </p:txBody>
      </p:sp>
      <p:sp>
        <p:nvSpPr>
          <p:cNvPr id="6" name="文本框 5"/>
          <p:cNvSpPr txBox="1"/>
          <p:nvPr/>
        </p:nvSpPr>
        <p:spPr>
          <a:xfrm>
            <a:off x="609601" y="5596869"/>
            <a:ext cx="10972799" cy="923330"/>
          </a:xfrm>
          <a:prstGeom prst="rect">
            <a:avLst/>
          </a:prstGeom>
          <a:noFill/>
        </p:spPr>
        <p:txBody>
          <a:bodyPr wrap="square" rtlCol="0">
            <a:spAutoFit/>
          </a:bodyPr>
          <a:lstStyle/>
          <a:p>
            <a:pPr>
              <a:lnSpc>
                <a:spcPct val="150000"/>
              </a:lnSpc>
            </a:pPr>
            <a:r>
              <a:rPr lang="zh-CN" altLang="en-US" dirty="0">
                <a:latin typeface="微软雅黑" pitchFamily="34" charset="-122"/>
                <a:ea typeface="微软雅黑" pitchFamily="34" charset="-122"/>
              </a:rPr>
              <a:t>点击此处输入与此小标题或图形相关的文字描述内容或数据分析。</a:t>
            </a:r>
          </a:p>
          <a:p>
            <a:pPr>
              <a:lnSpc>
                <a:spcPct val="150000"/>
              </a:lnSpc>
            </a:pPr>
            <a:r>
              <a:rPr lang="zh-CN" altLang="en-US" dirty="0">
                <a:latin typeface="微软雅黑" pitchFamily="34" charset="-122"/>
                <a:ea typeface="微软雅黑" pitchFamily="34" charset="-122"/>
              </a:rPr>
              <a:t>点击此处输入与此小标题或者与此图形相关的内容介绍、数据统计、事件分析、总结概述等文字描述内容。</a:t>
            </a:r>
            <a:endParaRPr lang="en-US" altLang="zh-CN" dirty="0">
              <a:latin typeface="微软雅黑" pitchFamily="34" charset="-122"/>
              <a:ea typeface="微软雅黑" pitchFamily="34" charset="-122"/>
            </a:endParaRPr>
          </a:p>
        </p:txBody>
      </p:sp>
    </p:spTree>
    <p:extLst>
      <p:ext uri="{BB962C8B-B14F-4D97-AF65-F5344CB8AC3E}">
        <p14:creationId xmlns:p14="http://schemas.microsoft.com/office/powerpoint/2010/main" val="24812307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Tn>
                        </p:par>
                        <p:par>
                          <p:cTn id="5" fill="hold" nodeType="afterGroup">
                            <p:stCondLst>
                              <p:cond delay="0"/>
                            </p:stCondLst>
                            <p:childTnLst>
                              <p:par>
                                <p:cTn id="6" presetID="22" presetClass="entr" presetSubtype="8" fill="hold" nodeType="afterEffect">
                                  <p:childTnLst>
                                    <p:set>
                                      <p:cBhvr>
                                        <p:cTn id="7" dur="1" fill="hold">
                                          <p:stCondLst>
                                            <p:cond delay="0"/>
                                          </p:stCondLst>
                                        </p:cTn>
                                        <p:tgtEl>
                                          <p:spTgt spid="3"/>
                                        </p:tgtEl>
                                        <p:attrNameLst>
                                          <p:attrName>style.visibility</p:attrName>
                                        </p:attrNameLst>
                                      </p:cBhvr>
                                      <p:to>
                                        <p:strVal val="visible"/>
                                      </p:to>
                                    </p:set>
                                    <p:animEffect transition="in" filter="wipe(left)">
                                      <p:cBhvr>
                                        <p:cTn id="8" dur="500"/>
                                        <p:tgtEl>
                                          <p:spTgt spid="3"/>
                                        </p:tgtEl>
                                      </p:cBhvr>
                                    </p:animEffect>
                                  </p:childTnLst>
                                </p:cTn>
                              </p:par>
                            </p:childTnLst>
                          </p:cTn>
                        </p:par>
                        <p:par>
                          <p:cTn id="9" fill="hold" nodeType="withGroup">
                            <p:stCondLst>
                              <p:cond delay="500"/>
                            </p:stCondLst>
                            <p:childTnLst>
                              <p:par>
                                <p:cTn id="10" presetID="53" presetClass="entr" presetSubtype="0" fill="hold" nodeType="afterEffec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par>
                          <p:cTn id="15" fill="hold" nodeType="withGroup">
                            <p:stCondLst>
                              <p:cond delay="1000"/>
                            </p:stCondLst>
                            <p:childTnLst>
                              <p:par>
                                <p:cTn id="16" presetID="2" presetClass="entr" presetSubtype="2" fill="hold" grpId="0" nodeType="afterEffec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1+#ppt_w/2"/>
                                          </p:val>
                                        </p:tav>
                                        <p:tav tm="100000">
                                          <p:val>
                                            <p:strVal val="#ppt_x"/>
                                          </p:val>
                                        </p:tav>
                                      </p:tavLst>
                                    </p:anim>
                                    <p:anim calcmode="lin" valueType="num">
                                      <p:cBhvr additive="base">
                                        <p:cTn id="19" dur="500" fill="hold"/>
                                        <p:tgtEl>
                                          <p:spTgt spid="5"/>
                                        </p:tgtEl>
                                        <p:attrNameLst>
                                          <p:attrName>ppt_y</p:attrName>
                                        </p:attrNameLst>
                                      </p:cBhvr>
                                      <p:tavLst>
                                        <p:tav tm="0">
                                          <p:val>
                                            <p:strVal val="#ppt_y"/>
                                          </p:val>
                                        </p:tav>
                                        <p:tav tm="100000">
                                          <p:val>
                                            <p:strVal val="#ppt_y"/>
                                          </p:val>
                                        </p:tav>
                                      </p:tavLst>
                                    </p:anim>
                                  </p:childTnLst>
                                </p:cTn>
                              </p:par>
                            </p:childTnLst>
                          </p:cTn>
                        </p:par>
                        <p:par>
                          <p:cTn id="20" fill="hold" nodeType="withGroup">
                            <p:stCondLst>
                              <p:cond delay="1500"/>
                            </p:stCondLst>
                            <p:childTnLst>
                              <p:par>
                                <p:cTn id="21" presetID="10" presetClass="entr" presetSubtype="0" fill="hold" grpId="1" nodeType="afterEffect">
                                  <p:iterate type="lt">
                                    <p:tmPct val="3000"/>
                                  </p:iterate>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t>行业前景</a:t>
            </a:r>
          </a:p>
        </p:txBody>
      </p:sp>
      <p:sp>
        <p:nvSpPr>
          <p:cNvPr id="3" name="文本占位符 2"/>
          <p:cNvSpPr>
            <a:spLocks noGrp="1"/>
          </p:cNvSpPr>
          <p:nvPr>
            <p:ph type="body" sz="quarter" idx="11"/>
          </p:nvPr>
        </p:nvSpPr>
        <p:spPr/>
        <p:txBody>
          <a:bodyPr/>
          <a:lstStyle/>
          <a:p>
            <a:r>
              <a:rPr lang="zh-CN" altLang="en-US"/>
              <a:t>战略目标</a:t>
            </a:r>
          </a:p>
        </p:txBody>
      </p:sp>
      <p:sp>
        <p:nvSpPr>
          <p:cNvPr id="4" name="文本占位符 3"/>
          <p:cNvSpPr>
            <a:spLocks noGrp="1"/>
          </p:cNvSpPr>
          <p:nvPr>
            <p:ph type="body" sz="quarter" idx="12"/>
          </p:nvPr>
        </p:nvSpPr>
        <p:spPr/>
        <p:txBody>
          <a:bodyPr/>
          <a:lstStyle/>
          <a:p>
            <a:r>
              <a:rPr lang="zh-CN" altLang="en-US"/>
              <a:t>五年规划</a:t>
            </a:r>
          </a:p>
        </p:txBody>
      </p:sp>
      <p:sp>
        <p:nvSpPr>
          <p:cNvPr id="6" name="文本占位符 5"/>
          <p:cNvSpPr>
            <a:spLocks noGrp="1"/>
          </p:cNvSpPr>
          <p:nvPr>
            <p:ph type="body" sz="quarter" idx="13"/>
          </p:nvPr>
        </p:nvSpPr>
        <p:spPr/>
        <p:txBody>
          <a:bodyPr/>
          <a:lstStyle/>
          <a:p>
            <a:r>
              <a:rPr lang="zh-CN" altLang="en-US"/>
              <a:t>公司前景</a:t>
            </a:r>
          </a:p>
        </p:txBody>
      </p:sp>
      <p:sp>
        <p:nvSpPr>
          <p:cNvPr id="7" name="文本占位符 6"/>
          <p:cNvSpPr>
            <a:spLocks noGrp="1"/>
          </p:cNvSpPr>
          <p:nvPr>
            <p:ph type="body" sz="quarter" idx="14"/>
          </p:nvPr>
        </p:nvSpPr>
        <p:spPr/>
        <p:txBody>
          <a:bodyPr/>
          <a:lstStyle/>
          <a:p>
            <a:r>
              <a:rPr lang="zh-CN" altLang="en-US">
                <a:cs typeface="+mn-ea"/>
                <a:sym typeface="+mn-lt"/>
              </a:rPr>
              <a:t>未来展望</a:t>
            </a:r>
          </a:p>
        </p:txBody>
      </p:sp>
      <p:sp>
        <p:nvSpPr>
          <p:cNvPr id="8" name="文本占位符 7"/>
          <p:cNvSpPr>
            <a:spLocks noGrp="1"/>
          </p:cNvSpPr>
          <p:nvPr>
            <p:ph type="body" sz="quarter" idx="15"/>
          </p:nvPr>
        </p:nvSpPr>
        <p:spPr/>
        <p:txBody>
          <a:bodyPr/>
          <a:lstStyle/>
          <a:p>
            <a:r>
              <a:rPr lang="en-US" altLang="zh-CN" dirty="0">
                <a:latin typeface="+mn-ea"/>
                <a:cs typeface="+mn-ea"/>
                <a:sym typeface="+mn-lt"/>
              </a:rPr>
              <a:t>LOOKING TO FUTURE</a:t>
            </a:r>
            <a:endParaRPr lang="zh-CN" altLang="en-US">
              <a:latin typeface="+mn-ea"/>
              <a:cs typeface="+mn-ea"/>
              <a:sym typeface="+mn-lt"/>
            </a:endParaRPr>
          </a:p>
        </p:txBody>
      </p:sp>
    </p:spTree>
    <p:extLst>
      <p:ext uri="{BB962C8B-B14F-4D97-AF65-F5344CB8AC3E}">
        <p14:creationId xmlns:p14="http://schemas.microsoft.com/office/powerpoint/2010/main" val="47349799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行业前景</a:t>
            </a:r>
          </a:p>
        </p:txBody>
      </p:sp>
      <p:grpSp>
        <p:nvGrpSpPr>
          <p:cNvPr id="19" name="千图PPT彼岸天：ID 8661124库_组合 2">
            <a:extLst>
              <a:ext uri="{FF2B5EF4-FFF2-40B4-BE49-F238E27FC236}">
                <a16:creationId xmlns:a16="http://schemas.microsoft.com/office/drawing/2014/main" id="{8D260069-5D75-43CB-9850-9D90B2063AA0}"/>
              </a:ext>
            </a:extLst>
          </p:cNvPr>
          <p:cNvGrpSpPr/>
          <p:nvPr>
            <p:custDataLst>
              <p:tags r:id="rId1"/>
            </p:custDataLst>
          </p:nvPr>
        </p:nvGrpSpPr>
        <p:grpSpPr>
          <a:xfrm>
            <a:off x="4064814" y="1605542"/>
            <a:ext cx="4062372" cy="3646916"/>
            <a:chOff x="6496865" y="1843493"/>
            <a:chExt cx="4062372" cy="3646916"/>
          </a:xfrm>
        </p:grpSpPr>
        <p:sp>
          <p:nvSpPr>
            <p:cNvPr id="20" name="Oval 1">
              <a:extLst>
                <a:ext uri="{FF2B5EF4-FFF2-40B4-BE49-F238E27FC236}">
                  <a16:creationId xmlns:a16="http://schemas.microsoft.com/office/drawing/2014/main" id="{5AC6FFD7-51D6-436E-919C-AE9C4B7373E9}"/>
                </a:ext>
              </a:extLst>
            </p:cNvPr>
            <p:cNvSpPr/>
            <p:nvPr/>
          </p:nvSpPr>
          <p:spPr>
            <a:xfrm>
              <a:off x="7173976" y="2312876"/>
              <a:ext cx="2708151" cy="2708148"/>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21" name="Oval 3">
              <a:extLst>
                <a:ext uri="{FF2B5EF4-FFF2-40B4-BE49-F238E27FC236}">
                  <a16:creationId xmlns:a16="http://schemas.microsoft.com/office/drawing/2014/main" id="{F2CB8E77-DDDD-4878-8ED7-E33919467F66}"/>
                </a:ext>
              </a:extLst>
            </p:cNvPr>
            <p:cNvSpPr/>
            <p:nvPr/>
          </p:nvSpPr>
          <p:spPr>
            <a:xfrm>
              <a:off x="7601583" y="2740485"/>
              <a:ext cx="1852934" cy="1852931"/>
            </a:xfrm>
            <a:prstGeom prst="ellipse">
              <a:avLst/>
            </a:prstGeom>
            <a:solidFill>
              <a:schemeClr val="bg1"/>
            </a:solid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22" name="Oval 8">
              <a:extLst>
                <a:ext uri="{FF2B5EF4-FFF2-40B4-BE49-F238E27FC236}">
                  <a16:creationId xmlns:a16="http://schemas.microsoft.com/office/drawing/2014/main" id="{C052ED11-E462-49D0-8DA8-E46B276F4E07}"/>
                </a:ext>
              </a:extLst>
            </p:cNvPr>
            <p:cNvSpPr/>
            <p:nvPr/>
          </p:nvSpPr>
          <p:spPr>
            <a:xfrm>
              <a:off x="7789865" y="3472855"/>
              <a:ext cx="890474" cy="890474"/>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23" name="Oval 9">
              <a:extLst>
                <a:ext uri="{FF2B5EF4-FFF2-40B4-BE49-F238E27FC236}">
                  <a16:creationId xmlns:a16="http://schemas.microsoft.com/office/drawing/2014/main" id="{98A4737E-9910-4072-8E3D-E17EC84E7616}"/>
                </a:ext>
              </a:extLst>
            </p:cNvPr>
            <p:cNvSpPr/>
            <p:nvPr/>
          </p:nvSpPr>
          <p:spPr>
            <a:xfrm>
              <a:off x="8375760" y="3472855"/>
              <a:ext cx="890474" cy="890474"/>
            </a:xfrm>
            <a:prstGeom prst="ellips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p>
          </p:txBody>
        </p:sp>
        <p:sp>
          <p:nvSpPr>
            <p:cNvPr id="24" name="TextBox 6">
              <a:extLst>
                <a:ext uri="{FF2B5EF4-FFF2-40B4-BE49-F238E27FC236}">
                  <a16:creationId xmlns:a16="http://schemas.microsoft.com/office/drawing/2014/main" id="{D8A95421-7E61-482C-908C-93042BD7411B}"/>
                </a:ext>
              </a:extLst>
            </p:cNvPr>
            <p:cNvSpPr txBox="1"/>
            <p:nvPr/>
          </p:nvSpPr>
          <p:spPr>
            <a:xfrm>
              <a:off x="8091087" y="3793441"/>
              <a:ext cx="128240" cy="249299"/>
            </a:xfrm>
            <a:prstGeom prst="rect">
              <a:avLst/>
            </a:prstGeom>
            <a:noFill/>
          </p:spPr>
          <p:txBody>
            <a:bodyPr wrap="none" lIns="0" tIns="0" rIns="0" bIns="0" anchor="ctr">
              <a:normAutofit lnSpcReduction="10000"/>
              <a:scene3d>
                <a:camera prst="orthographicFront">
                  <a:rot lat="0" lon="0" rev="0"/>
                </a:camera>
                <a:lightRig rig="glow" dir="t">
                  <a:rot lat="0" lon="0" rev="3600000"/>
                </a:lightRig>
              </a:scene3d>
              <a:sp3d prstMaterial="softEdge">
                <a:contourClr>
                  <a:schemeClr val="accent4">
                    <a:alpha val="95000"/>
                  </a:schemeClr>
                </a:contourClr>
              </a:sp3d>
            </a:bodyPr>
            <a:lstStyle/>
            <a:p>
              <a:pPr algn="ctr">
                <a:buClr>
                  <a:prstClr val="white"/>
                </a:buClr>
                <a:defRPr/>
              </a:pPr>
              <a:r>
                <a:rPr lang="en-US" altLang="ko-KR" b="1" dirty="0">
                  <a:solidFill>
                    <a:schemeClr val="bg1"/>
                  </a:solidFill>
                </a:rPr>
                <a:t>1</a:t>
              </a:r>
            </a:p>
          </p:txBody>
        </p:sp>
        <p:sp>
          <p:nvSpPr>
            <p:cNvPr id="25" name="TextBox 7">
              <a:extLst>
                <a:ext uri="{FF2B5EF4-FFF2-40B4-BE49-F238E27FC236}">
                  <a16:creationId xmlns:a16="http://schemas.microsoft.com/office/drawing/2014/main" id="{9C2DF4A7-953E-4D8A-87DC-517976FE5411}"/>
                </a:ext>
              </a:extLst>
            </p:cNvPr>
            <p:cNvSpPr txBox="1"/>
            <p:nvPr/>
          </p:nvSpPr>
          <p:spPr>
            <a:xfrm>
              <a:off x="8836772" y="3793441"/>
              <a:ext cx="128240" cy="249299"/>
            </a:xfrm>
            <a:prstGeom prst="rect">
              <a:avLst/>
            </a:prstGeom>
            <a:noFill/>
          </p:spPr>
          <p:txBody>
            <a:bodyPr wrap="none" lIns="0" tIns="0" rIns="0" bIns="0" anchor="ctr">
              <a:normAutofit lnSpcReduction="10000"/>
              <a:scene3d>
                <a:camera prst="orthographicFront">
                  <a:rot lat="0" lon="0" rev="0"/>
                </a:camera>
                <a:lightRig rig="glow" dir="t">
                  <a:rot lat="0" lon="0" rev="3600000"/>
                </a:lightRig>
              </a:scene3d>
              <a:sp3d prstMaterial="softEdge">
                <a:contourClr>
                  <a:schemeClr val="accent4">
                    <a:alpha val="95000"/>
                  </a:schemeClr>
                </a:contourClr>
              </a:sp3d>
            </a:bodyPr>
            <a:lstStyle/>
            <a:p>
              <a:pPr algn="ctr">
                <a:buClr>
                  <a:prstClr val="white"/>
                </a:buClr>
                <a:defRPr/>
              </a:pPr>
              <a:r>
                <a:rPr lang="en-US" altLang="ko-KR" b="1" dirty="0">
                  <a:solidFill>
                    <a:schemeClr val="bg1"/>
                  </a:solidFill>
                </a:rPr>
                <a:t>2</a:t>
              </a:r>
            </a:p>
          </p:txBody>
        </p:sp>
        <p:sp>
          <p:nvSpPr>
            <p:cNvPr id="26" name="Freeform: Shape 11">
              <a:extLst>
                <a:ext uri="{FF2B5EF4-FFF2-40B4-BE49-F238E27FC236}">
                  <a16:creationId xmlns:a16="http://schemas.microsoft.com/office/drawing/2014/main" id="{89280C4F-345B-42C9-BC75-DA770CCB097D}"/>
                </a:ext>
              </a:extLst>
            </p:cNvPr>
            <p:cNvSpPr/>
            <p:nvPr/>
          </p:nvSpPr>
          <p:spPr>
            <a:xfrm rot="19800000" flipH="1">
              <a:off x="7308340" y="1843494"/>
              <a:ext cx="890476" cy="1005067"/>
            </a:xfrm>
            <a:custGeom>
              <a:avLst/>
              <a:gdLst/>
              <a:ahLst/>
              <a:cxnLst/>
              <a:rect l="l" t="t" r="r" b="b"/>
              <a:pathLst>
                <a:path w="943662" h="1065099">
                  <a:moveTo>
                    <a:pt x="471831" y="0"/>
                  </a:moveTo>
                  <a:cubicBezTo>
                    <a:pt x="732416" y="0"/>
                    <a:pt x="943662" y="211246"/>
                    <a:pt x="943662" y="471831"/>
                  </a:cubicBezTo>
                  <a:cubicBezTo>
                    <a:pt x="943662" y="704412"/>
                    <a:pt x="775380" y="897689"/>
                    <a:pt x="553732" y="935406"/>
                  </a:cubicBezTo>
                  <a:lnTo>
                    <a:pt x="478510" y="1065099"/>
                  </a:lnTo>
                  <a:lnTo>
                    <a:pt x="404117" y="936836"/>
                  </a:lnTo>
                  <a:cubicBezTo>
                    <a:pt x="175468" y="905837"/>
                    <a:pt x="0" y="709325"/>
                    <a:pt x="0" y="471831"/>
                  </a:cubicBezTo>
                  <a:cubicBezTo>
                    <a:pt x="0" y="211246"/>
                    <a:pt x="211246" y="0"/>
                    <a:pt x="471831" y="0"/>
                  </a:cubicBezTo>
                  <a:close/>
                </a:path>
              </a:pathLst>
            </a:cu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ko-KR" altLang="en-US" sz="1100"/>
                <a:t>关键词</a:t>
              </a:r>
            </a:p>
          </p:txBody>
        </p:sp>
        <p:sp>
          <p:nvSpPr>
            <p:cNvPr id="27" name="Freeform: Shape 18">
              <a:extLst>
                <a:ext uri="{FF2B5EF4-FFF2-40B4-BE49-F238E27FC236}">
                  <a16:creationId xmlns:a16="http://schemas.microsoft.com/office/drawing/2014/main" id="{95E63860-5D21-43AC-B750-88EBB0B83505}"/>
                </a:ext>
              </a:extLst>
            </p:cNvPr>
            <p:cNvSpPr/>
            <p:nvPr/>
          </p:nvSpPr>
          <p:spPr>
            <a:xfrm rot="1800000" flipH="1" flipV="1">
              <a:off x="7308340" y="4485341"/>
              <a:ext cx="890476" cy="1005067"/>
            </a:xfrm>
            <a:custGeom>
              <a:avLst/>
              <a:gdLst/>
              <a:ahLst/>
              <a:cxnLst/>
              <a:rect l="l" t="t" r="r" b="b"/>
              <a:pathLst>
                <a:path w="943662" h="1065099">
                  <a:moveTo>
                    <a:pt x="471831" y="0"/>
                  </a:moveTo>
                  <a:cubicBezTo>
                    <a:pt x="732416" y="0"/>
                    <a:pt x="943662" y="211246"/>
                    <a:pt x="943662" y="471831"/>
                  </a:cubicBezTo>
                  <a:cubicBezTo>
                    <a:pt x="943662" y="704412"/>
                    <a:pt x="775380" y="897689"/>
                    <a:pt x="553732" y="935406"/>
                  </a:cubicBezTo>
                  <a:lnTo>
                    <a:pt x="478510" y="1065099"/>
                  </a:lnTo>
                  <a:lnTo>
                    <a:pt x="404117" y="936836"/>
                  </a:lnTo>
                  <a:cubicBezTo>
                    <a:pt x="175468" y="905837"/>
                    <a:pt x="0" y="709325"/>
                    <a:pt x="0" y="471831"/>
                  </a:cubicBezTo>
                  <a:cubicBezTo>
                    <a:pt x="0" y="211246"/>
                    <a:pt x="211246" y="0"/>
                    <a:pt x="471831" y="0"/>
                  </a:cubicBezTo>
                  <a:close/>
                </a:path>
              </a:pathLst>
            </a:custGeom>
            <a:solidFill>
              <a:schemeClr val="accent5"/>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vert" wrap="none" anchor="ctr">
              <a:normAutofit/>
            </a:bodyPr>
            <a:lstStyle/>
            <a:p>
              <a:pPr algn="ctr"/>
              <a:r>
                <a:rPr lang="ko-KR" altLang="en-US" sz="1100"/>
                <a:t>关键词</a:t>
              </a:r>
            </a:p>
          </p:txBody>
        </p:sp>
        <p:sp>
          <p:nvSpPr>
            <p:cNvPr id="28" name="Freeform: Shape 23">
              <a:extLst>
                <a:ext uri="{FF2B5EF4-FFF2-40B4-BE49-F238E27FC236}">
                  <a16:creationId xmlns:a16="http://schemas.microsoft.com/office/drawing/2014/main" id="{4D1BD4A9-2F64-4D6A-AE6C-138B4788CE57}"/>
                </a:ext>
              </a:extLst>
            </p:cNvPr>
            <p:cNvSpPr/>
            <p:nvPr/>
          </p:nvSpPr>
          <p:spPr>
            <a:xfrm rot="16200000">
              <a:off x="6554161" y="3164417"/>
              <a:ext cx="890475" cy="1005068"/>
            </a:xfrm>
            <a:custGeom>
              <a:avLst/>
              <a:gdLst/>
              <a:ahLst/>
              <a:cxnLst/>
              <a:rect l="l" t="t" r="r" b="b"/>
              <a:pathLst>
                <a:path w="943662" h="1065099">
                  <a:moveTo>
                    <a:pt x="471831" y="0"/>
                  </a:moveTo>
                  <a:cubicBezTo>
                    <a:pt x="732416" y="0"/>
                    <a:pt x="943662" y="211246"/>
                    <a:pt x="943662" y="471831"/>
                  </a:cubicBezTo>
                  <a:cubicBezTo>
                    <a:pt x="943662" y="704412"/>
                    <a:pt x="775380" y="897689"/>
                    <a:pt x="553732" y="935406"/>
                  </a:cubicBezTo>
                  <a:lnTo>
                    <a:pt x="478510" y="1065099"/>
                  </a:lnTo>
                  <a:lnTo>
                    <a:pt x="404117" y="936836"/>
                  </a:lnTo>
                  <a:cubicBezTo>
                    <a:pt x="175468" y="905837"/>
                    <a:pt x="0" y="709325"/>
                    <a:pt x="0" y="471831"/>
                  </a:cubicBezTo>
                  <a:cubicBezTo>
                    <a:pt x="0" y="211246"/>
                    <a:pt x="211246" y="0"/>
                    <a:pt x="471831" y="0"/>
                  </a:cubicBezTo>
                  <a:close/>
                </a:path>
              </a:pathLst>
            </a:custGeom>
            <a:solidFill>
              <a:schemeClr val="accent6"/>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eaVert" wrap="none" anchor="ctr">
              <a:normAutofit/>
            </a:bodyPr>
            <a:lstStyle/>
            <a:p>
              <a:pPr algn="ctr"/>
              <a:r>
                <a:rPr lang="ko-KR" altLang="en-US" sz="1100"/>
                <a:t>关键词</a:t>
              </a:r>
            </a:p>
          </p:txBody>
        </p:sp>
        <p:sp>
          <p:nvSpPr>
            <p:cNvPr id="29" name="Freeform: Shape 32">
              <a:extLst>
                <a:ext uri="{FF2B5EF4-FFF2-40B4-BE49-F238E27FC236}">
                  <a16:creationId xmlns:a16="http://schemas.microsoft.com/office/drawing/2014/main" id="{DD30EA5D-6B35-4633-9075-5A6100AB8B69}"/>
                </a:ext>
              </a:extLst>
            </p:cNvPr>
            <p:cNvSpPr/>
            <p:nvPr/>
          </p:nvSpPr>
          <p:spPr>
            <a:xfrm rot="5400000" flipH="1">
              <a:off x="9611465" y="3164417"/>
              <a:ext cx="890475" cy="1005068"/>
            </a:xfrm>
            <a:custGeom>
              <a:avLst/>
              <a:gdLst/>
              <a:ahLst/>
              <a:cxnLst/>
              <a:rect l="l" t="t" r="r" b="b"/>
              <a:pathLst>
                <a:path w="943662" h="1065099">
                  <a:moveTo>
                    <a:pt x="471831" y="0"/>
                  </a:moveTo>
                  <a:cubicBezTo>
                    <a:pt x="732416" y="0"/>
                    <a:pt x="943662" y="211246"/>
                    <a:pt x="943662" y="471831"/>
                  </a:cubicBezTo>
                  <a:cubicBezTo>
                    <a:pt x="943662" y="704412"/>
                    <a:pt x="775380" y="897689"/>
                    <a:pt x="553732" y="935406"/>
                  </a:cubicBezTo>
                  <a:lnTo>
                    <a:pt x="478510" y="1065099"/>
                  </a:lnTo>
                  <a:lnTo>
                    <a:pt x="404117" y="936836"/>
                  </a:lnTo>
                  <a:cubicBezTo>
                    <a:pt x="175468" y="905837"/>
                    <a:pt x="0" y="709325"/>
                    <a:pt x="0" y="471831"/>
                  </a:cubicBezTo>
                  <a:cubicBezTo>
                    <a:pt x="0" y="211246"/>
                    <a:pt x="211246" y="0"/>
                    <a:pt x="471831" y="0"/>
                  </a:cubicBezTo>
                  <a:close/>
                </a:path>
              </a:pathLst>
            </a:custGeom>
            <a:solidFill>
              <a:schemeClr val="accent3"/>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vert270" wrap="none" anchor="ctr">
              <a:normAutofit/>
            </a:bodyPr>
            <a:lstStyle/>
            <a:p>
              <a:pPr algn="ctr"/>
              <a:r>
                <a:rPr lang="ko-KR" altLang="en-US" sz="1100"/>
                <a:t>关键词</a:t>
              </a:r>
            </a:p>
          </p:txBody>
        </p:sp>
        <p:sp>
          <p:nvSpPr>
            <p:cNvPr id="30" name="Freeform: Shape 35">
              <a:extLst>
                <a:ext uri="{FF2B5EF4-FFF2-40B4-BE49-F238E27FC236}">
                  <a16:creationId xmlns:a16="http://schemas.microsoft.com/office/drawing/2014/main" id="{90308C71-8A79-4C8A-8172-CCD6E7D45796}"/>
                </a:ext>
              </a:extLst>
            </p:cNvPr>
            <p:cNvSpPr/>
            <p:nvPr/>
          </p:nvSpPr>
          <p:spPr>
            <a:xfrm rot="19800000" flipV="1">
              <a:off x="8857285" y="4485342"/>
              <a:ext cx="890476" cy="1005067"/>
            </a:xfrm>
            <a:custGeom>
              <a:avLst/>
              <a:gdLst/>
              <a:ahLst/>
              <a:cxnLst/>
              <a:rect l="l" t="t" r="r" b="b"/>
              <a:pathLst>
                <a:path w="943662" h="1065099">
                  <a:moveTo>
                    <a:pt x="471831" y="0"/>
                  </a:moveTo>
                  <a:cubicBezTo>
                    <a:pt x="732416" y="0"/>
                    <a:pt x="943662" y="211246"/>
                    <a:pt x="943662" y="471831"/>
                  </a:cubicBezTo>
                  <a:cubicBezTo>
                    <a:pt x="943662" y="704412"/>
                    <a:pt x="775380" y="897689"/>
                    <a:pt x="553732" y="935406"/>
                  </a:cubicBezTo>
                  <a:lnTo>
                    <a:pt x="478510" y="1065099"/>
                  </a:lnTo>
                  <a:lnTo>
                    <a:pt x="404117" y="936836"/>
                  </a:lnTo>
                  <a:cubicBezTo>
                    <a:pt x="175468" y="905837"/>
                    <a:pt x="0" y="709325"/>
                    <a:pt x="0" y="471831"/>
                  </a:cubicBezTo>
                  <a:cubicBezTo>
                    <a:pt x="0" y="211246"/>
                    <a:pt x="211246" y="0"/>
                    <a:pt x="471831" y="0"/>
                  </a:cubicBezTo>
                  <a:close/>
                </a:path>
              </a:pathLst>
            </a:custGeom>
            <a:solidFill>
              <a:schemeClr val="accent4"/>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vert270" wrap="none" anchor="ctr">
              <a:normAutofit/>
            </a:bodyPr>
            <a:lstStyle/>
            <a:p>
              <a:pPr algn="ctr"/>
              <a:r>
                <a:rPr lang="ko-KR" altLang="en-US" sz="1100"/>
                <a:t>关键词</a:t>
              </a:r>
            </a:p>
          </p:txBody>
        </p:sp>
        <p:sp>
          <p:nvSpPr>
            <p:cNvPr id="31" name="Freeform: Shape 53">
              <a:extLst>
                <a:ext uri="{FF2B5EF4-FFF2-40B4-BE49-F238E27FC236}">
                  <a16:creationId xmlns:a16="http://schemas.microsoft.com/office/drawing/2014/main" id="{89CEB2CC-E50D-41EE-944E-214ECB9C44F7}"/>
                </a:ext>
              </a:extLst>
            </p:cNvPr>
            <p:cNvSpPr/>
            <p:nvPr/>
          </p:nvSpPr>
          <p:spPr>
            <a:xfrm rot="1800000">
              <a:off x="8857285" y="1843493"/>
              <a:ext cx="890476" cy="1005067"/>
            </a:xfrm>
            <a:custGeom>
              <a:avLst/>
              <a:gdLst/>
              <a:ahLst/>
              <a:cxnLst/>
              <a:rect l="l" t="t" r="r" b="b"/>
              <a:pathLst>
                <a:path w="943662" h="1065099">
                  <a:moveTo>
                    <a:pt x="471831" y="0"/>
                  </a:moveTo>
                  <a:cubicBezTo>
                    <a:pt x="732416" y="0"/>
                    <a:pt x="943662" y="211246"/>
                    <a:pt x="943662" y="471831"/>
                  </a:cubicBezTo>
                  <a:cubicBezTo>
                    <a:pt x="943662" y="704412"/>
                    <a:pt x="775380" y="897689"/>
                    <a:pt x="553732" y="935406"/>
                  </a:cubicBezTo>
                  <a:lnTo>
                    <a:pt x="478510" y="1065099"/>
                  </a:lnTo>
                  <a:lnTo>
                    <a:pt x="404117" y="936836"/>
                  </a:lnTo>
                  <a:cubicBezTo>
                    <a:pt x="175468" y="905837"/>
                    <a:pt x="0" y="709325"/>
                    <a:pt x="0" y="471831"/>
                  </a:cubicBezTo>
                  <a:cubicBezTo>
                    <a:pt x="0" y="211246"/>
                    <a:pt x="211246" y="0"/>
                    <a:pt x="471831" y="0"/>
                  </a:cubicBezTo>
                  <a:close/>
                </a:path>
              </a:pathLst>
            </a:cu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ko-KR" altLang="en-US" sz="1100"/>
                <a:t>关键词</a:t>
              </a:r>
            </a:p>
          </p:txBody>
        </p:sp>
        <p:sp>
          <p:nvSpPr>
            <p:cNvPr id="32" name="TextBox 82">
              <a:extLst>
                <a:ext uri="{FF2B5EF4-FFF2-40B4-BE49-F238E27FC236}">
                  <a16:creationId xmlns:a16="http://schemas.microsoft.com/office/drawing/2014/main" id="{19452FFB-60D5-4F7F-B2C2-5E18A942423D}"/>
                </a:ext>
              </a:extLst>
            </p:cNvPr>
            <p:cNvSpPr txBox="1"/>
            <p:nvPr/>
          </p:nvSpPr>
          <p:spPr bwMode="auto">
            <a:xfrm>
              <a:off x="7904475" y="3154014"/>
              <a:ext cx="1231106" cy="246221"/>
            </a:xfrm>
            <a:prstGeom prst="rect">
              <a:avLst/>
            </a:prstGeom>
            <a:noFill/>
            <a:scene3d>
              <a:camera prst="orthographicFront">
                <a:rot lat="0" lon="0" rev="0"/>
              </a:camera>
              <a:lightRig rig="threePt" dir="t"/>
            </a:scene3d>
            <a:sp3d prstMaterial="matte">
              <a:bevelT w="1270" h="1270"/>
            </a:sp3d>
          </p:spPr>
          <p:txBody>
            <a:bodyPr wrap="none" lIns="0" tIns="0" rIns="0" bIns="0" anchor="t" anchorCtr="0">
              <a:normAutofit/>
              <a:sp3d/>
            </a:bodyPr>
            <a:lstStyle/>
            <a:p>
              <a:pPr algn="ctr">
                <a:buClr>
                  <a:prstClr val="white"/>
                </a:buClr>
                <a:defRPr/>
              </a:pPr>
              <a:r>
                <a:rPr lang="zh-CN" altLang="en-US" sz="1600" b="1">
                  <a:solidFill>
                    <a:schemeClr val="tx1">
                      <a:lumMod val="75000"/>
                      <a:lumOff val="25000"/>
                    </a:schemeClr>
                  </a:solidFill>
                </a:rPr>
                <a:t>输入标题文本</a:t>
              </a:r>
            </a:p>
          </p:txBody>
        </p:sp>
      </p:grpSp>
      <p:grpSp>
        <p:nvGrpSpPr>
          <p:cNvPr id="33" name="千图PPT彼岸天：ID 8661124库_组合 27">
            <a:extLst>
              <a:ext uri="{FF2B5EF4-FFF2-40B4-BE49-F238E27FC236}">
                <a16:creationId xmlns:a16="http://schemas.microsoft.com/office/drawing/2014/main" id="{336479C3-F5B2-43A7-9C2C-72EEA8B47859}"/>
              </a:ext>
            </a:extLst>
          </p:cNvPr>
          <p:cNvGrpSpPr/>
          <p:nvPr>
            <p:custDataLst>
              <p:tags r:id="rId2"/>
            </p:custDataLst>
          </p:nvPr>
        </p:nvGrpSpPr>
        <p:grpSpPr>
          <a:xfrm>
            <a:off x="1307468" y="1697288"/>
            <a:ext cx="9613068" cy="3463424"/>
            <a:chOff x="1307468" y="1912116"/>
            <a:chExt cx="9613068" cy="3463424"/>
          </a:xfrm>
        </p:grpSpPr>
        <p:grpSp>
          <p:nvGrpSpPr>
            <p:cNvPr id="34" name="Group 28">
              <a:extLst>
                <a:ext uri="{FF2B5EF4-FFF2-40B4-BE49-F238E27FC236}">
                  <a16:creationId xmlns:a16="http://schemas.microsoft.com/office/drawing/2014/main" id="{780B14EB-A993-4418-B531-5F97187A19B5}"/>
                </a:ext>
              </a:extLst>
            </p:cNvPr>
            <p:cNvGrpSpPr/>
            <p:nvPr/>
          </p:nvGrpSpPr>
          <p:grpSpPr>
            <a:xfrm>
              <a:off x="1410010" y="1912116"/>
              <a:ext cx="2611177" cy="3463424"/>
              <a:chOff x="1193500" y="1491637"/>
              <a:chExt cx="3761195" cy="3463424"/>
            </a:xfrm>
          </p:grpSpPr>
          <p:grpSp>
            <p:nvGrpSpPr>
              <p:cNvPr id="51" name="Group 54">
                <a:extLst>
                  <a:ext uri="{FF2B5EF4-FFF2-40B4-BE49-F238E27FC236}">
                    <a16:creationId xmlns:a16="http://schemas.microsoft.com/office/drawing/2014/main" id="{CAD45D40-812E-4E21-B7EB-ADF748572E64}"/>
                  </a:ext>
                </a:extLst>
              </p:cNvPr>
              <p:cNvGrpSpPr/>
              <p:nvPr/>
            </p:nvGrpSpPr>
            <p:grpSpPr>
              <a:xfrm>
                <a:off x="1193500" y="1491637"/>
                <a:ext cx="3761195" cy="815608"/>
                <a:chOff x="1317257" y="1824875"/>
                <a:chExt cx="3761195" cy="815608"/>
              </a:xfrm>
            </p:grpSpPr>
            <p:sp>
              <p:nvSpPr>
                <p:cNvPr id="58" name="TextBox 61">
                  <a:extLst>
                    <a:ext uri="{FF2B5EF4-FFF2-40B4-BE49-F238E27FC236}">
                      <a16:creationId xmlns:a16="http://schemas.microsoft.com/office/drawing/2014/main" id="{3B1436B4-BC45-4643-93DC-13A403662ADB}"/>
                    </a:ext>
                  </a:extLst>
                </p:cNvPr>
                <p:cNvSpPr txBox="1"/>
                <p:nvPr/>
              </p:nvSpPr>
              <p:spPr>
                <a:xfrm>
                  <a:off x="1317257" y="2132652"/>
                  <a:ext cx="3761195" cy="507831"/>
                </a:xfrm>
                <a:prstGeom prst="rect">
                  <a:avLst/>
                </a:prstGeom>
                <a:noFill/>
              </p:spPr>
              <p:txBody>
                <a:bodyPr wrap="square" lIns="0" tIns="0" rIns="0" bIns="0">
                  <a:normAutofit/>
                </a:bodyPr>
                <a:lstStyle/>
                <a:p>
                  <a:pPr>
                    <a:lnSpc>
                      <a:spcPct val="120000"/>
                    </a:lnSpc>
                  </a:pPr>
                  <a:r>
                    <a:rPr lang="zh-CN" altLang="en-US" sz="1000"/>
                    <a:t>请替换文字内容复制你的内容到此</a:t>
                  </a:r>
                  <a:br>
                    <a:rPr lang="zh-CN" altLang="en-US" sz="1000"/>
                  </a:br>
                  <a:endParaRPr lang="zh-CN" altLang="en-US" sz="1000"/>
                </a:p>
              </p:txBody>
            </p:sp>
            <p:sp>
              <p:nvSpPr>
                <p:cNvPr id="59" name="Rectangle 62">
                  <a:extLst>
                    <a:ext uri="{FF2B5EF4-FFF2-40B4-BE49-F238E27FC236}">
                      <a16:creationId xmlns:a16="http://schemas.microsoft.com/office/drawing/2014/main" id="{3128EA6A-7B31-4D25-A167-276F06714A2E}"/>
                    </a:ext>
                  </a:extLst>
                </p:cNvPr>
                <p:cNvSpPr/>
                <p:nvPr/>
              </p:nvSpPr>
              <p:spPr>
                <a:xfrm>
                  <a:off x="1317257" y="1824875"/>
                  <a:ext cx="3761195" cy="307777"/>
                </a:xfrm>
                <a:prstGeom prst="rect">
                  <a:avLst/>
                </a:prstGeom>
              </p:spPr>
              <p:txBody>
                <a:bodyPr wrap="none" lIns="0" tIns="0" rIns="0" bIns="0">
                  <a:normAutofit/>
                </a:bodyPr>
                <a:lstStyle/>
                <a:p>
                  <a:r>
                    <a:rPr lang="zh-CN" altLang="en-US" sz="1600" b="1">
                      <a:solidFill>
                        <a:schemeClr val="accent1"/>
                      </a:solidFill>
                    </a:rPr>
                    <a:t>输入标题文本</a:t>
                  </a:r>
                </a:p>
              </p:txBody>
            </p:sp>
          </p:grpSp>
          <p:grpSp>
            <p:nvGrpSpPr>
              <p:cNvPr id="52" name="Group 55">
                <a:extLst>
                  <a:ext uri="{FF2B5EF4-FFF2-40B4-BE49-F238E27FC236}">
                    <a16:creationId xmlns:a16="http://schemas.microsoft.com/office/drawing/2014/main" id="{BDE97773-A26E-412E-B5C2-35196825C139}"/>
                  </a:ext>
                </a:extLst>
              </p:cNvPr>
              <p:cNvGrpSpPr/>
              <p:nvPr/>
            </p:nvGrpSpPr>
            <p:grpSpPr>
              <a:xfrm>
                <a:off x="1193500" y="2815545"/>
                <a:ext cx="3761195" cy="815608"/>
                <a:chOff x="1317257" y="1824875"/>
                <a:chExt cx="3761195" cy="815608"/>
              </a:xfrm>
            </p:grpSpPr>
            <p:sp>
              <p:nvSpPr>
                <p:cNvPr id="56" name="TextBox 59">
                  <a:extLst>
                    <a:ext uri="{FF2B5EF4-FFF2-40B4-BE49-F238E27FC236}">
                      <a16:creationId xmlns:a16="http://schemas.microsoft.com/office/drawing/2014/main" id="{39470C51-D9BE-4C5B-A4FB-C7C4DE7B6F0D}"/>
                    </a:ext>
                  </a:extLst>
                </p:cNvPr>
                <p:cNvSpPr txBox="1"/>
                <p:nvPr/>
              </p:nvSpPr>
              <p:spPr>
                <a:xfrm>
                  <a:off x="1317257" y="2132652"/>
                  <a:ext cx="3761195" cy="507831"/>
                </a:xfrm>
                <a:prstGeom prst="rect">
                  <a:avLst/>
                </a:prstGeom>
                <a:noFill/>
              </p:spPr>
              <p:txBody>
                <a:bodyPr wrap="square" lIns="0" tIns="0" rIns="0" bIns="0">
                  <a:normAutofit/>
                </a:bodyPr>
                <a:lstStyle/>
                <a:p>
                  <a:pPr>
                    <a:lnSpc>
                      <a:spcPct val="120000"/>
                    </a:lnSpc>
                  </a:pPr>
                  <a:r>
                    <a:rPr lang="zh-CN" altLang="en-US" sz="1000"/>
                    <a:t>请替换文字内容复制你的内容到此</a:t>
                  </a:r>
                  <a:br>
                    <a:rPr lang="zh-CN" altLang="en-US" sz="1000"/>
                  </a:br>
                  <a:endParaRPr lang="zh-CN" altLang="en-US" sz="1000"/>
                </a:p>
              </p:txBody>
            </p:sp>
            <p:sp>
              <p:nvSpPr>
                <p:cNvPr id="57" name="Rectangle 60">
                  <a:extLst>
                    <a:ext uri="{FF2B5EF4-FFF2-40B4-BE49-F238E27FC236}">
                      <a16:creationId xmlns:a16="http://schemas.microsoft.com/office/drawing/2014/main" id="{381F4CCF-7FF1-4E55-937D-61B1172403ED}"/>
                    </a:ext>
                  </a:extLst>
                </p:cNvPr>
                <p:cNvSpPr/>
                <p:nvPr/>
              </p:nvSpPr>
              <p:spPr>
                <a:xfrm>
                  <a:off x="1317257" y="1824875"/>
                  <a:ext cx="3761195" cy="307777"/>
                </a:xfrm>
                <a:prstGeom prst="rect">
                  <a:avLst/>
                </a:prstGeom>
              </p:spPr>
              <p:txBody>
                <a:bodyPr wrap="none" lIns="0" tIns="0" rIns="0" bIns="0">
                  <a:normAutofit/>
                </a:bodyPr>
                <a:lstStyle/>
                <a:p>
                  <a:r>
                    <a:rPr lang="zh-CN" altLang="en-US" sz="1600" b="1">
                      <a:solidFill>
                        <a:schemeClr val="accent2"/>
                      </a:solidFill>
                    </a:rPr>
                    <a:t>输入标题文本</a:t>
                  </a:r>
                </a:p>
              </p:txBody>
            </p:sp>
          </p:grpSp>
          <p:grpSp>
            <p:nvGrpSpPr>
              <p:cNvPr id="53" name="Group 56">
                <a:extLst>
                  <a:ext uri="{FF2B5EF4-FFF2-40B4-BE49-F238E27FC236}">
                    <a16:creationId xmlns:a16="http://schemas.microsoft.com/office/drawing/2014/main" id="{19BE9EE6-02B0-4C9F-BBFE-E2FAC8BA1D1F}"/>
                  </a:ext>
                </a:extLst>
              </p:cNvPr>
              <p:cNvGrpSpPr/>
              <p:nvPr/>
            </p:nvGrpSpPr>
            <p:grpSpPr>
              <a:xfrm>
                <a:off x="1193500" y="4139453"/>
                <a:ext cx="3761195" cy="815608"/>
                <a:chOff x="1317257" y="1824875"/>
                <a:chExt cx="3761195" cy="815608"/>
              </a:xfrm>
            </p:grpSpPr>
            <p:sp>
              <p:nvSpPr>
                <p:cNvPr id="54" name="TextBox 57">
                  <a:extLst>
                    <a:ext uri="{FF2B5EF4-FFF2-40B4-BE49-F238E27FC236}">
                      <a16:creationId xmlns:a16="http://schemas.microsoft.com/office/drawing/2014/main" id="{93DF0043-EEE4-47F6-8553-DAE7EA3A002E}"/>
                    </a:ext>
                  </a:extLst>
                </p:cNvPr>
                <p:cNvSpPr txBox="1"/>
                <p:nvPr/>
              </p:nvSpPr>
              <p:spPr>
                <a:xfrm>
                  <a:off x="1317257" y="2132652"/>
                  <a:ext cx="3761195" cy="507831"/>
                </a:xfrm>
                <a:prstGeom prst="rect">
                  <a:avLst/>
                </a:prstGeom>
                <a:noFill/>
              </p:spPr>
              <p:txBody>
                <a:bodyPr wrap="square" lIns="0" tIns="0" rIns="0" bIns="0">
                  <a:normAutofit/>
                </a:bodyPr>
                <a:lstStyle/>
                <a:p>
                  <a:pPr>
                    <a:lnSpc>
                      <a:spcPct val="120000"/>
                    </a:lnSpc>
                  </a:pPr>
                  <a:r>
                    <a:rPr lang="zh-CN" altLang="en-US" sz="1000"/>
                    <a:t>请替换文字内容复制你的内容到此</a:t>
                  </a:r>
                  <a:br>
                    <a:rPr lang="zh-CN" altLang="en-US" sz="1000"/>
                  </a:br>
                  <a:endParaRPr lang="zh-CN" altLang="en-US" sz="1000"/>
                </a:p>
              </p:txBody>
            </p:sp>
            <p:sp>
              <p:nvSpPr>
                <p:cNvPr id="55" name="Rectangle 58">
                  <a:extLst>
                    <a:ext uri="{FF2B5EF4-FFF2-40B4-BE49-F238E27FC236}">
                      <a16:creationId xmlns:a16="http://schemas.microsoft.com/office/drawing/2014/main" id="{261B550E-86F1-4E02-9CAD-4AA79339CEF6}"/>
                    </a:ext>
                  </a:extLst>
                </p:cNvPr>
                <p:cNvSpPr/>
                <p:nvPr/>
              </p:nvSpPr>
              <p:spPr>
                <a:xfrm>
                  <a:off x="1317257" y="1824875"/>
                  <a:ext cx="3761195" cy="307777"/>
                </a:xfrm>
                <a:prstGeom prst="rect">
                  <a:avLst/>
                </a:prstGeom>
              </p:spPr>
              <p:txBody>
                <a:bodyPr wrap="none" lIns="0" tIns="0" rIns="0" bIns="0">
                  <a:normAutofit/>
                </a:bodyPr>
                <a:lstStyle/>
                <a:p>
                  <a:r>
                    <a:rPr lang="zh-CN" altLang="en-US" sz="1600" b="1">
                      <a:solidFill>
                        <a:schemeClr val="accent5"/>
                      </a:solidFill>
                    </a:rPr>
                    <a:t>输入标题文本</a:t>
                  </a:r>
                </a:p>
              </p:txBody>
            </p:sp>
          </p:grpSp>
        </p:grpSp>
        <p:grpSp>
          <p:nvGrpSpPr>
            <p:cNvPr id="35" name="Group 29">
              <a:extLst>
                <a:ext uri="{FF2B5EF4-FFF2-40B4-BE49-F238E27FC236}">
                  <a16:creationId xmlns:a16="http://schemas.microsoft.com/office/drawing/2014/main" id="{2B9515BC-507F-4A58-B38E-1DA0E9AFA48F}"/>
                </a:ext>
              </a:extLst>
            </p:cNvPr>
            <p:cNvGrpSpPr/>
            <p:nvPr/>
          </p:nvGrpSpPr>
          <p:grpSpPr>
            <a:xfrm>
              <a:off x="8170814" y="1912116"/>
              <a:ext cx="2749722" cy="3463424"/>
              <a:chOff x="8170814" y="1912116"/>
              <a:chExt cx="2749722" cy="3463424"/>
            </a:xfrm>
          </p:grpSpPr>
          <p:grpSp>
            <p:nvGrpSpPr>
              <p:cNvPr id="39" name="Group 41">
                <a:extLst>
                  <a:ext uri="{FF2B5EF4-FFF2-40B4-BE49-F238E27FC236}">
                    <a16:creationId xmlns:a16="http://schemas.microsoft.com/office/drawing/2014/main" id="{40B8BC27-8CC3-41F3-B709-2F70C2B2164A}"/>
                  </a:ext>
                </a:extLst>
              </p:cNvPr>
              <p:cNvGrpSpPr/>
              <p:nvPr/>
            </p:nvGrpSpPr>
            <p:grpSpPr>
              <a:xfrm>
                <a:off x="8170814" y="1912116"/>
                <a:ext cx="2611177" cy="3463424"/>
                <a:chOff x="1193500" y="1491637"/>
                <a:chExt cx="3761195" cy="3463424"/>
              </a:xfrm>
            </p:grpSpPr>
            <p:grpSp>
              <p:nvGrpSpPr>
                <p:cNvPr id="42" name="Group 44">
                  <a:extLst>
                    <a:ext uri="{FF2B5EF4-FFF2-40B4-BE49-F238E27FC236}">
                      <a16:creationId xmlns:a16="http://schemas.microsoft.com/office/drawing/2014/main" id="{52B04967-0440-4488-8D4E-E5EC017D2020}"/>
                    </a:ext>
                  </a:extLst>
                </p:cNvPr>
                <p:cNvGrpSpPr/>
                <p:nvPr/>
              </p:nvGrpSpPr>
              <p:grpSpPr>
                <a:xfrm>
                  <a:off x="1193500" y="1491637"/>
                  <a:ext cx="3761195" cy="815608"/>
                  <a:chOff x="1317257" y="1824875"/>
                  <a:chExt cx="3761195" cy="815608"/>
                </a:xfrm>
              </p:grpSpPr>
              <p:sp>
                <p:nvSpPr>
                  <p:cNvPr id="49" name="TextBox 51">
                    <a:extLst>
                      <a:ext uri="{FF2B5EF4-FFF2-40B4-BE49-F238E27FC236}">
                        <a16:creationId xmlns:a16="http://schemas.microsoft.com/office/drawing/2014/main" id="{F4FE54E7-E793-4D4E-9986-FA3148AE6FF8}"/>
                      </a:ext>
                    </a:extLst>
                  </p:cNvPr>
                  <p:cNvSpPr txBox="1"/>
                  <p:nvPr/>
                </p:nvSpPr>
                <p:spPr>
                  <a:xfrm>
                    <a:off x="1317257" y="2132652"/>
                    <a:ext cx="3761195" cy="507831"/>
                  </a:xfrm>
                  <a:prstGeom prst="rect">
                    <a:avLst/>
                  </a:prstGeom>
                  <a:noFill/>
                </p:spPr>
                <p:txBody>
                  <a:bodyPr wrap="square" lIns="0" tIns="0" rIns="0" bIns="0">
                    <a:normAutofit/>
                  </a:bodyPr>
                  <a:lstStyle/>
                  <a:p>
                    <a:pPr algn="r">
                      <a:lnSpc>
                        <a:spcPct val="120000"/>
                      </a:lnSpc>
                    </a:pPr>
                    <a:r>
                      <a:rPr lang="zh-CN" altLang="en-US" sz="1000"/>
                      <a:t>请替换文字内容复制你的内容到此</a:t>
                    </a:r>
                    <a:br>
                      <a:rPr lang="zh-CN" altLang="en-US" sz="1000"/>
                    </a:br>
                    <a:endParaRPr lang="zh-CN" altLang="en-US" sz="1000"/>
                  </a:p>
                </p:txBody>
              </p:sp>
              <p:sp>
                <p:nvSpPr>
                  <p:cNvPr id="50" name="Rectangle 52">
                    <a:extLst>
                      <a:ext uri="{FF2B5EF4-FFF2-40B4-BE49-F238E27FC236}">
                        <a16:creationId xmlns:a16="http://schemas.microsoft.com/office/drawing/2014/main" id="{4F503393-4413-4FD3-AD60-442DF92B5BD4}"/>
                      </a:ext>
                    </a:extLst>
                  </p:cNvPr>
                  <p:cNvSpPr/>
                  <p:nvPr/>
                </p:nvSpPr>
                <p:spPr>
                  <a:xfrm>
                    <a:off x="1317257" y="1824875"/>
                    <a:ext cx="3761195" cy="307777"/>
                  </a:xfrm>
                  <a:prstGeom prst="rect">
                    <a:avLst/>
                  </a:prstGeom>
                </p:spPr>
                <p:txBody>
                  <a:bodyPr wrap="none" lIns="0" tIns="0" rIns="0" bIns="0">
                    <a:normAutofit/>
                  </a:bodyPr>
                  <a:lstStyle/>
                  <a:p>
                    <a:pPr algn="r"/>
                    <a:r>
                      <a:rPr lang="zh-CN" altLang="en-US" sz="1600" b="1">
                        <a:solidFill>
                          <a:schemeClr val="accent1"/>
                        </a:solidFill>
                      </a:rPr>
                      <a:t>输入标题文本</a:t>
                    </a:r>
                  </a:p>
                </p:txBody>
              </p:sp>
            </p:grpSp>
            <p:grpSp>
              <p:nvGrpSpPr>
                <p:cNvPr id="43" name="Group 45">
                  <a:extLst>
                    <a:ext uri="{FF2B5EF4-FFF2-40B4-BE49-F238E27FC236}">
                      <a16:creationId xmlns:a16="http://schemas.microsoft.com/office/drawing/2014/main" id="{4807632E-2823-4184-90C9-F52E0B7CA7A9}"/>
                    </a:ext>
                  </a:extLst>
                </p:cNvPr>
                <p:cNvGrpSpPr/>
                <p:nvPr/>
              </p:nvGrpSpPr>
              <p:grpSpPr>
                <a:xfrm>
                  <a:off x="1193500" y="2815545"/>
                  <a:ext cx="3761195" cy="815608"/>
                  <a:chOff x="1317257" y="1824875"/>
                  <a:chExt cx="3761195" cy="815608"/>
                </a:xfrm>
              </p:grpSpPr>
              <p:sp>
                <p:nvSpPr>
                  <p:cNvPr id="47" name="TextBox 49">
                    <a:extLst>
                      <a:ext uri="{FF2B5EF4-FFF2-40B4-BE49-F238E27FC236}">
                        <a16:creationId xmlns:a16="http://schemas.microsoft.com/office/drawing/2014/main" id="{8DC33B04-0F24-43C7-B5AC-22383C7C75A8}"/>
                      </a:ext>
                    </a:extLst>
                  </p:cNvPr>
                  <p:cNvSpPr txBox="1"/>
                  <p:nvPr/>
                </p:nvSpPr>
                <p:spPr>
                  <a:xfrm>
                    <a:off x="1317257" y="2132652"/>
                    <a:ext cx="3761195" cy="507831"/>
                  </a:xfrm>
                  <a:prstGeom prst="rect">
                    <a:avLst/>
                  </a:prstGeom>
                  <a:noFill/>
                </p:spPr>
                <p:txBody>
                  <a:bodyPr wrap="square" lIns="0" tIns="0" rIns="0" bIns="0">
                    <a:normAutofit/>
                  </a:bodyPr>
                  <a:lstStyle/>
                  <a:p>
                    <a:pPr algn="r">
                      <a:lnSpc>
                        <a:spcPct val="120000"/>
                      </a:lnSpc>
                    </a:pPr>
                    <a:r>
                      <a:rPr lang="zh-CN" altLang="en-US" sz="1000"/>
                      <a:t>请替换文字内容复制你的内容到此</a:t>
                    </a:r>
                    <a:br>
                      <a:rPr lang="zh-CN" altLang="en-US" sz="1000"/>
                    </a:br>
                    <a:endParaRPr lang="zh-CN" altLang="en-US" sz="1000"/>
                  </a:p>
                </p:txBody>
              </p:sp>
              <p:sp>
                <p:nvSpPr>
                  <p:cNvPr id="48" name="Rectangle 50">
                    <a:extLst>
                      <a:ext uri="{FF2B5EF4-FFF2-40B4-BE49-F238E27FC236}">
                        <a16:creationId xmlns:a16="http://schemas.microsoft.com/office/drawing/2014/main" id="{BF199ADD-AE1F-44BB-99CF-2D7D7A08AB46}"/>
                      </a:ext>
                    </a:extLst>
                  </p:cNvPr>
                  <p:cNvSpPr/>
                  <p:nvPr/>
                </p:nvSpPr>
                <p:spPr>
                  <a:xfrm>
                    <a:off x="1317257" y="1824875"/>
                    <a:ext cx="3761195" cy="307777"/>
                  </a:xfrm>
                  <a:prstGeom prst="rect">
                    <a:avLst/>
                  </a:prstGeom>
                </p:spPr>
                <p:txBody>
                  <a:bodyPr wrap="none" lIns="0" tIns="0" rIns="0" bIns="0">
                    <a:normAutofit/>
                  </a:bodyPr>
                  <a:lstStyle/>
                  <a:p>
                    <a:pPr algn="r"/>
                    <a:r>
                      <a:rPr lang="zh-CN" altLang="en-US" sz="1600" b="1">
                        <a:solidFill>
                          <a:schemeClr val="accent2"/>
                        </a:solidFill>
                      </a:rPr>
                      <a:t>输入标题文本</a:t>
                    </a:r>
                  </a:p>
                </p:txBody>
              </p:sp>
            </p:grpSp>
            <p:grpSp>
              <p:nvGrpSpPr>
                <p:cNvPr id="44" name="Group 46">
                  <a:extLst>
                    <a:ext uri="{FF2B5EF4-FFF2-40B4-BE49-F238E27FC236}">
                      <a16:creationId xmlns:a16="http://schemas.microsoft.com/office/drawing/2014/main" id="{71077A76-3DD9-47B7-A6C5-912AC5C77497}"/>
                    </a:ext>
                  </a:extLst>
                </p:cNvPr>
                <p:cNvGrpSpPr/>
                <p:nvPr/>
              </p:nvGrpSpPr>
              <p:grpSpPr>
                <a:xfrm>
                  <a:off x="1193500" y="4139453"/>
                  <a:ext cx="3761195" cy="815608"/>
                  <a:chOff x="1317257" y="1824875"/>
                  <a:chExt cx="3761195" cy="815608"/>
                </a:xfrm>
              </p:grpSpPr>
              <p:sp>
                <p:nvSpPr>
                  <p:cNvPr id="45" name="TextBox 47">
                    <a:extLst>
                      <a:ext uri="{FF2B5EF4-FFF2-40B4-BE49-F238E27FC236}">
                        <a16:creationId xmlns:a16="http://schemas.microsoft.com/office/drawing/2014/main" id="{D6F418FE-5E88-4CC4-90CA-460F191E8081}"/>
                      </a:ext>
                    </a:extLst>
                  </p:cNvPr>
                  <p:cNvSpPr txBox="1"/>
                  <p:nvPr/>
                </p:nvSpPr>
                <p:spPr>
                  <a:xfrm>
                    <a:off x="1317257" y="2132652"/>
                    <a:ext cx="3761195" cy="507831"/>
                  </a:xfrm>
                  <a:prstGeom prst="rect">
                    <a:avLst/>
                  </a:prstGeom>
                  <a:noFill/>
                </p:spPr>
                <p:txBody>
                  <a:bodyPr wrap="square" lIns="0" tIns="0" rIns="0" bIns="0">
                    <a:normAutofit/>
                  </a:bodyPr>
                  <a:lstStyle/>
                  <a:p>
                    <a:pPr algn="r">
                      <a:lnSpc>
                        <a:spcPct val="120000"/>
                      </a:lnSpc>
                    </a:pPr>
                    <a:r>
                      <a:rPr lang="zh-CN" altLang="en-US" sz="1000"/>
                      <a:t>请替换文字内容复制你的内容到此</a:t>
                    </a:r>
                    <a:br>
                      <a:rPr lang="zh-CN" altLang="en-US" sz="1000"/>
                    </a:br>
                    <a:endParaRPr lang="zh-CN" altLang="en-US" sz="1000"/>
                  </a:p>
                </p:txBody>
              </p:sp>
              <p:sp>
                <p:nvSpPr>
                  <p:cNvPr id="46" name="Rectangle 48">
                    <a:extLst>
                      <a:ext uri="{FF2B5EF4-FFF2-40B4-BE49-F238E27FC236}">
                        <a16:creationId xmlns:a16="http://schemas.microsoft.com/office/drawing/2014/main" id="{D582E1F0-A9C9-4ACB-8A1D-3F8EDF2195CA}"/>
                      </a:ext>
                    </a:extLst>
                  </p:cNvPr>
                  <p:cNvSpPr/>
                  <p:nvPr/>
                </p:nvSpPr>
                <p:spPr>
                  <a:xfrm>
                    <a:off x="1317257" y="1824875"/>
                    <a:ext cx="3761195" cy="307777"/>
                  </a:xfrm>
                  <a:prstGeom prst="rect">
                    <a:avLst/>
                  </a:prstGeom>
                </p:spPr>
                <p:txBody>
                  <a:bodyPr wrap="none" lIns="0" tIns="0" rIns="0" bIns="0">
                    <a:normAutofit/>
                  </a:bodyPr>
                  <a:lstStyle/>
                  <a:p>
                    <a:pPr algn="r"/>
                    <a:r>
                      <a:rPr lang="zh-CN" altLang="en-US" sz="1600" b="1">
                        <a:solidFill>
                          <a:schemeClr val="accent5"/>
                        </a:solidFill>
                      </a:rPr>
                      <a:t>输入标题文本</a:t>
                    </a:r>
                  </a:p>
                </p:txBody>
              </p:sp>
            </p:grpSp>
          </p:grpSp>
          <p:cxnSp>
            <p:nvCxnSpPr>
              <p:cNvPr id="40" name="Straight Connector 42">
                <a:extLst>
                  <a:ext uri="{FF2B5EF4-FFF2-40B4-BE49-F238E27FC236}">
                    <a16:creationId xmlns:a16="http://schemas.microsoft.com/office/drawing/2014/main" id="{A1E4B6DC-3054-4F87-912E-CDAB6298DB4B}"/>
                  </a:ext>
                </a:extLst>
              </p:cNvPr>
              <p:cNvCxnSpPr/>
              <p:nvPr/>
            </p:nvCxnSpPr>
            <p:spPr>
              <a:xfrm>
                <a:off x="8472264" y="2924944"/>
                <a:ext cx="2448272"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3">
                <a:extLst>
                  <a:ext uri="{FF2B5EF4-FFF2-40B4-BE49-F238E27FC236}">
                    <a16:creationId xmlns:a16="http://schemas.microsoft.com/office/drawing/2014/main" id="{B1000D5A-4C51-4279-980B-8A876CF8EEEF}"/>
                  </a:ext>
                </a:extLst>
              </p:cNvPr>
              <p:cNvCxnSpPr/>
              <p:nvPr/>
            </p:nvCxnSpPr>
            <p:spPr>
              <a:xfrm>
                <a:off x="8472264" y="4263691"/>
                <a:ext cx="2448272"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grpSp>
        <p:grpSp>
          <p:nvGrpSpPr>
            <p:cNvPr id="36" name="Group 34">
              <a:extLst>
                <a:ext uri="{FF2B5EF4-FFF2-40B4-BE49-F238E27FC236}">
                  <a16:creationId xmlns:a16="http://schemas.microsoft.com/office/drawing/2014/main" id="{8080F6ED-107B-412F-AE7D-9BA85CF84D23}"/>
                </a:ext>
              </a:extLst>
            </p:cNvPr>
            <p:cNvGrpSpPr/>
            <p:nvPr/>
          </p:nvGrpSpPr>
          <p:grpSpPr>
            <a:xfrm>
              <a:off x="1307468" y="2924944"/>
              <a:ext cx="2448272" cy="1338747"/>
              <a:chOff x="1307468" y="2924944"/>
              <a:chExt cx="2448272" cy="1338747"/>
            </a:xfrm>
          </p:grpSpPr>
          <p:cxnSp>
            <p:nvCxnSpPr>
              <p:cNvPr id="37" name="Straight Connector 36">
                <a:extLst>
                  <a:ext uri="{FF2B5EF4-FFF2-40B4-BE49-F238E27FC236}">
                    <a16:creationId xmlns:a16="http://schemas.microsoft.com/office/drawing/2014/main" id="{D3326F94-549D-45B6-8391-CE2415A1E1CC}"/>
                  </a:ext>
                </a:extLst>
              </p:cNvPr>
              <p:cNvCxnSpPr/>
              <p:nvPr/>
            </p:nvCxnSpPr>
            <p:spPr>
              <a:xfrm>
                <a:off x="1307468" y="2924944"/>
                <a:ext cx="2448272"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2D170F5-B7DC-43C0-BD7A-D26252166C13}"/>
                  </a:ext>
                </a:extLst>
              </p:cNvPr>
              <p:cNvCxnSpPr/>
              <p:nvPr/>
            </p:nvCxnSpPr>
            <p:spPr>
              <a:xfrm>
                <a:off x="1307468" y="4263691"/>
                <a:ext cx="2448272"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51181131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Tn>
                        </p:par>
                        <p:par>
                          <p:cTn id="5" fill="hold">
                            <p:stCondLst>
                              <p:cond delay="0"/>
                            </p:stCondLst>
                            <p:childTnLst>
                              <p:par>
                                <p:cTn id="6" presetID="49" presetClass="entr" presetSubtype="0" decel="100000" fill="hold" nodeType="afterEffect">
                                  <p:childTnLst>
                                    <p:set>
                                      <p:cBhvr>
                                        <p:cTn id="7" dur="1" fill="hold">
                                          <p:stCondLst>
                                            <p:cond delay="0"/>
                                          </p:stCondLst>
                                        </p:cTn>
                                        <p:tgtEl>
                                          <p:spTgt spid="19"/>
                                        </p:tgtEl>
                                        <p:attrNameLst>
                                          <p:attrName>style.visibility</p:attrName>
                                        </p:attrNameLst>
                                      </p:cBhvr>
                                      <p:to>
                                        <p:strVal val="visible"/>
                                      </p:to>
                                    </p:set>
                                    <p:anim calcmode="lin" valueType="num">
                                      <p:cBhvr>
                                        <p:cTn id="8" dur="500" fill="hold"/>
                                        <p:tgtEl>
                                          <p:spTgt spid="19"/>
                                        </p:tgtEl>
                                        <p:attrNameLst>
                                          <p:attrName>ppt_w</p:attrName>
                                        </p:attrNameLst>
                                      </p:cBhvr>
                                      <p:tavLst>
                                        <p:tav tm="0">
                                          <p:val>
                                            <p:fltVal val="0"/>
                                          </p:val>
                                        </p:tav>
                                        <p:tav tm="100000">
                                          <p:val>
                                            <p:strVal val="#ppt_w"/>
                                          </p:val>
                                        </p:tav>
                                      </p:tavLst>
                                    </p:anim>
                                    <p:anim calcmode="lin" valueType="num">
                                      <p:cBhvr>
                                        <p:cTn id="9" dur="500" fill="hold"/>
                                        <p:tgtEl>
                                          <p:spTgt spid="19"/>
                                        </p:tgtEl>
                                        <p:attrNameLst>
                                          <p:attrName>ppt_h</p:attrName>
                                        </p:attrNameLst>
                                      </p:cBhvr>
                                      <p:tavLst>
                                        <p:tav tm="0">
                                          <p:val>
                                            <p:fltVal val="0"/>
                                          </p:val>
                                        </p:tav>
                                        <p:tav tm="100000">
                                          <p:val>
                                            <p:strVal val="#ppt_h"/>
                                          </p:val>
                                        </p:tav>
                                      </p:tavLst>
                                    </p:anim>
                                    <p:anim calcmode="lin" valueType="num">
                                      <p:cBhvr>
                                        <p:cTn id="10" dur="500" fill="hold"/>
                                        <p:tgtEl>
                                          <p:spTgt spid="19"/>
                                        </p:tgtEl>
                                        <p:attrNameLst>
                                          <p:attrName>transform.rotation_z</p:attrName>
                                        </p:attrNameLst>
                                      </p:cBhvr>
                                      <p:tavLst>
                                        <p:tav tm="0">
                                          <p:val>
                                            <p:fltVal val="360"/>
                                          </p:val>
                                        </p:tav>
                                        <p:tav tm="100000">
                                          <p:val>
                                            <p:fltVal val="0"/>
                                          </p:val>
                                        </p:tav>
                                      </p:tavLst>
                                    </p:anim>
                                    <p:animEffect transition="in" filter="fade">
                                      <p:cBhvr>
                                        <p:cTn id="11" dur="500"/>
                                        <p:tgtEl>
                                          <p:spTgt spid="19"/>
                                        </p:tgtEl>
                                      </p:cBhvr>
                                    </p:animEffect>
                                  </p:childTnLst>
                                </p:cTn>
                              </p:par>
                            </p:childTnLst>
                          </p:cTn>
                        </p:par>
                        <p:par>
                          <p:cTn id="12" fill="hold">
                            <p:stCondLst>
                              <p:cond delay="500"/>
                            </p:stCondLst>
                            <p:childTnLst>
                              <p:par>
                                <p:cTn id="13" presetID="53" presetClass="entr" presetSubtype="0" fill="hold" nodeType="afterEffect">
                                  <p:childTnLst>
                                    <p:set>
                                      <p:cBhvr>
                                        <p:cTn id="14" dur="1" fill="hold">
                                          <p:stCondLst>
                                            <p:cond delay="0"/>
                                          </p:stCondLst>
                                        </p:cTn>
                                        <p:tgtEl>
                                          <p:spTgt spid="33"/>
                                        </p:tgtEl>
                                        <p:attrNameLst>
                                          <p:attrName>style.visibility</p:attrName>
                                        </p:attrNameLst>
                                      </p:cBhvr>
                                      <p:to>
                                        <p:strVal val="visible"/>
                                      </p:to>
                                    </p:set>
                                    <p:anim calcmode="lin" valueType="num">
                                      <p:cBhvr>
                                        <p:cTn id="15" dur="500" fill="hold"/>
                                        <p:tgtEl>
                                          <p:spTgt spid="33"/>
                                        </p:tgtEl>
                                        <p:attrNameLst>
                                          <p:attrName>ppt_w</p:attrName>
                                        </p:attrNameLst>
                                      </p:cBhvr>
                                      <p:tavLst>
                                        <p:tav tm="0">
                                          <p:val>
                                            <p:fltVal val="0"/>
                                          </p:val>
                                        </p:tav>
                                        <p:tav tm="100000">
                                          <p:val>
                                            <p:strVal val="#ppt_w"/>
                                          </p:val>
                                        </p:tav>
                                      </p:tavLst>
                                    </p:anim>
                                    <p:anim calcmode="lin" valueType="num">
                                      <p:cBhvr>
                                        <p:cTn id="16" dur="500" fill="hold"/>
                                        <p:tgtEl>
                                          <p:spTgt spid="33"/>
                                        </p:tgtEl>
                                        <p:attrNameLst>
                                          <p:attrName>ppt_h</p:attrName>
                                        </p:attrNameLst>
                                      </p:cBhvr>
                                      <p:tavLst>
                                        <p:tav tm="0">
                                          <p:val>
                                            <p:fltVal val="0"/>
                                          </p:val>
                                        </p:tav>
                                        <p:tav tm="100000">
                                          <p:val>
                                            <p:strVal val="#ppt_h"/>
                                          </p:val>
                                        </p:tav>
                                      </p:tavLst>
                                    </p:anim>
                                    <p:animEffect transition="in" filter="fade">
                                      <p:cBhvr>
                                        <p:cTn id="17" dur="500"/>
                                        <p:tgtEl>
                                          <p:spTgt spid="33"/>
                                        </p:tgtEl>
                                      </p:cBhvr>
                                    </p:animEffect>
                                    <p:anim calcmode="lin" valueType="num">
                                      <p:cBhvr>
                                        <p:cTn id="18" dur="500" fill="hold"/>
                                        <p:tgtEl>
                                          <p:spTgt spid="33"/>
                                        </p:tgtEl>
                                        <p:attrNameLst>
                                          <p:attrName>ppt_x</p:attrName>
                                        </p:attrNameLst>
                                      </p:cBhvr>
                                      <p:tavLst>
                                        <p:tav tm="0">
                                          <p:val>
                                            <p:fltVal val="0.5"/>
                                          </p:val>
                                        </p:tav>
                                        <p:tav tm="100000">
                                          <p:val>
                                            <p:strVal val="#ppt_x"/>
                                          </p:val>
                                        </p:tav>
                                      </p:tavLst>
                                    </p:anim>
                                    <p:anim calcmode="lin" valueType="num">
                                      <p:cBhvr>
                                        <p:cTn id="19" dur="500" fill="hold"/>
                                        <p:tgtEl>
                                          <p:spTgt spid="33"/>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战略目标</a:t>
            </a:r>
          </a:p>
        </p:txBody>
      </p:sp>
      <p:grpSp>
        <p:nvGrpSpPr>
          <p:cNvPr id="13" name="千图PPT彼岸天：ID 8661124库_组合 40">
            <a:extLst>
              <a:ext uri="{FF2B5EF4-FFF2-40B4-BE49-F238E27FC236}">
                <a16:creationId xmlns:a16="http://schemas.microsoft.com/office/drawing/2014/main" id="{D87F6E98-939D-4FBA-B60B-786754C33987}"/>
              </a:ext>
            </a:extLst>
          </p:cNvPr>
          <p:cNvGrpSpPr/>
          <p:nvPr>
            <p:custDataLst>
              <p:tags r:id="rId1"/>
            </p:custDataLst>
          </p:nvPr>
        </p:nvGrpSpPr>
        <p:grpSpPr>
          <a:xfrm>
            <a:off x="2488963" y="1670678"/>
            <a:ext cx="3072606" cy="890030"/>
            <a:chOff x="8041151" y="1810977"/>
            <a:chExt cx="3767559" cy="722050"/>
          </a:xfrm>
        </p:grpSpPr>
        <p:sp>
          <p:nvSpPr>
            <p:cNvPr id="14" name="矩形 13">
              <a:extLst>
                <a:ext uri="{FF2B5EF4-FFF2-40B4-BE49-F238E27FC236}">
                  <a16:creationId xmlns:a16="http://schemas.microsoft.com/office/drawing/2014/main" id="{E7AF0A4F-1F08-40BB-AB90-63854541FCAB}"/>
                </a:ext>
              </a:extLst>
            </p:cNvPr>
            <p:cNvSpPr/>
            <p:nvPr/>
          </p:nvSpPr>
          <p:spPr>
            <a:xfrm>
              <a:off x="8041151" y="2155997"/>
              <a:ext cx="3681351" cy="377030"/>
            </a:xfrm>
            <a:prstGeom prst="rect">
              <a:avLst/>
            </a:prstGeom>
          </p:spPr>
          <p:txBody>
            <a:bodyPr wrap="square">
              <a:spAutoFit/>
            </a:bodyPr>
            <a:lstStyle/>
            <a:p>
              <a:pPr algn="just">
                <a:lnSpc>
                  <a:spcPct val="120000"/>
                </a:lnSpc>
              </a:pPr>
              <a:r>
                <a:rPr lang="zh-CN" altLang="en-US" sz="1100"/>
                <a:t>请替换文字内容复制你的内容到此</a:t>
              </a:r>
            </a:p>
            <a:p>
              <a:pPr algn="just"/>
              <a:endParaRPr lang="zh-CN" altLang="en-US" sz="1100"/>
            </a:p>
          </p:txBody>
        </p:sp>
        <p:sp>
          <p:nvSpPr>
            <p:cNvPr id="15" name="矩形: 圆角 14">
              <a:extLst>
                <a:ext uri="{FF2B5EF4-FFF2-40B4-BE49-F238E27FC236}">
                  <a16:creationId xmlns:a16="http://schemas.microsoft.com/office/drawing/2014/main" id="{7BC22743-EB84-4DF1-B0C3-F5A771202956}"/>
                </a:ext>
              </a:extLst>
            </p:cNvPr>
            <p:cNvSpPr/>
            <p:nvPr/>
          </p:nvSpPr>
          <p:spPr>
            <a:xfrm>
              <a:off x="8041151" y="1810977"/>
              <a:ext cx="3767559" cy="349726"/>
            </a:xfrm>
            <a:prstGeom prst="roundRect">
              <a:avLst>
                <a:gd name="adj" fmla="val 50000"/>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zh-CN" altLang="en-US" sz="1400" b="1">
                  <a:solidFill>
                    <a:schemeClr val="tx1"/>
                  </a:solidFill>
                </a:rPr>
                <a:t>输入标题文本</a:t>
              </a:r>
            </a:p>
          </p:txBody>
        </p:sp>
      </p:grpSp>
      <p:grpSp>
        <p:nvGrpSpPr>
          <p:cNvPr id="16" name="千图PPT彼岸天：ID 8661124库_组合 41">
            <a:extLst>
              <a:ext uri="{FF2B5EF4-FFF2-40B4-BE49-F238E27FC236}">
                <a16:creationId xmlns:a16="http://schemas.microsoft.com/office/drawing/2014/main" id="{B1FA5180-2D43-4307-9D2A-6976F200A128}"/>
              </a:ext>
            </a:extLst>
          </p:cNvPr>
          <p:cNvGrpSpPr/>
          <p:nvPr>
            <p:custDataLst>
              <p:tags r:id="rId2"/>
            </p:custDataLst>
          </p:nvPr>
        </p:nvGrpSpPr>
        <p:grpSpPr>
          <a:xfrm>
            <a:off x="1470076" y="3155434"/>
            <a:ext cx="3072606" cy="890030"/>
            <a:chOff x="6791815" y="1810977"/>
            <a:chExt cx="3767559" cy="722050"/>
          </a:xfrm>
        </p:grpSpPr>
        <p:sp>
          <p:nvSpPr>
            <p:cNvPr id="17" name="矩形 16">
              <a:extLst>
                <a:ext uri="{FF2B5EF4-FFF2-40B4-BE49-F238E27FC236}">
                  <a16:creationId xmlns:a16="http://schemas.microsoft.com/office/drawing/2014/main" id="{68EFC62B-F4E6-42CD-BA68-F669CE414FE4}"/>
                </a:ext>
              </a:extLst>
            </p:cNvPr>
            <p:cNvSpPr/>
            <p:nvPr/>
          </p:nvSpPr>
          <p:spPr>
            <a:xfrm>
              <a:off x="6791815" y="2155997"/>
              <a:ext cx="3681351" cy="377030"/>
            </a:xfrm>
            <a:prstGeom prst="rect">
              <a:avLst/>
            </a:prstGeom>
          </p:spPr>
          <p:txBody>
            <a:bodyPr wrap="square">
              <a:spAutoFit/>
            </a:bodyPr>
            <a:lstStyle/>
            <a:p>
              <a:pPr algn="just">
                <a:lnSpc>
                  <a:spcPct val="120000"/>
                </a:lnSpc>
              </a:pPr>
              <a:r>
                <a:rPr lang="zh-CN" altLang="en-US" sz="1100"/>
                <a:t>请替换文字内容复制你的内容到此</a:t>
              </a:r>
            </a:p>
            <a:p>
              <a:pPr algn="just"/>
              <a:endParaRPr lang="zh-CN" altLang="en-US" sz="1100"/>
            </a:p>
          </p:txBody>
        </p:sp>
        <p:sp>
          <p:nvSpPr>
            <p:cNvPr id="18" name="矩形: 圆角 17">
              <a:extLst>
                <a:ext uri="{FF2B5EF4-FFF2-40B4-BE49-F238E27FC236}">
                  <a16:creationId xmlns:a16="http://schemas.microsoft.com/office/drawing/2014/main" id="{13B251A5-97D9-4CE3-BF56-D2EA9C092A98}"/>
                </a:ext>
              </a:extLst>
            </p:cNvPr>
            <p:cNvSpPr/>
            <p:nvPr/>
          </p:nvSpPr>
          <p:spPr>
            <a:xfrm>
              <a:off x="6791815" y="1810977"/>
              <a:ext cx="3767559" cy="34972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zh-CN" altLang="en-US" sz="1400" b="1">
                  <a:solidFill>
                    <a:schemeClr val="bg1"/>
                  </a:solidFill>
                </a:rPr>
                <a:t>输入标题文本</a:t>
              </a:r>
            </a:p>
          </p:txBody>
        </p:sp>
      </p:grpSp>
      <p:grpSp>
        <p:nvGrpSpPr>
          <p:cNvPr id="19" name="千图PPT彼岸天：ID 8661124库_组合 42">
            <a:extLst>
              <a:ext uri="{FF2B5EF4-FFF2-40B4-BE49-F238E27FC236}">
                <a16:creationId xmlns:a16="http://schemas.microsoft.com/office/drawing/2014/main" id="{D150EBDC-73DF-4A49-AA56-560BFBC80EED}"/>
              </a:ext>
            </a:extLst>
          </p:cNvPr>
          <p:cNvGrpSpPr/>
          <p:nvPr>
            <p:custDataLst>
              <p:tags r:id="rId3"/>
            </p:custDataLst>
          </p:nvPr>
        </p:nvGrpSpPr>
        <p:grpSpPr>
          <a:xfrm>
            <a:off x="719139" y="4640190"/>
            <a:ext cx="3072606" cy="890030"/>
            <a:chOff x="5871033" y="1810977"/>
            <a:chExt cx="3767559" cy="722050"/>
          </a:xfrm>
        </p:grpSpPr>
        <p:sp>
          <p:nvSpPr>
            <p:cNvPr id="20" name="矩形 19">
              <a:extLst>
                <a:ext uri="{FF2B5EF4-FFF2-40B4-BE49-F238E27FC236}">
                  <a16:creationId xmlns:a16="http://schemas.microsoft.com/office/drawing/2014/main" id="{EA12B992-B9E7-4CD8-926D-39B18B8016ED}"/>
                </a:ext>
              </a:extLst>
            </p:cNvPr>
            <p:cNvSpPr/>
            <p:nvPr/>
          </p:nvSpPr>
          <p:spPr>
            <a:xfrm>
              <a:off x="5871033" y="2155997"/>
              <a:ext cx="3681351" cy="377030"/>
            </a:xfrm>
            <a:prstGeom prst="rect">
              <a:avLst/>
            </a:prstGeom>
          </p:spPr>
          <p:txBody>
            <a:bodyPr wrap="square">
              <a:spAutoFit/>
            </a:bodyPr>
            <a:lstStyle/>
            <a:p>
              <a:pPr algn="just">
                <a:lnSpc>
                  <a:spcPct val="120000"/>
                </a:lnSpc>
              </a:pPr>
              <a:r>
                <a:rPr lang="zh-CN" altLang="en-US" sz="1100"/>
                <a:t>请替换文字内容复制你的内容到此</a:t>
              </a:r>
            </a:p>
            <a:p>
              <a:pPr algn="just"/>
              <a:endParaRPr lang="zh-CN" altLang="en-US" sz="1100"/>
            </a:p>
          </p:txBody>
        </p:sp>
        <p:sp>
          <p:nvSpPr>
            <p:cNvPr id="21" name="矩形: 圆角 20">
              <a:extLst>
                <a:ext uri="{FF2B5EF4-FFF2-40B4-BE49-F238E27FC236}">
                  <a16:creationId xmlns:a16="http://schemas.microsoft.com/office/drawing/2014/main" id="{6D141BA9-5B1F-4B82-871C-8B76C942DAE0}"/>
                </a:ext>
              </a:extLst>
            </p:cNvPr>
            <p:cNvSpPr/>
            <p:nvPr/>
          </p:nvSpPr>
          <p:spPr>
            <a:xfrm>
              <a:off x="5871033" y="1810977"/>
              <a:ext cx="3767559" cy="349726"/>
            </a:xfrm>
            <a:prstGeom prst="roundRect">
              <a:avLst>
                <a:gd name="adj" fmla="val 50000"/>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zh-CN" altLang="en-US" sz="1400" b="1">
                  <a:solidFill>
                    <a:schemeClr val="tx1"/>
                  </a:solidFill>
                </a:rPr>
                <a:t>输入标题文本</a:t>
              </a:r>
            </a:p>
          </p:txBody>
        </p:sp>
      </p:grpSp>
      <p:grpSp>
        <p:nvGrpSpPr>
          <p:cNvPr id="22" name="千图PPT彼岸天：ID 8661124库_组合 31">
            <a:extLst>
              <a:ext uri="{FF2B5EF4-FFF2-40B4-BE49-F238E27FC236}">
                <a16:creationId xmlns:a16="http://schemas.microsoft.com/office/drawing/2014/main" id="{E12B2672-C4CC-4D31-A411-2196DE67315C}"/>
              </a:ext>
            </a:extLst>
          </p:cNvPr>
          <p:cNvGrpSpPr/>
          <p:nvPr>
            <p:custDataLst>
              <p:tags r:id="rId4"/>
            </p:custDataLst>
          </p:nvPr>
        </p:nvGrpSpPr>
        <p:grpSpPr>
          <a:xfrm>
            <a:off x="8400257" y="1670678"/>
            <a:ext cx="3072605" cy="890030"/>
            <a:chOff x="5871033" y="1810977"/>
            <a:chExt cx="3767559" cy="722050"/>
          </a:xfrm>
        </p:grpSpPr>
        <p:sp>
          <p:nvSpPr>
            <p:cNvPr id="23" name="矩形 22">
              <a:extLst>
                <a:ext uri="{FF2B5EF4-FFF2-40B4-BE49-F238E27FC236}">
                  <a16:creationId xmlns:a16="http://schemas.microsoft.com/office/drawing/2014/main" id="{55A4CB5B-DA2F-449D-ACC1-1BE3F5742153}"/>
                </a:ext>
              </a:extLst>
            </p:cNvPr>
            <p:cNvSpPr/>
            <p:nvPr/>
          </p:nvSpPr>
          <p:spPr>
            <a:xfrm>
              <a:off x="5871033" y="2155997"/>
              <a:ext cx="3681353" cy="377030"/>
            </a:xfrm>
            <a:prstGeom prst="rect">
              <a:avLst/>
            </a:prstGeom>
          </p:spPr>
          <p:txBody>
            <a:bodyPr wrap="square">
              <a:spAutoFit/>
            </a:bodyPr>
            <a:lstStyle/>
            <a:p>
              <a:pPr algn="r">
                <a:lnSpc>
                  <a:spcPct val="120000"/>
                </a:lnSpc>
              </a:pPr>
              <a:r>
                <a:rPr lang="zh-CN" altLang="en-US" sz="1100"/>
                <a:t>请替换文字内容复制你的内容到此</a:t>
              </a:r>
            </a:p>
            <a:p>
              <a:pPr algn="r"/>
              <a:endParaRPr lang="zh-CN" altLang="en-US" sz="1100"/>
            </a:p>
          </p:txBody>
        </p:sp>
        <p:sp>
          <p:nvSpPr>
            <p:cNvPr id="24" name="矩形: 圆角 23">
              <a:extLst>
                <a:ext uri="{FF2B5EF4-FFF2-40B4-BE49-F238E27FC236}">
                  <a16:creationId xmlns:a16="http://schemas.microsoft.com/office/drawing/2014/main" id="{D3FF51A2-D0BC-498C-9A09-081736FBA2CF}"/>
                </a:ext>
              </a:extLst>
            </p:cNvPr>
            <p:cNvSpPr/>
            <p:nvPr/>
          </p:nvSpPr>
          <p:spPr>
            <a:xfrm>
              <a:off x="5871033" y="1810977"/>
              <a:ext cx="3767559" cy="349726"/>
            </a:xfrm>
            <a:prstGeom prst="roundRect">
              <a:avLst>
                <a:gd name="adj" fmla="val 50000"/>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r>
                <a:rPr lang="zh-CN" altLang="en-US" sz="1400" b="1">
                  <a:solidFill>
                    <a:schemeClr val="tx1"/>
                  </a:solidFill>
                </a:rPr>
                <a:t>输入标题文本</a:t>
              </a:r>
            </a:p>
          </p:txBody>
        </p:sp>
      </p:grpSp>
      <p:grpSp>
        <p:nvGrpSpPr>
          <p:cNvPr id="25" name="千图PPT彼岸天：ID 8661124库_组合 32">
            <a:extLst>
              <a:ext uri="{FF2B5EF4-FFF2-40B4-BE49-F238E27FC236}">
                <a16:creationId xmlns:a16="http://schemas.microsoft.com/office/drawing/2014/main" id="{17AA8E2D-2E91-488D-8F6A-5BD8B459E07A}"/>
              </a:ext>
            </a:extLst>
          </p:cNvPr>
          <p:cNvGrpSpPr/>
          <p:nvPr>
            <p:custDataLst>
              <p:tags r:id="rId5"/>
            </p:custDataLst>
          </p:nvPr>
        </p:nvGrpSpPr>
        <p:grpSpPr>
          <a:xfrm>
            <a:off x="7779597" y="3155434"/>
            <a:ext cx="3072605" cy="890030"/>
            <a:chOff x="5109994" y="1810977"/>
            <a:chExt cx="3767559" cy="722050"/>
          </a:xfrm>
        </p:grpSpPr>
        <p:sp>
          <p:nvSpPr>
            <p:cNvPr id="26" name="矩形 25">
              <a:extLst>
                <a:ext uri="{FF2B5EF4-FFF2-40B4-BE49-F238E27FC236}">
                  <a16:creationId xmlns:a16="http://schemas.microsoft.com/office/drawing/2014/main" id="{A075F462-BEA1-4DFA-BF7E-CB0247AACFE1}"/>
                </a:ext>
              </a:extLst>
            </p:cNvPr>
            <p:cNvSpPr/>
            <p:nvPr/>
          </p:nvSpPr>
          <p:spPr>
            <a:xfrm>
              <a:off x="5109994" y="2155997"/>
              <a:ext cx="3681353" cy="377030"/>
            </a:xfrm>
            <a:prstGeom prst="rect">
              <a:avLst/>
            </a:prstGeom>
          </p:spPr>
          <p:txBody>
            <a:bodyPr wrap="square">
              <a:spAutoFit/>
            </a:bodyPr>
            <a:lstStyle/>
            <a:p>
              <a:pPr algn="r">
                <a:lnSpc>
                  <a:spcPct val="120000"/>
                </a:lnSpc>
              </a:pPr>
              <a:r>
                <a:rPr lang="zh-CN" altLang="en-US" sz="1100"/>
                <a:t>请替换文字内容复制你的内容到此</a:t>
              </a:r>
            </a:p>
            <a:p>
              <a:pPr algn="r"/>
              <a:endParaRPr lang="zh-CN" altLang="en-US" sz="1100"/>
            </a:p>
          </p:txBody>
        </p:sp>
        <p:sp>
          <p:nvSpPr>
            <p:cNvPr id="27" name="矩形: 圆角 26">
              <a:extLst>
                <a:ext uri="{FF2B5EF4-FFF2-40B4-BE49-F238E27FC236}">
                  <a16:creationId xmlns:a16="http://schemas.microsoft.com/office/drawing/2014/main" id="{8CBFB384-318F-4FC0-B930-3D4E08B949D6}"/>
                </a:ext>
              </a:extLst>
            </p:cNvPr>
            <p:cNvSpPr/>
            <p:nvPr/>
          </p:nvSpPr>
          <p:spPr>
            <a:xfrm>
              <a:off x="5109994" y="1810977"/>
              <a:ext cx="3767559" cy="349726"/>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r>
                <a:rPr lang="zh-CN" altLang="en-US" sz="1400" b="1">
                  <a:solidFill>
                    <a:schemeClr val="bg1"/>
                  </a:solidFill>
                </a:rPr>
                <a:t>输入标题文本</a:t>
              </a:r>
            </a:p>
          </p:txBody>
        </p:sp>
      </p:grpSp>
      <p:grpSp>
        <p:nvGrpSpPr>
          <p:cNvPr id="28" name="千图PPT彼岸天：ID 8661124库_组合 33">
            <a:extLst>
              <a:ext uri="{FF2B5EF4-FFF2-40B4-BE49-F238E27FC236}">
                <a16:creationId xmlns:a16="http://schemas.microsoft.com/office/drawing/2014/main" id="{0D3219EC-EB06-4A5D-A217-ACE75486A8FB}"/>
              </a:ext>
            </a:extLst>
          </p:cNvPr>
          <p:cNvGrpSpPr/>
          <p:nvPr>
            <p:custDataLst>
              <p:tags r:id="rId6"/>
            </p:custDataLst>
          </p:nvPr>
        </p:nvGrpSpPr>
        <p:grpSpPr>
          <a:xfrm>
            <a:off x="7012333" y="4640190"/>
            <a:ext cx="3072605" cy="890030"/>
            <a:chOff x="4169192" y="1810977"/>
            <a:chExt cx="3767559" cy="722050"/>
          </a:xfrm>
        </p:grpSpPr>
        <p:sp>
          <p:nvSpPr>
            <p:cNvPr id="29" name="矩形 28">
              <a:extLst>
                <a:ext uri="{FF2B5EF4-FFF2-40B4-BE49-F238E27FC236}">
                  <a16:creationId xmlns:a16="http://schemas.microsoft.com/office/drawing/2014/main" id="{C24CFC3D-FCE4-4017-A822-0AB719ABD98F}"/>
                </a:ext>
              </a:extLst>
            </p:cNvPr>
            <p:cNvSpPr/>
            <p:nvPr/>
          </p:nvSpPr>
          <p:spPr>
            <a:xfrm>
              <a:off x="4169192" y="2155997"/>
              <a:ext cx="3681353" cy="377030"/>
            </a:xfrm>
            <a:prstGeom prst="rect">
              <a:avLst/>
            </a:prstGeom>
          </p:spPr>
          <p:txBody>
            <a:bodyPr wrap="square">
              <a:spAutoFit/>
            </a:bodyPr>
            <a:lstStyle/>
            <a:p>
              <a:pPr algn="r">
                <a:lnSpc>
                  <a:spcPct val="120000"/>
                </a:lnSpc>
              </a:pPr>
              <a:r>
                <a:rPr lang="zh-CN" altLang="en-US" sz="1100"/>
                <a:t>请替换文字内容复制你的内容到此</a:t>
              </a:r>
            </a:p>
            <a:p>
              <a:pPr algn="r"/>
              <a:endParaRPr lang="zh-CN" altLang="en-US" sz="1100"/>
            </a:p>
          </p:txBody>
        </p:sp>
        <p:sp>
          <p:nvSpPr>
            <p:cNvPr id="30" name="矩形: 圆角 29">
              <a:extLst>
                <a:ext uri="{FF2B5EF4-FFF2-40B4-BE49-F238E27FC236}">
                  <a16:creationId xmlns:a16="http://schemas.microsoft.com/office/drawing/2014/main" id="{7F5E3BE1-8CCC-4169-8099-5193A10FE916}"/>
                </a:ext>
              </a:extLst>
            </p:cNvPr>
            <p:cNvSpPr/>
            <p:nvPr/>
          </p:nvSpPr>
          <p:spPr>
            <a:xfrm>
              <a:off x="4169192" y="1810977"/>
              <a:ext cx="3767559" cy="349726"/>
            </a:xfrm>
            <a:prstGeom prst="roundRect">
              <a:avLst>
                <a:gd name="adj" fmla="val 50000"/>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r>
                <a:rPr lang="zh-CN" altLang="en-US" sz="1400" b="1">
                  <a:solidFill>
                    <a:schemeClr val="tx1"/>
                  </a:solidFill>
                </a:rPr>
                <a:t>输入标题文本</a:t>
              </a:r>
            </a:p>
          </p:txBody>
        </p:sp>
      </p:grpSp>
      <p:grpSp>
        <p:nvGrpSpPr>
          <p:cNvPr id="31" name="千图PPT彼岸天：ID 8661124库_组合 5">
            <a:extLst>
              <a:ext uri="{FF2B5EF4-FFF2-40B4-BE49-F238E27FC236}">
                <a16:creationId xmlns:a16="http://schemas.microsoft.com/office/drawing/2014/main" id="{2C3864EC-91B5-4F6B-9E5D-FA2CC69BB1CC}"/>
              </a:ext>
            </a:extLst>
          </p:cNvPr>
          <p:cNvGrpSpPr/>
          <p:nvPr>
            <p:custDataLst>
              <p:tags r:id="rId7"/>
            </p:custDataLst>
          </p:nvPr>
        </p:nvGrpSpPr>
        <p:grpSpPr>
          <a:xfrm>
            <a:off x="4336005" y="1714016"/>
            <a:ext cx="3655248" cy="3672406"/>
            <a:chOff x="7659605" y="1304764"/>
            <a:chExt cx="2454599" cy="2466123"/>
          </a:xfrm>
        </p:grpSpPr>
        <p:sp>
          <p:nvSpPr>
            <p:cNvPr id="32" name="任意多边形: 形状 31">
              <a:extLst>
                <a:ext uri="{FF2B5EF4-FFF2-40B4-BE49-F238E27FC236}">
                  <a16:creationId xmlns:a16="http://schemas.microsoft.com/office/drawing/2014/main" id="{F865D236-9A7F-4E10-ABA2-3674CAE21426}"/>
                </a:ext>
              </a:extLst>
            </p:cNvPr>
            <p:cNvSpPr/>
            <p:nvPr/>
          </p:nvSpPr>
          <p:spPr bwMode="auto">
            <a:xfrm>
              <a:off x="7659605" y="2994942"/>
              <a:ext cx="774024" cy="775945"/>
            </a:xfrm>
            <a:custGeom>
              <a:avLst/>
              <a:gdLst>
                <a:gd name="T0" fmla="*/ 200 w 200"/>
                <a:gd name="T1" fmla="*/ 88 h 200"/>
                <a:gd name="T2" fmla="*/ 177 w 200"/>
                <a:gd name="T3" fmla="*/ 24 h 200"/>
                <a:gd name="T4" fmla="*/ 111 w 200"/>
                <a:gd name="T5" fmla="*/ 0 h 200"/>
                <a:gd name="T6" fmla="*/ 8 w 200"/>
                <a:gd name="T7" fmla="*/ 103 h 200"/>
                <a:gd name="T8" fmla="*/ 41 w 200"/>
                <a:gd name="T9" fmla="*/ 81 h 200"/>
                <a:gd name="T10" fmla="*/ 8 w 200"/>
                <a:gd name="T11" fmla="*/ 193 h 200"/>
                <a:gd name="T12" fmla="*/ 119 w 200"/>
                <a:gd name="T13" fmla="*/ 159 h 200"/>
                <a:gd name="T14" fmla="*/ 96 w 200"/>
                <a:gd name="T15" fmla="*/ 192 h 200"/>
                <a:gd name="T16" fmla="*/ 200 w 200"/>
                <a:gd name="T17" fmla="*/ 88 h 200"/>
                <a:gd name="T18" fmla="*/ 122 w 200"/>
                <a:gd name="T19" fmla="*/ 135 h 200"/>
                <a:gd name="T20" fmla="*/ 137 w 200"/>
                <a:gd name="T21" fmla="*/ 114 h 200"/>
                <a:gd name="T22" fmla="*/ 65 w 200"/>
                <a:gd name="T23" fmla="*/ 136 h 200"/>
                <a:gd name="T24" fmla="*/ 86 w 200"/>
                <a:gd name="T25" fmla="*/ 64 h 200"/>
                <a:gd name="T26" fmla="*/ 65 w 200"/>
                <a:gd name="T27" fmla="*/ 78 h 200"/>
                <a:gd name="T28" fmla="*/ 132 w 200"/>
                <a:gd name="T29" fmla="*/ 11 h 200"/>
                <a:gd name="T30" fmla="*/ 174 w 200"/>
                <a:gd name="T31" fmla="*/ 27 h 200"/>
                <a:gd name="T32" fmla="*/ 189 w 200"/>
                <a:gd name="T33" fmla="*/ 68 h 200"/>
                <a:gd name="T34" fmla="*/ 122 w 200"/>
                <a:gd name="T35" fmla="*/ 135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0" h="200">
                  <a:moveTo>
                    <a:pt x="200" y="88"/>
                  </a:moveTo>
                  <a:cubicBezTo>
                    <a:pt x="177" y="24"/>
                    <a:pt x="177" y="24"/>
                    <a:pt x="177" y="24"/>
                  </a:cubicBezTo>
                  <a:cubicBezTo>
                    <a:pt x="111" y="0"/>
                    <a:pt x="111" y="0"/>
                    <a:pt x="111" y="0"/>
                  </a:cubicBezTo>
                  <a:cubicBezTo>
                    <a:pt x="111" y="0"/>
                    <a:pt x="38" y="4"/>
                    <a:pt x="8" y="103"/>
                  </a:cubicBezTo>
                  <a:cubicBezTo>
                    <a:pt x="8" y="103"/>
                    <a:pt x="27" y="87"/>
                    <a:pt x="41" y="81"/>
                  </a:cubicBezTo>
                  <a:cubicBezTo>
                    <a:pt x="41" y="81"/>
                    <a:pt x="0" y="146"/>
                    <a:pt x="8" y="193"/>
                  </a:cubicBezTo>
                  <a:cubicBezTo>
                    <a:pt x="54" y="200"/>
                    <a:pt x="119" y="159"/>
                    <a:pt x="119" y="159"/>
                  </a:cubicBezTo>
                  <a:cubicBezTo>
                    <a:pt x="113" y="173"/>
                    <a:pt x="96" y="192"/>
                    <a:pt x="96" y="192"/>
                  </a:cubicBezTo>
                  <a:cubicBezTo>
                    <a:pt x="195" y="162"/>
                    <a:pt x="200" y="88"/>
                    <a:pt x="200" y="88"/>
                  </a:cubicBezTo>
                  <a:moveTo>
                    <a:pt x="122" y="135"/>
                  </a:moveTo>
                  <a:cubicBezTo>
                    <a:pt x="122" y="135"/>
                    <a:pt x="132" y="123"/>
                    <a:pt x="137" y="114"/>
                  </a:cubicBezTo>
                  <a:cubicBezTo>
                    <a:pt x="137" y="114"/>
                    <a:pt x="94" y="140"/>
                    <a:pt x="65" y="136"/>
                  </a:cubicBezTo>
                  <a:cubicBezTo>
                    <a:pt x="59" y="105"/>
                    <a:pt x="86" y="64"/>
                    <a:pt x="86" y="64"/>
                  </a:cubicBezTo>
                  <a:cubicBezTo>
                    <a:pt x="77" y="68"/>
                    <a:pt x="65" y="78"/>
                    <a:pt x="65" y="78"/>
                  </a:cubicBezTo>
                  <a:cubicBezTo>
                    <a:pt x="84" y="14"/>
                    <a:pt x="132" y="11"/>
                    <a:pt x="132" y="11"/>
                  </a:cubicBezTo>
                  <a:cubicBezTo>
                    <a:pt x="174" y="27"/>
                    <a:pt x="174" y="27"/>
                    <a:pt x="174" y="27"/>
                  </a:cubicBezTo>
                  <a:cubicBezTo>
                    <a:pt x="189" y="68"/>
                    <a:pt x="189" y="68"/>
                    <a:pt x="189" y="68"/>
                  </a:cubicBezTo>
                  <a:cubicBezTo>
                    <a:pt x="189" y="68"/>
                    <a:pt x="186" y="116"/>
                    <a:pt x="122" y="135"/>
                  </a:cubicBezTo>
                </a:path>
              </a:pathLst>
            </a:custGeom>
            <a:solidFill>
              <a:srgbClr val="FF6400"/>
            </a:solidFill>
            <a:ln>
              <a:noFill/>
            </a:ln>
            <a:extLst>
              <a:ext uri="{91240B29-F687-4f45-9708-019B960494DF}">
                <a14:hiddenLine xmlns:p15="http://schemas.microsoft.com/office/powerpoint/2012/main"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dirty="0"/>
            </a:p>
          </p:txBody>
        </p:sp>
        <p:sp>
          <p:nvSpPr>
            <p:cNvPr id="33" name="任意多边形: 形状 32">
              <a:extLst>
                <a:ext uri="{FF2B5EF4-FFF2-40B4-BE49-F238E27FC236}">
                  <a16:creationId xmlns:a16="http://schemas.microsoft.com/office/drawing/2014/main" id="{1B7452D8-0C61-4664-93E2-417D46DB3CAA}"/>
                </a:ext>
              </a:extLst>
            </p:cNvPr>
            <p:cNvSpPr/>
            <p:nvPr/>
          </p:nvSpPr>
          <p:spPr bwMode="auto">
            <a:xfrm>
              <a:off x="7888164" y="3037196"/>
              <a:ext cx="503212" cy="501291"/>
            </a:xfrm>
            <a:custGeom>
              <a:avLst/>
              <a:gdLst>
                <a:gd name="T0" fmla="*/ 115 w 130"/>
                <a:gd name="T1" fmla="*/ 16 h 129"/>
                <a:gd name="T2" fmla="*/ 73 w 130"/>
                <a:gd name="T3" fmla="*/ 0 h 129"/>
                <a:gd name="T4" fmla="*/ 6 w 130"/>
                <a:gd name="T5" fmla="*/ 67 h 129"/>
                <a:gd name="T6" fmla="*/ 27 w 130"/>
                <a:gd name="T7" fmla="*/ 53 h 129"/>
                <a:gd name="T8" fmla="*/ 6 w 130"/>
                <a:gd name="T9" fmla="*/ 125 h 129"/>
                <a:gd name="T10" fmla="*/ 78 w 130"/>
                <a:gd name="T11" fmla="*/ 103 h 129"/>
                <a:gd name="T12" fmla="*/ 63 w 130"/>
                <a:gd name="T13" fmla="*/ 124 h 129"/>
                <a:gd name="T14" fmla="*/ 130 w 130"/>
                <a:gd name="T15" fmla="*/ 57 h 129"/>
                <a:gd name="T16" fmla="*/ 115 w 130"/>
                <a:gd name="T17" fmla="*/ 16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0" h="129">
                  <a:moveTo>
                    <a:pt x="115" y="16"/>
                  </a:moveTo>
                  <a:cubicBezTo>
                    <a:pt x="73" y="0"/>
                    <a:pt x="73" y="0"/>
                    <a:pt x="73" y="0"/>
                  </a:cubicBezTo>
                  <a:cubicBezTo>
                    <a:pt x="73" y="0"/>
                    <a:pt x="25" y="3"/>
                    <a:pt x="6" y="67"/>
                  </a:cubicBezTo>
                  <a:cubicBezTo>
                    <a:pt x="6" y="67"/>
                    <a:pt x="18" y="57"/>
                    <a:pt x="27" y="53"/>
                  </a:cubicBezTo>
                  <a:cubicBezTo>
                    <a:pt x="27" y="53"/>
                    <a:pt x="0" y="94"/>
                    <a:pt x="6" y="125"/>
                  </a:cubicBezTo>
                  <a:cubicBezTo>
                    <a:pt x="35" y="129"/>
                    <a:pt x="78" y="103"/>
                    <a:pt x="78" y="103"/>
                  </a:cubicBezTo>
                  <a:cubicBezTo>
                    <a:pt x="73" y="112"/>
                    <a:pt x="63" y="124"/>
                    <a:pt x="63" y="124"/>
                  </a:cubicBezTo>
                  <a:cubicBezTo>
                    <a:pt x="127" y="105"/>
                    <a:pt x="130" y="57"/>
                    <a:pt x="130" y="57"/>
                  </a:cubicBezTo>
                  <a:cubicBezTo>
                    <a:pt x="115" y="16"/>
                    <a:pt x="115" y="16"/>
                    <a:pt x="115" y="16"/>
                  </a:cubicBezTo>
                </a:path>
              </a:pathLst>
            </a:custGeom>
            <a:solidFill>
              <a:srgbClr val="FFC000"/>
            </a:solidFill>
            <a:ln>
              <a:noFill/>
            </a:ln>
            <a:extLst>
              <a:ext uri="{91240B29-F687-4f45-9708-019B960494DF}">
                <a14:hiddenLine xmlns:p15="http://schemas.microsoft.com/office/powerpoint/2012/main"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dirty="0"/>
            </a:p>
          </p:txBody>
        </p:sp>
        <p:sp>
          <p:nvSpPr>
            <p:cNvPr id="34" name="任意多边形: 形状 33">
              <a:extLst>
                <a:ext uri="{FF2B5EF4-FFF2-40B4-BE49-F238E27FC236}">
                  <a16:creationId xmlns:a16="http://schemas.microsoft.com/office/drawing/2014/main" id="{8A89AE34-AFD1-41A5-BAD3-2870DF8B6E46}"/>
                </a:ext>
              </a:extLst>
            </p:cNvPr>
            <p:cNvSpPr/>
            <p:nvPr/>
          </p:nvSpPr>
          <p:spPr bwMode="auto">
            <a:xfrm>
              <a:off x="8410582" y="2727971"/>
              <a:ext cx="635738" cy="848930"/>
            </a:xfrm>
            <a:custGeom>
              <a:avLst/>
              <a:gdLst>
                <a:gd name="T0" fmla="*/ 164 w 164"/>
                <a:gd name="T1" fmla="*/ 55 h 219"/>
                <a:gd name="T2" fmla="*/ 133 w 164"/>
                <a:gd name="T3" fmla="*/ 180 h 219"/>
                <a:gd name="T4" fmla="*/ 0 w 164"/>
                <a:gd name="T5" fmla="*/ 219 h 219"/>
                <a:gd name="T6" fmla="*/ 27 w 164"/>
                <a:gd name="T7" fmla="*/ 82 h 219"/>
                <a:gd name="T8" fmla="*/ 109 w 164"/>
                <a:gd name="T9" fmla="*/ 0 h 219"/>
                <a:gd name="T10" fmla="*/ 164 w 164"/>
                <a:gd name="T11" fmla="*/ 55 h 219"/>
              </a:gdLst>
              <a:ahLst/>
              <a:cxnLst>
                <a:cxn ang="0">
                  <a:pos x="T0" y="T1"/>
                </a:cxn>
                <a:cxn ang="0">
                  <a:pos x="T2" y="T3"/>
                </a:cxn>
                <a:cxn ang="0">
                  <a:pos x="T4" y="T5"/>
                </a:cxn>
                <a:cxn ang="0">
                  <a:pos x="T6" y="T7"/>
                </a:cxn>
                <a:cxn ang="0">
                  <a:pos x="T8" y="T9"/>
                </a:cxn>
                <a:cxn ang="0">
                  <a:pos x="T10" y="T11"/>
                </a:cxn>
              </a:cxnLst>
              <a:rect l="0" t="0" r="r" b="b"/>
              <a:pathLst>
                <a:path w="164" h="219">
                  <a:moveTo>
                    <a:pt x="164" y="55"/>
                  </a:moveTo>
                  <a:cubicBezTo>
                    <a:pt x="133" y="180"/>
                    <a:pt x="133" y="180"/>
                    <a:pt x="133" y="180"/>
                  </a:cubicBezTo>
                  <a:cubicBezTo>
                    <a:pt x="0" y="219"/>
                    <a:pt x="0" y="219"/>
                    <a:pt x="0" y="219"/>
                  </a:cubicBezTo>
                  <a:cubicBezTo>
                    <a:pt x="0" y="219"/>
                    <a:pt x="93" y="147"/>
                    <a:pt x="27" y="82"/>
                  </a:cubicBezTo>
                  <a:cubicBezTo>
                    <a:pt x="109" y="0"/>
                    <a:pt x="109" y="0"/>
                    <a:pt x="109" y="0"/>
                  </a:cubicBezTo>
                  <a:cubicBezTo>
                    <a:pt x="164" y="55"/>
                    <a:pt x="164" y="55"/>
                    <a:pt x="164" y="55"/>
                  </a:cubicBezTo>
                </a:path>
              </a:pathLst>
            </a:custGeom>
            <a:solidFill>
              <a:schemeClr val="tx2"/>
            </a:solidFill>
            <a:ln>
              <a:noFill/>
            </a:ln>
            <a:extLst>
              <a:ext uri="{91240B29-F687-4f45-9708-019B960494DF}">
                <a14:hiddenLine xmlns:p15="http://schemas.microsoft.com/office/powerpoint/2012/main"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dirty="0"/>
            </a:p>
          </p:txBody>
        </p:sp>
        <p:sp>
          <p:nvSpPr>
            <p:cNvPr id="35" name="任意多边形: 形状 34">
              <a:extLst>
                <a:ext uri="{FF2B5EF4-FFF2-40B4-BE49-F238E27FC236}">
                  <a16:creationId xmlns:a16="http://schemas.microsoft.com/office/drawing/2014/main" id="{22E12A7A-6753-4D02-85D1-BFD4E9B90349}"/>
                </a:ext>
              </a:extLst>
            </p:cNvPr>
            <p:cNvSpPr/>
            <p:nvPr/>
          </p:nvSpPr>
          <p:spPr bwMode="auto">
            <a:xfrm>
              <a:off x="7842068" y="2366887"/>
              <a:ext cx="847009" cy="639579"/>
            </a:xfrm>
            <a:custGeom>
              <a:avLst/>
              <a:gdLst>
                <a:gd name="T0" fmla="*/ 164 w 219"/>
                <a:gd name="T1" fmla="*/ 0 h 165"/>
                <a:gd name="T2" fmla="*/ 38 w 219"/>
                <a:gd name="T3" fmla="*/ 32 h 165"/>
                <a:gd name="T4" fmla="*/ 0 w 219"/>
                <a:gd name="T5" fmla="*/ 165 h 165"/>
                <a:gd name="T6" fmla="*/ 137 w 219"/>
                <a:gd name="T7" fmla="*/ 137 h 165"/>
                <a:gd name="T8" fmla="*/ 219 w 219"/>
                <a:gd name="T9" fmla="*/ 55 h 165"/>
                <a:gd name="T10" fmla="*/ 164 w 219"/>
                <a:gd name="T11" fmla="*/ 0 h 165"/>
              </a:gdLst>
              <a:ahLst/>
              <a:cxnLst>
                <a:cxn ang="0">
                  <a:pos x="T0" y="T1"/>
                </a:cxn>
                <a:cxn ang="0">
                  <a:pos x="T2" y="T3"/>
                </a:cxn>
                <a:cxn ang="0">
                  <a:pos x="T4" y="T5"/>
                </a:cxn>
                <a:cxn ang="0">
                  <a:pos x="T6" y="T7"/>
                </a:cxn>
                <a:cxn ang="0">
                  <a:pos x="T8" y="T9"/>
                </a:cxn>
                <a:cxn ang="0">
                  <a:pos x="T10" y="T11"/>
                </a:cxn>
              </a:cxnLst>
              <a:rect l="0" t="0" r="r" b="b"/>
              <a:pathLst>
                <a:path w="219" h="165">
                  <a:moveTo>
                    <a:pt x="164" y="0"/>
                  </a:moveTo>
                  <a:cubicBezTo>
                    <a:pt x="38" y="32"/>
                    <a:pt x="38" y="32"/>
                    <a:pt x="38" y="32"/>
                  </a:cubicBezTo>
                  <a:cubicBezTo>
                    <a:pt x="0" y="165"/>
                    <a:pt x="0" y="165"/>
                    <a:pt x="0" y="165"/>
                  </a:cubicBezTo>
                  <a:cubicBezTo>
                    <a:pt x="0" y="165"/>
                    <a:pt x="71" y="72"/>
                    <a:pt x="137" y="137"/>
                  </a:cubicBezTo>
                  <a:cubicBezTo>
                    <a:pt x="219" y="55"/>
                    <a:pt x="219" y="55"/>
                    <a:pt x="219" y="55"/>
                  </a:cubicBezTo>
                  <a:lnTo>
                    <a:pt x="164" y="0"/>
                  </a:lnTo>
                  <a:close/>
                </a:path>
              </a:pathLst>
            </a:custGeom>
            <a:solidFill>
              <a:schemeClr val="tx2"/>
            </a:solidFill>
            <a:ln>
              <a:noFill/>
            </a:ln>
            <a:extLst>
              <a:ext uri="{91240B29-F687-4f45-9708-019B960494DF}">
                <a14:hiddenLine xmlns:p15="http://schemas.microsoft.com/office/powerpoint/2012/main"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dirty="0"/>
            </a:p>
          </p:txBody>
        </p:sp>
        <p:sp>
          <p:nvSpPr>
            <p:cNvPr id="36" name="任意多边形: 形状 35">
              <a:extLst>
                <a:ext uri="{FF2B5EF4-FFF2-40B4-BE49-F238E27FC236}">
                  <a16:creationId xmlns:a16="http://schemas.microsoft.com/office/drawing/2014/main" id="{C5945607-9C8A-42DA-8AA1-C1967FD35734}"/>
                </a:ext>
              </a:extLst>
            </p:cNvPr>
            <p:cNvSpPr/>
            <p:nvPr/>
          </p:nvSpPr>
          <p:spPr bwMode="auto">
            <a:xfrm>
              <a:off x="8654506" y="1685054"/>
              <a:ext cx="1081329" cy="1081330"/>
            </a:xfrm>
            <a:custGeom>
              <a:avLst/>
              <a:gdLst>
                <a:gd name="T0" fmla="*/ 61 w 279"/>
                <a:gd name="T1" fmla="*/ 221 h 279"/>
                <a:gd name="T2" fmla="*/ 148 w 279"/>
                <a:gd name="T3" fmla="*/ 279 h 279"/>
                <a:gd name="T4" fmla="*/ 279 w 279"/>
                <a:gd name="T5" fmla="*/ 78 h 279"/>
                <a:gd name="T6" fmla="*/ 233 w 279"/>
                <a:gd name="T7" fmla="*/ 48 h 279"/>
                <a:gd name="T8" fmla="*/ 204 w 279"/>
                <a:gd name="T9" fmla="*/ 7 h 279"/>
                <a:gd name="T10" fmla="*/ 202 w 279"/>
                <a:gd name="T11" fmla="*/ 0 h 279"/>
                <a:gd name="T12" fmla="*/ 0 w 279"/>
                <a:gd name="T13" fmla="*/ 131 h 279"/>
                <a:gd name="T14" fmla="*/ 8 w 279"/>
                <a:gd name="T15" fmla="*/ 147 h 279"/>
                <a:gd name="T16" fmla="*/ 61 w 279"/>
                <a:gd name="T17" fmla="*/ 221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9" h="279">
                  <a:moveTo>
                    <a:pt x="61" y="221"/>
                  </a:moveTo>
                  <a:cubicBezTo>
                    <a:pt x="83" y="243"/>
                    <a:pt x="111" y="264"/>
                    <a:pt x="148" y="279"/>
                  </a:cubicBezTo>
                  <a:cubicBezTo>
                    <a:pt x="207" y="212"/>
                    <a:pt x="249" y="138"/>
                    <a:pt x="279" y="78"/>
                  </a:cubicBezTo>
                  <a:cubicBezTo>
                    <a:pt x="259" y="70"/>
                    <a:pt x="244" y="60"/>
                    <a:pt x="233" y="48"/>
                  </a:cubicBezTo>
                  <a:cubicBezTo>
                    <a:pt x="218" y="34"/>
                    <a:pt x="210" y="19"/>
                    <a:pt x="204" y="7"/>
                  </a:cubicBezTo>
                  <a:cubicBezTo>
                    <a:pt x="203" y="4"/>
                    <a:pt x="202" y="2"/>
                    <a:pt x="202" y="0"/>
                  </a:cubicBezTo>
                  <a:cubicBezTo>
                    <a:pt x="141" y="29"/>
                    <a:pt x="67" y="72"/>
                    <a:pt x="0" y="131"/>
                  </a:cubicBezTo>
                  <a:cubicBezTo>
                    <a:pt x="2" y="136"/>
                    <a:pt x="5" y="141"/>
                    <a:pt x="8" y="147"/>
                  </a:cubicBezTo>
                  <a:cubicBezTo>
                    <a:pt x="18" y="168"/>
                    <a:pt x="35" y="196"/>
                    <a:pt x="61" y="221"/>
                  </a:cubicBezTo>
                </a:path>
              </a:pathLst>
            </a:custGeom>
            <a:solidFill>
              <a:schemeClr val="tx2">
                <a:lumMod val="40000"/>
                <a:lumOff val="60000"/>
              </a:schemeClr>
            </a:solidFill>
            <a:ln>
              <a:noFill/>
            </a:ln>
            <a:extLst>
              <a:ext uri="{91240B29-F687-4f45-9708-019B960494DF}">
                <a14:hiddenLine xmlns:p15="http://schemas.microsoft.com/office/powerpoint/2012/main"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dirty="0"/>
            </a:p>
          </p:txBody>
        </p:sp>
        <p:sp>
          <p:nvSpPr>
            <p:cNvPr id="37" name="任意多边形: 形状 36">
              <a:extLst>
                <a:ext uri="{FF2B5EF4-FFF2-40B4-BE49-F238E27FC236}">
                  <a16:creationId xmlns:a16="http://schemas.microsoft.com/office/drawing/2014/main" id="{5AA5A1A5-3CA3-448A-B4F9-2C1D3E969C49}"/>
                </a:ext>
              </a:extLst>
            </p:cNvPr>
            <p:cNvSpPr/>
            <p:nvPr/>
          </p:nvSpPr>
          <p:spPr bwMode="auto">
            <a:xfrm>
              <a:off x="9476547" y="1487227"/>
              <a:ext cx="457117" cy="457117"/>
            </a:xfrm>
            <a:custGeom>
              <a:avLst/>
              <a:gdLst>
                <a:gd name="T0" fmla="*/ 29 w 118"/>
                <a:gd name="T1" fmla="*/ 91 h 118"/>
                <a:gd name="T2" fmla="*/ 72 w 118"/>
                <a:gd name="T3" fmla="*/ 118 h 118"/>
                <a:gd name="T4" fmla="*/ 118 w 118"/>
                <a:gd name="T5" fmla="*/ 0 h 118"/>
                <a:gd name="T6" fmla="*/ 0 w 118"/>
                <a:gd name="T7" fmla="*/ 46 h 118"/>
                <a:gd name="T8" fmla="*/ 3 w 118"/>
                <a:gd name="T9" fmla="*/ 53 h 118"/>
                <a:gd name="T10" fmla="*/ 29 w 118"/>
                <a:gd name="T11" fmla="*/ 91 h 118"/>
              </a:gdLst>
              <a:ahLst/>
              <a:cxnLst>
                <a:cxn ang="0">
                  <a:pos x="T0" y="T1"/>
                </a:cxn>
                <a:cxn ang="0">
                  <a:pos x="T2" y="T3"/>
                </a:cxn>
                <a:cxn ang="0">
                  <a:pos x="T4" y="T5"/>
                </a:cxn>
                <a:cxn ang="0">
                  <a:pos x="T6" y="T7"/>
                </a:cxn>
                <a:cxn ang="0">
                  <a:pos x="T8" y="T9"/>
                </a:cxn>
                <a:cxn ang="0">
                  <a:pos x="T10" y="T11"/>
                </a:cxn>
              </a:cxnLst>
              <a:rect l="0" t="0" r="r" b="b"/>
              <a:pathLst>
                <a:path w="118" h="118">
                  <a:moveTo>
                    <a:pt x="29" y="91"/>
                  </a:moveTo>
                  <a:cubicBezTo>
                    <a:pt x="40" y="102"/>
                    <a:pt x="54" y="111"/>
                    <a:pt x="72" y="118"/>
                  </a:cubicBezTo>
                  <a:cubicBezTo>
                    <a:pt x="104" y="50"/>
                    <a:pt x="118" y="0"/>
                    <a:pt x="118" y="0"/>
                  </a:cubicBezTo>
                  <a:cubicBezTo>
                    <a:pt x="118" y="0"/>
                    <a:pt x="69" y="14"/>
                    <a:pt x="0" y="46"/>
                  </a:cubicBezTo>
                  <a:cubicBezTo>
                    <a:pt x="1" y="48"/>
                    <a:pt x="2" y="50"/>
                    <a:pt x="3" y="53"/>
                  </a:cubicBezTo>
                  <a:cubicBezTo>
                    <a:pt x="8" y="64"/>
                    <a:pt x="16" y="78"/>
                    <a:pt x="29" y="91"/>
                  </a:cubicBezTo>
                </a:path>
              </a:pathLst>
            </a:custGeom>
            <a:solidFill>
              <a:schemeClr val="tx2">
                <a:lumMod val="40000"/>
                <a:lumOff val="60000"/>
              </a:schemeClr>
            </a:solidFill>
            <a:ln>
              <a:noFill/>
            </a:ln>
            <a:extLst>
              <a:ext uri="{91240B29-F687-4f45-9708-019B960494DF}">
                <a14:hiddenLine xmlns:p15="http://schemas.microsoft.com/office/powerpoint/2012/main"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dirty="0"/>
            </a:p>
          </p:txBody>
        </p:sp>
        <p:sp>
          <p:nvSpPr>
            <p:cNvPr id="38" name="任意多边形: 形状 37">
              <a:extLst>
                <a:ext uri="{FF2B5EF4-FFF2-40B4-BE49-F238E27FC236}">
                  <a16:creationId xmlns:a16="http://schemas.microsoft.com/office/drawing/2014/main" id="{F85FCD29-140B-4E2B-BBAB-A1174B1A6737}"/>
                </a:ext>
              </a:extLst>
            </p:cNvPr>
            <p:cNvSpPr/>
            <p:nvPr/>
          </p:nvSpPr>
          <p:spPr bwMode="auto">
            <a:xfrm>
              <a:off x="8062943" y="2222838"/>
              <a:ext cx="1129346" cy="1137029"/>
            </a:xfrm>
            <a:custGeom>
              <a:avLst/>
              <a:gdLst>
                <a:gd name="T0" fmla="*/ 206 w 292"/>
                <a:gd name="T1" fmla="*/ 91 h 293"/>
                <a:gd name="T2" fmla="*/ 150 w 292"/>
                <a:gd name="T3" fmla="*/ 14 h 293"/>
                <a:gd name="T4" fmla="*/ 144 w 292"/>
                <a:gd name="T5" fmla="*/ 0 h 293"/>
                <a:gd name="T6" fmla="*/ 0 w 292"/>
                <a:gd name="T7" fmla="*/ 197 h 293"/>
                <a:gd name="T8" fmla="*/ 37 w 292"/>
                <a:gd name="T9" fmla="*/ 253 h 293"/>
                <a:gd name="T10" fmla="*/ 96 w 292"/>
                <a:gd name="T11" fmla="*/ 293 h 293"/>
                <a:gd name="T12" fmla="*/ 292 w 292"/>
                <a:gd name="T13" fmla="*/ 149 h 293"/>
                <a:gd name="T14" fmla="*/ 206 w 292"/>
                <a:gd name="T15" fmla="*/ 91 h 2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2" h="293">
                  <a:moveTo>
                    <a:pt x="206" y="91"/>
                  </a:moveTo>
                  <a:cubicBezTo>
                    <a:pt x="179" y="64"/>
                    <a:pt x="161" y="35"/>
                    <a:pt x="150" y="14"/>
                  </a:cubicBezTo>
                  <a:cubicBezTo>
                    <a:pt x="148" y="9"/>
                    <a:pt x="146" y="4"/>
                    <a:pt x="144" y="0"/>
                  </a:cubicBezTo>
                  <a:cubicBezTo>
                    <a:pt x="86" y="53"/>
                    <a:pt x="34" y="118"/>
                    <a:pt x="0" y="197"/>
                  </a:cubicBezTo>
                  <a:cubicBezTo>
                    <a:pt x="0" y="197"/>
                    <a:pt x="11" y="228"/>
                    <a:pt x="37" y="253"/>
                  </a:cubicBezTo>
                  <a:cubicBezTo>
                    <a:pt x="63" y="279"/>
                    <a:pt x="96" y="293"/>
                    <a:pt x="96" y="293"/>
                  </a:cubicBezTo>
                  <a:cubicBezTo>
                    <a:pt x="175" y="260"/>
                    <a:pt x="240" y="207"/>
                    <a:pt x="292" y="149"/>
                  </a:cubicBezTo>
                  <a:cubicBezTo>
                    <a:pt x="256" y="134"/>
                    <a:pt x="228" y="113"/>
                    <a:pt x="206" y="91"/>
                  </a:cubicBezTo>
                </a:path>
              </a:pathLst>
            </a:custGeom>
            <a:solidFill>
              <a:schemeClr val="tx2">
                <a:lumMod val="40000"/>
                <a:lumOff val="60000"/>
              </a:schemeClr>
            </a:solidFill>
            <a:ln>
              <a:noFill/>
            </a:ln>
            <a:extLst>
              <a:ext uri="{91240B29-F687-4f45-9708-019B960494DF}">
                <a14:hiddenLine xmlns:p15="http://schemas.microsoft.com/office/powerpoint/2012/main"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dirty="0"/>
            </a:p>
          </p:txBody>
        </p:sp>
        <p:sp>
          <p:nvSpPr>
            <p:cNvPr id="39" name="任意多边形: 形状 38">
              <a:extLst>
                <a:ext uri="{FF2B5EF4-FFF2-40B4-BE49-F238E27FC236}">
                  <a16:creationId xmlns:a16="http://schemas.microsoft.com/office/drawing/2014/main" id="{76966001-B3C7-4D49-A4DD-D2DBD0CAF350}"/>
                </a:ext>
              </a:extLst>
            </p:cNvPr>
            <p:cNvSpPr/>
            <p:nvPr/>
          </p:nvSpPr>
          <p:spPr bwMode="auto">
            <a:xfrm>
              <a:off x="9438133" y="1665848"/>
              <a:ext cx="316908" cy="320750"/>
            </a:xfrm>
            <a:custGeom>
              <a:avLst/>
              <a:gdLst>
                <a:gd name="T0" fmla="*/ 31 w 82"/>
                <a:gd name="T1" fmla="*/ 53 h 83"/>
                <a:gd name="T2" fmla="*/ 77 w 82"/>
                <a:gd name="T3" fmla="*/ 83 h 83"/>
                <a:gd name="T4" fmla="*/ 82 w 82"/>
                <a:gd name="T5" fmla="*/ 72 h 83"/>
                <a:gd name="T6" fmla="*/ 39 w 82"/>
                <a:gd name="T7" fmla="*/ 45 h 83"/>
                <a:gd name="T8" fmla="*/ 13 w 82"/>
                <a:gd name="T9" fmla="*/ 7 h 83"/>
                <a:gd name="T10" fmla="*/ 10 w 82"/>
                <a:gd name="T11" fmla="*/ 0 h 83"/>
                <a:gd name="T12" fmla="*/ 0 w 82"/>
                <a:gd name="T13" fmla="*/ 5 h 83"/>
                <a:gd name="T14" fmla="*/ 2 w 82"/>
                <a:gd name="T15" fmla="*/ 12 h 83"/>
                <a:gd name="T16" fmla="*/ 31 w 82"/>
                <a:gd name="T17" fmla="*/ 5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 h="83">
                  <a:moveTo>
                    <a:pt x="31" y="53"/>
                  </a:moveTo>
                  <a:cubicBezTo>
                    <a:pt x="42" y="65"/>
                    <a:pt x="57" y="75"/>
                    <a:pt x="77" y="83"/>
                  </a:cubicBezTo>
                  <a:cubicBezTo>
                    <a:pt x="78" y="79"/>
                    <a:pt x="80" y="76"/>
                    <a:pt x="82" y="72"/>
                  </a:cubicBezTo>
                  <a:cubicBezTo>
                    <a:pt x="64" y="65"/>
                    <a:pt x="50" y="56"/>
                    <a:pt x="39" y="45"/>
                  </a:cubicBezTo>
                  <a:cubicBezTo>
                    <a:pt x="26" y="32"/>
                    <a:pt x="18" y="18"/>
                    <a:pt x="13" y="7"/>
                  </a:cubicBezTo>
                  <a:cubicBezTo>
                    <a:pt x="12" y="4"/>
                    <a:pt x="11" y="2"/>
                    <a:pt x="10" y="0"/>
                  </a:cubicBezTo>
                  <a:cubicBezTo>
                    <a:pt x="7" y="2"/>
                    <a:pt x="3" y="3"/>
                    <a:pt x="0" y="5"/>
                  </a:cubicBezTo>
                  <a:cubicBezTo>
                    <a:pt x="0" y="7"/>
                    <a:pt x="1" y="9"/>
                    <a:pt x="2" y="12"/>
                  </a:cubicBezTo>
                  <a:cubicBezTo>
                    <a:pt x="8" y="24"/>
                    <a:pt x="16" y="39"/>
                    <a:pt x="31" y="53"/>
                  </a:cubicBezTo>
                </a:path>
              </a:pathLst>
            </a:custGeom>
            <a:solidFill>
              <a:schemeClr val="bg1">
                <a:lumMod val="95000"/>
              </a:schemeClr>
            </a:solidFill>
            <a:ln>
              <a:noFill/>
            </a:ln>
            <a:extLst>
              <a:ext uri="{91240B29-F687-4f45-9708-019B960494DF}">
                <a14:hiddenLine xmlns:p15="http://schemas.microsoft.com/office/powerpoint/2012/main"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dirty="0"/>
            </a:p>
          </p:txBody>
        </p:sp>
        <p:sp>
          <p:nvSpPr>
            <p:cNvPr id="40" name="任意多边形: 形状 39">
              <a:extLst>
                <a:ext uri="{FF2B5EF4-FFF2-40B4-BE49-F238E27FC236}">
                  <a16:creationId xmlns:a16="http://schemas.microsoft.com/office/drawing/2014/main" id="{0E4627E4-24A9-4A9C-BFFA-0F78A33F93B2}"/>
                </a:ext>
              </a:extLst>
            </p:cNvPr>
            <p:cNvSpPr/>
            <p:nvPr/>
          </p:nvSpPr>
          <p:spPr bwMode="auto">
            <a:xfrm>
              <a:off x="8619933" y="2192108"/>
              <a:ext cx="608848" cy="608848"/>
            </a:xfrm>
            <a:custGeom>
              <a:avLst/>
              <a:gdLst>
                <a:gd name="T0" fmla="*/ 62 w 157"/>
                <a:gd name="T1" fmla="*/ 99 h 157"/>
                <a:gd name="T2" fmla="*/ 148 w 157"/>
                <a:gd name="T3" fmla="*/ 157 h 157"/>
                <a:gd name="T4" fmla="*/ 157 w 157"/>
                <a:gd name="T5" fmla="*/ 148 h 157"/>
                <a:gd name="T6" fmla="*/ 70 w 157"/>
                <a:gd name="T7" fmla="*/ 90 h 157"/>
                <a:gd name="T8" fmla="*/ 17 w 157"/>
                <a:gd name="T9" fmla="*/ 16 h 157"/>
                <a:gd name="T10" fmla="*/ 9 w 157"/>
                <a:gd name="T11" fmla="*/ 0 h 157"/>
                <a:gd name="T12" fmla="*/ 0 w 157"/>
                <a:gd name="T13" fmla="*/ 8 h 157"/>
                <a:gd name="T14" fmla="*/ 6 w 157"/>
                <a:gd name="T15" fmla="*/ 22 h 157"/>
                <a:gd name="T16" fmla="*/ 62 w 157"/>
                <a:gd name="T17" fmla="*/ 99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157">
                  <a:moveTo>
                    <a:pt x="62" y="99"/>
                  </a:moveTo>
                  <a:cubicBezTo>
                    <a:pt x="84" y="121"/>
                    <a:pt x="112" y="142"/>
                    <a:pt x="148" y="157"/>
                  </a:cubicBezTo>
                  <a:cubicBezTo>
                    <a:pt x="151" y="154"/>
                    <a:pt x="154" y="151"/>
                    <a:pt x="157" y="148"/>
                  </a:cubicBezTo>
                  <a:cubicBezTo>
                    <a:pt x="120" y="133"/>
                    <a:pt x="92" y="112"/>
                    <a:pt x="70" y="90"/>
                  </a:cubicBezTo>
                  <a:cubicBezTo>
                    <a:pt x="44" y="65"/>
                    <a:pt x="27" y="37"/>
                    <a:pt x="17" y="16"/>
                  </a:cubicBezTo>
                  <a:cubicBezTo>
                    <a:pt x="14" y="10"/>
                    <a:pt x="11" y="5"/>
                    <a:pt x="9" y="0"/>
                  </a:cubicBezTo>
                  <a:cubicBezTo>
                    <a:pt x="6" y="3"/>
                    <a:pt x="3" y="6"/>
                    <a:pt x="0" y="8"/>
                  </a:cubicBezTo>
                  <a:cubicBezTo>
                    <a:pt x="2" y="12"/>
                    <a:pt x="4" y="17"/>
                    <a:pt x="6" y="22"/>
                  </a:cubicBezTo>
                  <a:cubicBezTo>
                    <a:pt x="17" y="43"/>
                    <a:pt x="35" y="72"/>
                    <a:pt x="62" y="99"/>
                  </a:cubicBezTo>
                </a:path>
              </a:pathLst>
            </a:custGeom>
            <a:solidFill>
              <a:schemeClr val="bg1">
                <a:lumMod val="95000"/>
              </a:schemeClr>
            </a:solidFill>
            <a:ln>
              <a:noFill/>
            </a:ln>
            <a:extLst>
              <a:ext uri="{91240B29-F687-4f45-9708-019B960494DF}">
                <a14:hiddenLine xmlns:p15="http://schemas.microsoft.com/office/powerpoint/2012/main"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dirty="0"/>
            </a:p>
          </p:txBody>
        </p:sp>
        <p:sp>
          <p:nvSpPr>
            <p:cNvPr id="41" name="任意多边形: 形状 40">
              <a:extLst>
                <a:ext uri="{FF2B5EF4-FFF2-40B4-BE49-F238E27FC236}">
                  <a16:creationId xmlns:a16="http://schemas.microsoft.com/office/drawing/2014/main" id="{929EAC35-554A-402A-BDC0-652A18DFD0FC}"/>
                </a:ext>
              </a:extLst>
            </p:cNvPr>
            <p:cNvSpPr/>
            <p:nvPr/>
          </p:nvSpPr>
          <p:spPr bwMode="auto">
            <a:xfrm>
              <a:off x="8124404" y="2595445"/>
              <a:ext cx="693357" cy="695278"/>
            </a:xfrm>
            <a:custGeom>
              <a:avLst/>
              <a:gdLst>
                <a:gd name="T0" fmla="*/ 302 w 361"/>
                <a:gd name="T1" fmla="*/ 0 h 362"/>
                <a:gd name="T2" fmla="*/ 361 w 361"/>
                <a:gd name="T3" fmla="*/ 61 h 362"/>
                <a:gd name="T4" fmla="*/ 0 w 361"/>
                <a:gd name="T5" fmla="*/ 362 h 362"/>
                <a:gd name="T6" fmla="*/ 302 w 361"/>
                <a:gd name="T7" fmla="*/ 0 h 362"/>
              </a:gdLst>
              <a:ahLst/>
              <a:cxnLst>
                <a:cxn ang="0">
                  <a:pos x="T0" y="T1"/>
                </a:cxn>
                <a:cxn ang="0">
                  <a:pos x="T2" y="T3"/>
                </a:cxn>
                <a:cxn ang="0">
                  <a:pos x="T4" y="T5"/>
                </a:cxn>
                <a:cxn ang="0">
                  <a:pos x="T6" y="T7"/>
                </a:cxn>
              </a:cxnLst>
              <a:rect l="0" t="0" r="r" b="b"/>
              <a:pathLst>
                <a:path w="361" h="362">
                  <a:moveTo>
                    <a:pt x="302" y="0"/>
                  </a:moveTo>
                  <a:lnTo>
                    <a:pt x="361" y="61"/>
                  </a:lnTo>
                  <a:lnTo>
                    <a:pt x="0" y="362"/>
                  </a:lnTo>
                  <a:lnTo>
                    <a:pt x="302" y="0"/>
                  </a:lnTo>
                  <a:close/>
                </a:path>
              </a:pathLst>
            </a:custGeom>
            <a:solidFill>
              <a:schemeClr val="tx2"/>
            </a:solidFill>
            <a:ln>
              <a:noFill/>
            </a:ln>
            <a:extLst>
              <a:ext uri="{91240B29-F687-4f45-9708-019B960494DF}">
                <a14:hiddenLine xmlns:p15="http://schemas.microsoft.com/office/powerpoint/2012/main"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dirty="0"/>
            </a:p>
          </p:txBody>
        </p:sp>
        <p:sp>
          <p:nvSpPr>
            <p:cNvPr id="42" name="任意多边形: 形状 41">
              <a:extLst>
                <a:ext uri="{FF2B5EF4-FFF2-40B4-BE49-F238E27FC236}">
                  <a16:creationId xmlns:a16="http://schemas.microsoft.com/office/drawing/2014/main" id="{CA644144-BC29-438B-AA09-255FAB939CCA}"/>
                </a:ext>
              </a:extLst>
            </p:cNvPr>
            <p:cNvSpPr/>
            <p:nvPr/>
          </p:nvSpPr>
          <p:spPr bwMode="auto">
            <a:xfrm>
              <a:off x="9820344" y="1304764"/>
              <a:ext cx="293860" cy="293860"/>
            </a:xfrm>
            <a:custGeom>
              <a:avLst/>
              <a:gdLst>
                <a:gd name="T0" fmla="*/ 153 w 153"/>
                <a:gd name="T1" fmla="*/ 0 h 153"/>
                <a:gd name="T2" fmla="*/ 10 w 153"/>
                <a:gd name="T3" fmla="*/ 111 h 153"/>
                <a:gd name="T4" fmla="*/ 0 w 153"/>
                <a:gd name="T5" fmla="*/ 153 h 153"/>
                <a:gd name="T6" fmla="*/ 43 w 153"/>
                <a:gd name="T7" fmla="*/ 145 h 153"/>
                <a:gd name="T8" fmla="*/ 153 w 153"/>
                <a:gd name="T9" fmla="*/ 0 h 153"/>
              </a:gdLst>
              <a:ahLst/>
              <a:cxnLst>
                <a:cxn ang="0">
                  <a:pos x="T0" y="T1"/>
                </a:cxn>
                <a:cxn ang="0">
                  <a:pos x="T2" y="T3"/>
                </a:cxn>
                <a:cxn ang="0">
                  <a:pos x="T4" y="T5"/>
                </a:cxn>
                <a:cxn ang="0">
                  <a:pos x="T6" y="T7"/>
                </a:cxn>
                <a:cxn ang="0">
                  <a:pos x="T8" y="T9"/>
                </a:cxn>
              </a:cxnLst>
              <a:rect l="0" t="0" r="r" b="b"/>
              <a:pathLst>
                <a:path w="153" h="153">
                  <a:moveTo>
                    <a:pt x="153" y="0"/>
                  </a:moveTo>
                  <a:lnTo>
                    <a:pt x="10" y="111"/>
                  </a:lnTo>
                  <a:lnTo>
                    <a:pt x="0" y="153"/>
                  </a:lnTo>
                  <a:lnTo>
                    <a:pt x="43" y="145"/>
                  </a:lnTo>
                  <a:lnTo>
                    <a:pt x="153" y="0"/>
                  </a:lnTo>
                  <a:close/>
                </a:path>
              </a:pathLst>
            </a:custGeom>
            <a:solidFill>
              <a:schemeClr val="tx2"/>
            </a:solidFill>
            <a:ln>
              <a:noFill/>
            </a:ln>
            <a:extLst>
              <a:ext uri="{91240B29-F687-4f45-9708-019B960494DF}">
                <a14:hiddenLine xmlns:p15="http://schemas.microsoft.com/office/powerpoint/2012/main"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dirty="0"/>
            </a:p>
          </p:txBody>
        </p:sp>
        <p:sp>
          <p:nvSpPr>
            <p:cNvPr id="43" name="任意多边形: 形状 42">
              <a:extLst>
                <a:ext uri="{FF2B5EF4-FFF2-40B4-BE49-F238E27FC236}">
                  <a16:creationId xmlns:a16="http://schemas.microsoft.com/office/drawing/2014/main" id="{1028E03B-6321-4567-9C2B-F7F079D74989}"/>
                </a:ext>
              </a:extLst>
            </p:cNvPr>
            <p:cNvSpPr/>
            <p:nvPr/>
          </p:nvSpPr>
          <p:spPr bwMode="auto">
            <a:xfrm>
              <a:off x="9820344" y="1304764"/>
              <a:ext cx="293860" cy="293860"/>
            </a:xfrm>
            <a:custGeom>
              <a:avLst/>
              <a:gdLst>
                <a:gd name="T0" fmla="*/ 153 w 153"/>
                <a:gd name="T1" fmla="*/ 0 h 153"/>
                <a:gd name="T2" fmla="*/ 10 w 153"/>
                <a:gd name="T3" fmla="*/ 111 h 153"/>
                <a:gd name="T4" fmla="*/ 0 w 153"/>
                <a:gd name="T5" fmla="*/ 153 h 153"/>
                <a:gd name="T6" fmla="*/ 43 w 153"/>
                <a:gd name="T7" fmla="*/ 145 h 153"/>
                <a:gd name="T8" fmla="*/ 153 w 153"/>
                <a:gd name="T9" fmla="*/ 0 h 153"/>
              </a:gdLst>
              <a:ahLst/>
              <a:cxnLst>
                <a:cxn ang="0">
                  <a:pos x="T0" y="T1"/>
                </a:cxn>
                <a:cxn ang="0">
                  <a:pos x="T2" y="T3"/>
                </a:cxn>
                <a:cxn ang="0">
                  <a:pos x="T4" y="T5"/>
                </a:cxn>
                <a:cxn ang="0">
                  <a:pos x="T6" y="T7"/>
                </a:cxn>
                <a:cxn ang="0">
                  <a:pos x="T8" y="T9"/>
                </a:cxn>
              </a:cxnLst>
              <a:rect l="0" t="0" r="r" b="b"/>
              <a:pathLst>
                <a:path w="153" h="153">
                  <a:moveTo>
                    <a:pt x="153" y="0"/>
                  </a:moveTo>
                  <a:lnTo>
                    <a:pt x="10" y="111"/>
                  </a:lnTo>
                  <a:lnTo>
                    <a:pt x="0" y="153"/>
                  </a:lnTo>
                  <a:lnTo>
                    <a:pt x="43" y="145"/>
                  </a:lnTo>
                  <a:lnTo>
                    <a:pt x="153" y="0"/>
                  </a:lnTo>
                </a:path>
              </a:pathLst>
            </a:custGeom>
            <a:noFill/>
            <a:ln>
              <a:noFill/>
            </a:ln>
            <a:extLst>
              <a:ext uri="{909E8E84-426E-40dd-AFC4-6F175D3DCCD1}">
                <a14:hiddenFill xmlns:p15="http://schemas.microsoft.com/office/powerpoint/2012/main" xmlns:a14="http://schemas.microsoft.com/office/drawing/2010/main" xmlns:p14="http://schemas.microsoft.com/office/powerpoint/2010/main" xmlns:lc="http://schemas.openxmlformats.org/drawingml/2006/lockedCanvas" xmlns="">
                  <a:solidFill>
                    <a:srgbClr val="FFFFFF"/>
                  </a:solidFill>
                </a14:hiddenFill>
              </a:ext>
              <a:ext uri="{91240B29-F687-4f45-9708-019B960494DF}">
                <a14:hiddenLine xmlns:p15="http://schemas.microsoft.com/office/powerpoint/2012/main"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dirty="0"/>
            </a:p>
          </p:txBody>
        </p:sp>
        <p:sp>
          <p:nvSpPr>
            <p:cNvPr id="44" name="任意多边形: 形状 43">
              <a:extLst>
                <a:ext uri="{FF2B5EF4-FFF2-40B4-BE49-F238E27FC236}">
                  <a16:creationId xmlns:a16="http://schemas.microsoft.com/office/drawing/2014/main" id="{E29F2CD6-E53C-4DFB-A90F-937D13706617}"/>
                </a:ext>
              </a:extLst>
            </p:cNvPr>
            <p:cNvSpPr/>
            <p:nvPr/>
          </p:nvSpPr>
          <p:spPr bwMode="auto">
            <a:xfrm>
              <a:off x="9096257" y="1952025"/>
              <a:ext cx="372608" cy="372608"/>
            </a:xfrm>
            <a:custGeom>
              <a:avLst/>
              <a:gdLst>
                <a:gd name="T0" fmla="*/ 79 w 96"/>
                <a:gd name="T1" fmla="*/ 79 h 96"/>
                <a:gd name="T2" fmla="*/ 17 w 96"/>
                <a:gd name="T3" fmla="*/ 79 h 96"/>
                <a:gd name="T4" fmla="*/ 17 w 96"/>
                <a:gd name="T5" fmla="*/ 17 h 96"/>
                <a:gd name="T6" fmla="*/ 79 w 96"/>
                <a:gd name="T7" fmla="*/ 17 h 96"/>
                <a:gd name="T8" fmla="*/ 79 w 96"/>
                <a:gd name="T9" fmla="*/ 79 h 96"/>
              </a:gdLst>
              <a:ahLst/>
              <a:cxnLst>
                <a:cxn ang="0">
                  <a:pos x="T0" y="T1"/>
                </a:cxn>
                <a:cxn ang="0">
                  <a:pos x="T2" y="T3"/>
                </a:cxn>
                <a:cxn ang="0">
                  <a:pos x="T4" y="T5"/>
                </a:cxn>
                <a:cxn ang="0">
                  <a:pos x="T6" y="T7"/>
                </a:cxn>
                <a:cxn ang="0">
                  <a:pos x="T8" y="T9"/>
                </a:cxn>
              </a:cxnLst>
              <a:rect l="0" t="0" r="r" b="b"/>
              <a:pathLst>
                <a:path w="96" h="96">
                  <a:moveTo>
                    <a:pt x="79" y="79"/>
                  </a:moveTo>
                  <a:cubicBezTo>
                    <a:pt x="62" y="96"/>
                    <a:pt x="34" y="96"/>
                    <a:pt x="17" y="79"/>
                  </a:cubicBezTo>
                  <a:cubicBezTo>
                    <a:pt x="0" y="62"/>
                    <a:pt x="0" y="34"/>
                    <a:pt x="17" y="17"/>
                  </a:cubicBezTo>
                  <a:cubicBezTo>
                    <a:pt x="34" y="0"/>
                    <a:pt x="62" y="0"/>
                    <a:pt x="79" y="17"/>
                  </a:cubicBezTo>
                  <a:cubicBezTo>
                    <a:pt x="96" y="34"/>
                    <a:pt x="96" y="62"/>
                    <a:pt x="79" y="79"/>
                  </a:cubicBezTo>
                </a:path>
              </a:pathLst>
            </a:custGeom>
            <a:solidFill>
              <a:schemeClr val="bg2"/>
            </a:solidFill>
            <a:ln w="9525">
              <a:solidFill>
                <a:srgbClr val="000000"/>
              </a:solidFill>
              <a:round/>
            </a:ln>
          </p:spPr>
          <p:txBody>
            <a:bodyPr anchor="ctr"/>
            <a:lstStyle/>
            <a:p>
              <a:pPr algn="ctr"/>
              <a:endParaRPr dirty="0"/>
            </a:p>
          </p:txBody>
        </p:sp>
        <p:sp>
          <p:nvSpPr>
            <p:cNvPr id="45" name="任意多边形: 形状 44">
              <a:extLst>
                <a:ext uri="{FF2B5EF4-FFF2-40B4-BE49-F238E27FC236}">
                  <a16:creationId xmlns:a16="http://schemas.microsoft.com/office/drawing/2014/main" id="{D1080C6E-9826-4DE2-AB65-027D1304DECF}"/>
                </a:ext>
              </a:extLst>
            </p:cNvPr>
            <p:cNvSpPr/>
            <p:nvPr/>
          </p:nvSpPr>
          <p:spPr bwMode="auto">
            <a:xfrm>
              <a:off x="9096257" y="1952025"/>
              <a:ext cx="372608" cy="372608"/>
            </a:xfrm>
            <a:custGeom>
              <a:avLst/>
              <a:gdLst>
                <a:gd name="T0" fmla="*/ 48 w 96"/>
                <a:gd name="T1" fmla="*/ 96 h 96"/>
                <a:gd name="T2" fmla="*/ 14 w 96"/>
                <a:gd name="T3" fmla="*/ 82 h 96"/>
                <a:gd name="T4" fmla="*/ 0 w 96"/>
                <a:gd name="T5" fmla="*/ 48 h 96"/>
                <a:gd name="T6" fmla="*/ 14 w 96"/>
                <a:gd name="T7" fmla="*/ 14 h 96"/>
                <a:gd name="T8" fmla="*/ 48 w 96"/>
                <a:gd name="T9" fmla="*/ 0 h 96"/>
                <a:gd name="T10" fmla="*/ 82 w 96"/>
                <a:gd name="T11" fmla="*/ 14 h 96"/>
                <a:gd name="T12" fmla="*/ 96 w 96"/>
                <a:gd name="T13" fmla="*/ 48 h 96"/>
                <a:gd name="T14" fmla="*/ 82 w 96"/>
                <a:gd name="T15" fmla="*/ 82 h 96"/>
                <a:gd name="T16" fmla="*/ 48 w 96"/>
                <a:gd name="T17" fmla="*/ 96 h 96"/>
                <a:gd name="T18" fmla="*/ 48 w 96"/>
                <a:gd name="T19" fmla="*/ 10 h 96"/>
                <a:gd name="T20" fmla="*/ 21 w 96"/>
                <a:gd name="T21" fmla="*/ 21 h 96"/>
                <a:gd name="T22" fmla="*/ 10 w 96"/>
                <a:gd name="T23" fmla="*/ 48 h 96"/>
                <a:gd name="T24" fmla="*/ 21 w 96"/>
                <a:gd name="T25" fmla="*/ 75 h 96"/>
                <a:gd name="T26" fmla="*/ 48 w 96"/>
                <a:gd name="T27" fmla="*/ 86 h 96"/>
                <a:gd name="T28" fmla="*/ 75 w 96"/>
                <a:gd name="T29" fmla="*/ 75 h 96"/>
                <a:gd name="T30" fmla="*/ 86 w 96"/>
                <a:gd name="T31" fmla="*/ 48 h 96"/>
                <a:gd name="T32" fmla="*/ 75 w 96"/>
                <a:gd name="T33" fmla="*/ 21 h 96"/>
                <a:gd name="T34" fmla="*/ 48 w 96"/>
                <a:gd name="T35" fmla="*/ 1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96">
                  <a:moveTo>
                    <a:pt x="48" y="96"/>
                  </a:moveTo>
                  <a:cubicBezTo>
                    <a:pt x="35" y="96"/>
                    <a:pt x="23" y="91"/>
                    <a:pt x="14" y="82"/>
                  </a:cubicBezTo>
                  <a:cubicBezTo>
                    <a:pt x="5" y="73"/>
                    <a:pt x="0" y="61"/>
                    <a:pt x="0" y="48"/>
                  </a:cubicBezTo>
                  <a:cubicBezTo>
                    <a:pt x="0" y="35"/>
                    <a:pt x="5" y="23"/>
                    <a:pt x="14" y="14"/>
                  </a:cubicBezTo>
                  <a:cubicBezTo>
                    <a:pt x="23" y="5"/>
                    <a:pt x="35" y="0"/>
                    <a:pt x="48" y="0"/>
                  </a:cubicBezTo>
                  <a:cubicBezTo>
                    <a:pt x="61" y="0"/>
                    <a:pt x="73" y="5"/>
                    <a:pt x="82" y="14"/>
                  </a:cubicBezTo>
                  <a:cubicBezTo>
                    <a:pt x="91" y="23"/>
                    <a:pt x="96" y="35"/>
                    <a:pt x="96" y="48"/>
                  </a:cubicBezTo>
                  <a:cubicBezTo>
                    <a:pt x="96" y="61"/>
                    <a:pt x="91" y="73"/>
                    <a:pt x="82" y="82"/>
                  </a:cubicBezTo>
                  <a:cubicBezTo>
                    <a:pt x="73" y="91"/>
                    <a:pt x="61" y="96"/>
                    <a:pt x="48" y="96"/>
                  </a:cubicBezTo>
                  <a:moveTo>
                    <a:pt x="48" y="10"/>
                  </a:moveTo>
                  <a:cubicBezTo>
                    <a:pt x="38" y="10"/>
                    <a:pt x="28" y="14"/>
                    <a:pt x="21" y="21"/>
                  </a:cubicBezTo>
                  <a:cubicBezTo>
                    <a:pt x="14" y="28"/>
                    <a:pt x="10" y="38"/>
                    <a:pt x="10" y="48"/>
                  </a:cubicBezTo>
                  <a:cubicBezTo>
                    <a:pt x="10" y="58"/>
                    <a:pt x="14" y="68"/>
                    <a:pt x="21" y="75"/>
                  </a:cubicBezTo>
                  <a:cubicBezTo>
                    <a:pt x="28" y="82"/>
                    <a:pt x="38" y="86"/>
                    <a:pt x="48" y="86"/>
                  </a:cubicBezTo>
                  <a:cubicBezTo>
                    <a:pt x="58" y="86"/>
                    <a:pt x="68" y="82"/>
                    <a:pt x="75" y="75"/>
                  </a:cubicBezTo>
                  <a:cubicBezTo>
                    <a:pt x="82" y="68"/>
                    <a:pt x="86" y="58"/>
                    <a:pt x="86" y="48"/>
                  </a:cubicBezTo>
                  <a:cubicBezTo>
                    <a:pt x="86" y="38"/>
                    <a:pt x="82" y="28"/>
                    <a:pt x="75" y="21"/>
                  </a:cubicBezTo>
                  <a:cubicBezTo>
                    <a:pt x="68" y="14"/>
                    <a:pt x="58" y="10"/>
                    <a:pt x="48" y="10"/>
                  </a:cubicBezTo>
                </a:path>
              </a:pathLst>
            </a:custGeom>
            <a:solidFill>
              <a:schemeClr val="tx2">
                <a:lumMod val="60000"/>
                <a:lumOff val="40000"/>
              </a:schemeClr>
            </a:solidFill>
            <a:ln>
              <a:noFill/>
            </a:ln>
            <a:extLst>
              <a:ext uri="{91240B29-F687-4f45-9708-019B960494DF}">
                <a14:hiddenLine xmlns:p15="http://schemas.microsoft.com/office/powerpoint/2012/main"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dirty="0"/>
            </a:p>
          </p:txBody>
        </p:sp>
        <p:sp>
          <p:nvSpPr>
            <p:cNvPr id="46" name="任意多边形: 形状 45">
              <a:extLst>
                <a:ext uri="{FF2B5EF4-FFF2-40B4-BE49-F238E27FC236}">
                  <a16:creationId xmlns:a16="http://schemas.microsoft.com/office/drawing/2014/main" id="{8948A8B9-7884-401B-ADE9-886E17259F4F}"/>
                </a:ext>
              </a:extLst>
            </p:cNvPr>
            <p:cNvSpPr/>
            <p:nvPr/>
          </p:nvSpPr>
          <p:spPr bwMode="auto">
            <a:xfrm flipH="1">
              <a:off x="9933662" y="1487227"/>
              <a:ext cx="0" cy="3842"/>
            </a:xfrm>
            <a:custGeom>
              <a:avLst/>
              <a:gdLst>
                <a:gd name="T0" fmla="*/ 0 h 1"/>
                <a:gd name="T1" fmla="*/ 0 h 1"/>
                <a:gd name="T2" fmla="*/ 1 h 1"/>
                <a:gd name="T3" fmla="*/ 0 h 1"/>
              </a:gdLst>
              <a:ahLst/>
              <a:cxnLst>
                <a:cxn ang="0">
                  <a:pos x="0" y="T0"/>
                </a:cxn>
                <a:cxn ang="0">
                  <a:pos x="0" y="T1"/>
                </a:cxn>
                <a:cxn ang="0">
                  <a:pos x="0" y="T2"/>
                </a:cxn>
                <a:cxn ang="0">
                  <a:pos x="0" y="T3"/>
                </a:cxn>
              </a:cxnLst>
              <a:rect l="0" t="0" r="r" b="b"/>
              <a:pathLst>
                <a:path h="1">
                  <a:moveTo>
                    <a:pt x="0" y="0"/>
                  </a:moveTo>
                  <a:cubicBezTo>
                    <a:pt x="0" y="0"/>
                    <a:pt x="0" y="0"/>
                    <a:pt x="0" y="0"/>
                  </a:cubicBezTo>
                  <a:cubicBezTo>
                    <a:pt x="0" y="1"/>
                    <a:pt x="0" y="1"/>
                    <a:pt x="0" y="1"/>
                  </a:cubicBezTo>
                  <a:cubicBezTo>
                    <a:pt x="0" y="0"/>
                    <a:pt x="0" y="0"/>
                    <a:pt x="0" y="0"/>
                  </a:cubicBezTo>
                </a:path>
              </a:pathLst>
            </a:custGeom>
            <a:solidFill>
              <a:srgbClr val="264D62"/>
            </a:solidFill>
            <a:ln>
              <a:noFill/>
            </a:ln>
            <a:extLst>
              <a:ext uri="{91240B29-F687-4f45-9708-019B960494DF}">
                <a14:hiddenLine xmlns:p15="http://schemas.microsoft.com/office/powerpoint/2012/main"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dirty="0"/>
            </a:p>
          </p:txBody>
        </p:sp>
        <p:sp>
          <p:nvSpPr>
            <p:cNvPr id="47" name="任意多边形: 形状 46">
              <a:extLst>
                <a:ext uri="{FF2B5EF4-FFF2-40B4-BE49-F238E27FC236}">
                  <a16:creationId xmlns:a16="http://schemas.microsoft.com/office/drawing/2014/main" id="{3745492C-4B28-47AC-B6BA-D82BBE4218B8}"/>
                </a:ext>
              </a:extLst>
            </p:cNvPr>
            <p:cNvSpPr/>
            <p:nvPr/>
          </p:nvSpPr>
          <p:spPr bwMode="auto">
            <a:xfrm>
              <a:off x="8429788" y="2883544"/>
              <a:ext cx="689515" cy="480164"/>
            </a:xfrm>
            <a:custGeom>
              <a:avLst/>
              <a:gdLst>
                <a:gd name="T0" fmla="*/ 45 w 178"/>
                <a:gd name="T1" fmla="*/ 102 h 124"/>
                <a:gd name="T2" fmla="*/ 1 w 178"/>
                <a:gd name="T3" fmla="*/ 123 h 124"/>
                <a:gd name="T4" fmla="*/ 0 w 178"/>
                <a:gd name="T5" fmla="*/ 123 h 124"/>
                <a:gd name="T6" fmla="*/ 0 w 178"/>
                <a:gd name="T7" fmla="*/ 123 h 124"/>
                <a:gd name="T8" fmla="*/ 1 w 178"/>
                <a:gd name="T9" fmla="*/ 124 h 124"/>
                <a:gd name="T10" fmla="*/ 45 w 178"/>
                <a:gd name="T11" fmla="*/ 102 h 124"/>
                <a:gd name="T12" fmla="*/ 45 w 178"/>
                <a:gd name="T13" fmla="*/ 102 h 124"/>
                <a:gd name="T14" fmla="*/ 178 w 178"/>
                <a:gd name="T15" fmla="*/ 0 h 124"/>
                <a:gd name="T16" fmla="*/ 158 w 178"/>
                <a:gd name="T17" fmla="*/ 19 h 124"/>
                <a:gd name="T18" fmla="*/ 158 w 178"/>
                <a:gd name="T19" fmla="*/ 19 h 124"/>
                <a:gd name="T20" fmla="*/ 178 w 178"/>
                <a:gd name="T21" fmla="*/ 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8" h="124">
                  <a:moveTo>
                    <a:pt x="45" y="102"/>
                  </a:moveTo>
                  <a:cubicBezTo>
                    <a:pt x="31" y="110"/>
                    <a:pt x="16" y="117"/>
                    <a:pt x="1" y="123"/>
                  </a:cubicBezTo>
                  <a:cubicBezTo>
                    <a:pt x="1" y="123"/>
                    <a:pt x="1" y="123"/>
                    <a:pt x="0" y="123"/>
                  </a:cubicBezTo>
                  <a:cubicBezTo>
                    <a:pt x="0" y="123"/>
                    <a:pt x="0" y="123"/>
                    <a:pt x="0" y="123"/>
                  </a:cubicBezTo>
                  <a:cubicBezTo>
                    <a:pt x="1" y="124"/>
                    <a:pt x="1" y="124"/>
                    <a:pt x="1" y="124"/>
                  </a:cubicBezTo>
                  <a:cubicBezTo>
                    <a:pt x="16" y="117"/>
                    <a:pt x="31" y="110"/>
                    <a:pt x="45" y="102"/>
                  </a:cubicBezTo>
                  <a:cubicBezTo>
                    <a:pt x="45" y="102"/>
                    <a:pt x="45" y="102"/>
                    <a:pt x="45" y="102"/>
                  </a:cubicBezTo>
                  <a:moveTo>
                    <a:pt x="178" y="0"/>
                  </a:moveTo>
                  <a:cubicBezTo>
                    <a:pt x="172" y="6"/>
                    <a:pt x="165" y="13"/>
                    <a:pt x="158" y="19"/>
                  </a:cubicBezTo>
                  <a:cubicBezTo>
                    <a:pt x="158" y="19"/>
                    <a:pt x="158" y="19"/>
                    <a:pt x="158" y="19"/>
                  </a:cubicBezTo>
                  <a:cubicBezTo>
                    <a:pt x="165" y="13"/>
                    <a:pt x="172" y="6"/>
                    <a:pt x="178" y="0"/>
                  </a:cubicBezTo>
                </a:path>
              </a:pathLst>
            </a:custGeom>
            <a:solidFill>
              <a:srgbClr val="E5E5E5"/>
            </a:solidFill>
            <a:ln>
              <a:noFill/>
            </a:ln>
            <a:extLst>
              <a:ext uri="{91240B29-F687-4f45-9708-019B960494DF}">
                <a14:hiddenLine xmlns:p15="http://schemas.microsoft.com/office/powerpoint/2012/main"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dirty="0"/>
            </a:p>
          </p:txBody>
        </p:sp>
        <p:sp>
          <p:nvSpPr>
            <p:cNvPr id="48" name="任意多边形: 形状 47">
              <a:extLst>
                <a:ext uri="{FF2B5EF4-FFF2-40B4-BE49-F238E27FC236}">
                  <a16:creationId xmlns:a16="http://schemas.microsoft.com/office/drawing/2014/main" id="{70263FE2-44C2-4ECF-8CA9-B7C86621BC7F}"/>
                </a:ext>
              </a:extLst>
            </p:cNvPr>
            <p:cNvSpPr/>
            <p:nvPr/>
          </p:nvSpPr>
          <p:spPr bwMode="auto">
            <a:xfrm>
              <a:off x="8410582" y="3352184"/>
              <a:ext cx="19206" cy="7682"/>
            </a:xfrm>
            <a:custGeom>
              <a:avLst/>
              <a:gdLst>
                <a:gd name="T0" fmla="*/ 0 w 5"/>
                <a:gd name="T1" fmla="*/ 0 h 2"/>
                <a:gd name="T2" fmla="*/ 5 w 5"/>
                <a:gd name="T3" fmla="*/ 2 h 2"/>
                <a:gd name="T4" fmla="*/ 5 w 5"/>
                <a:gd name="T5" fmla="*/ 2 h 2"/>
                <a:gd name="T6" fmla="*/ 0 w 5"/>
                <a:gd name="T7" fmla="*/ 0 h 2"/>
              </a:gdLst>
              <a:ahLst/>
              <a:cxnLst>
                <a:cxn ang="0">
                  <a:pos x="T0" y="T1"/>
                </a:cxn>
                <a:cxn ang="0">
                  <a:pos x="T2" y="T3"/>
                </a:cxn>
                <a:cxn ang="0">
                  <a:pos x="T4" y="T5"/>
                </a:cxn>
                <a:cxn ang="0">
                  <a:pos x="T6" y="T7"/>
                </a:cxn>
              </a:cxnLst>
              <a:rect l="0" t="0" r="r" b="b"/>
              <a:pathLst>
                <a:path w="5" h="2">
                  <a:moveTo>
                    <a:pt x="0" y="0"/>
                  </a:moveTo>
                  <a:cubicBezTo>
                    <a:pt x="5" y="2"/>
                    <a:pt x="5" y="2"/>
                    <a:pt x="5" y="2"/>
                  </a:cubicBezTo>
                  <a:cubicBezTo>
                    <a:pt x="5" y="2"/>
                    <a:pt x="5" y="2"/>
                    <a:pt x="5" y="2"/>
                  </a:cubicBezTo>
                  <a:cubicBezTo>
                    <a:pt x="4" y="1"/>
                    <a:pt x="3" y="1"/>
                    <a:pt x="0" y="0"/>
                  </a:cubicBezTo>
                </a:path>
              </a:pathLst>
            </a:custGeom>
            <a:solidFill>
              <a:srgbClr val="E5C062"/>
            </a:solidFill>
            <a:ln>
              <a:noFill/>
            </a:ln>
            <a:extLst>
              <a:ext uri="{91240B29-F687-4f45-9708-019B960494DF}">
                <a14:hiddenLine xmlns:p15="http://schemas.microsoft.com/office/powerpoint/2012/main"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dirty="0"/>
            </a:p>
          </p:txBody>
        </p:sp>
        <p:sp>
          <p:nvSpPr>
            <p:cNvPr id="49" name="任意多边形: 形状 48">
              <a:extLst>
                <a:ext uri="{FF2B5EF4-FFF2-40B4-BE49-F238E27FC236}">
                  <a16:creationId xmlns:a16="http://schemas.microsoft.com/office/drawing/2014/main" id="{063B821E-26AB-441E-825C-EF19CA4B3861}"/>
                </a:ext>
              </a:extLst>
            </p:cNvPr>
            <p:cNvSpPr/>
            <p:nvPr/>
          </p:nvSpPr>
          <p:spPr bwMode="auto">
            <a:xfrm>
              <a:off x="8604568" y="2956529"/>
              <a:ext cx="437909" cy="320750"/>
            </a:xfrm>
            <a:custGeom>
              <a:avLst/>
              <a:gdLst>
                <a:gd name="T0" fmla="*/ 113 w 113"/>
                <a:gd name="T1" fmla="*/ 0 h 83"/>
                <a:gd name="T2" fmla="*/ 0 w 113"/>
                <a:gd name="T3" fmla="*/ 83 h 83"/>
                <a:gd name="T4" fmla="*/ 0 w 113"/>
                <a:gd name="T5" fmla="*/ 83 h 83"/>
                <a:gd name="T6" fmla="*/ 113 w 113"/>
                <a:gd name="T7" fmla="*/ 0 h 83"/>
                <a:gd name="T8" fmla="*/ 113 w 113"/>
                <a:gd name="T9" fmla="*/ 0 h 83"/>
              </a:gdLst>
              <a:ahLst/>
              <a:cxnLst>
                <a:cxn ang="0">
                  <a:pos x="T0" y="T1"/>
                </a:cxn>
                <a:cxn ang="0">
                  <a:pos x="T2" y="T3"/>
                </a:cxn>
                <a:cxn ang="0">
                  <a:pos x="T4" y="T5"/>
                </a:cxn>
                <a:cxn ang="0">
                  <a:pos x="T6" y="T7"/>
                </a:cxn>
                <a:cxn ang="0">
                  <a:pos x="T8" y="T9"/>
                </a:cxn>
              </a:cxnLst>
              <a:rect l="0" t="0" r="r" b="b"/>
              <a:pathLst>
                <a:path w="113" h="83">
                  <a:moveTo>
                    <a:pt x="113" y="0"/>
                  </a:moveTo>
                  <a:cubicBezTo>
                    <a:pt x="80" y="31"/>
                    <a:pt x="42" y="60"/>
                    <a:pt x="0" y="83"/>
                  </a:cubicBezTo>
                  <a:cubicBezTo>
                    <a:pt x="0" y="83"/>
                    <a:pt x="0" y="83"/>
                    <a:pt x="0" y="83"/>
                  </a:cubicBezTo>
                  <a:cubicBezTo>
                    <a:pt x="42" y="60"/>
                    <a:pt x="80" y="31"/>
                    <a:pt x="113" y="0"/>
                  </a:cubicBezTo>
                  <a:cubicBezTo>
                    <a:pt x="113" y="0"/>
                    <a:pt x="113" y="0"/>
                    <a:pt x="113" y="0"/>
                  </a:cubicBezTo>
                </a:path>
              </a:pathLst>
            </a:custGeom>
            <a:solidFill>
              <a:srgbClr val="264D62"/>
            </a:solidFill>
            <a:ln>
              <a:noFill/>
            </a:ln>
            <a:extLst>
              <a:ext uri="{91240B29-F687-4f45-9708-019B960494DF}">
                <a14:hiddenLine xmlns:p15="http://schemas.microsoft.com/office/powerpoint/2012/main"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dirty="0"/>
            </a:p>
          </p:txBody>
        </p:sp>
        <p:sp>
          <p:nvSpPr>
            <p:cNvPr id="50" name="任意多边形: 形状 49">
              <a:extLst>
                <a:ext uri="{FF2B5EF4-FFF2-40B4-BE49-F238E27FC236}">
                  <a16:creationId xmlns:a16="http://schemas.microsoft.com/office/drawing/2014/main" id="{64FCB44F-B24C-41D9-BDFE-3CB46DEBBAF8}"/>
                </a:ext>
              </a:extLst>
            </p:cNvPr>
            <p:cNvSpPr/>
            <p:nvPr/>
          </p:nvSpPr>
          <p:spPr bwMode="auto">
            <a:xfrm>
              <a:off x="9057843" y="1944343"/>
              <a:ext cx="674150" cy="822041"/>
            </a:xfrm>
            <a:custGeom>
              <a:avLst/>
              <a:gdLst>
                <a:gd name="T0" fmla="*/ 153 w 174"/>
                <a:gd name="T1" fmla="*/ 0 h 212"/>
                <a:gd name="T2" fmla="*/ 101 w 174"/>
                <a:gd name="T3" fmla="*/ 71 h 212"/>
                <a:gd name="T4" fmla="*/ 92 w 174"/>
                <a:gd name="T5" fmla="*/ 84 h 212"/>
                <a:gd name="T6" fmla="*/ 89 w 174"/>
                <a:gd name="T7" fmla="*/ 87 h 212"/>
                <a:gd name="T8" fmla="*/ 0 w 174"/>
                <a:gd name="T9" fmla="*/ 189 h 212"/>
                <a:gd name="T10" fmla="*/ 44 w 174"/>
                <a:gd name="T11" fmla="*/ 212 h 212"/>
                <a:gd name="T12" fmla="*/ 174 w 174"/>
                <a:gd name="T13" fmla="*/ 11 h 212"/>
                <a:gd name="T14" fmla="*/ 153 w 174"/>
                <a:gd name="T15" fmla="*/ 0 h 2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4" h="211">
                  <a:moveTo>
                    <a:pt x="153" y="0"/>
                  </a:moveTo>
                  <a:cubicBezTo>
                    <a:pt x="138" y="22"/>
                    <a:pt x="121" y="46"/>
                    <a:pt x="101" y="71"/>
                  </a:cubicBezTo>
                  <a:cubicBezTo>
                    <a:pt x="99" y="76"/>
                    <a:pt x="96" y="80"/>
                    <a:pt x="92" y="84"/>
                  </a:cubicBezTo>
                  <a:cubicBezTo>
                    <a:pt x="91" y="85"/>
                    <a:pt x="90" y="86"/>
                    <a:pt x="89" y="87"/>
                  </a:cubicBezTo>
                  <a:cubicBezTo>
                    <a:pt x="63" y="120"/>
                    <a:pt x="33" y="155"/>
                    <a:pt x="0" y="189"/>
                  </a:cubicBezTo>
                  <a:cubicBezTo>
                    <a:pt x="13" y="198"/>
                    <a:pt x="28" y="206"/>
                    <a:pt x="44" y="212"/>
                  </a:cubicBezTo>
                  <a:cubicBezTo>
                    <a:pt x="103" y="145"/>
                    <a:pt x="145" y="71"/>
                    <a:pt x="174" y="11"/>
                  </a:cubicBezTo>
                  <a:cubicBezTo>
                    <a:pt x="166" y="8"/>
                    <a:pt x="159" y="4"/>
                    <a:pt x="153" y="0"/>
                  </a:cubicBezTo>
                </a:path>
              </a:pathLst>
            </a:custGeom>
            <a:solidFill>
              <a:schemeClr val="bg2">
                <a:lumMod val="25000"/>
                <a:alpha val="32000"/>
              </a:schemeClr>
            </a:solidFill>
            <a:ln>
              <a:noFill/>
            </a:ln>
            <a:extLst>
              <a:ext uri="{91240B29-F687-4f45-9708-019B960494DF}">
                <a14:hiddenLine xmlns:p15="http://schemas.microsoft.com/office/powerpoint/2012/main"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dirty="0"/>
            </a:p>
          </p:txBody>
        </p:sp>
        <p:sp>
          <p:nvSpPr>
            <p:cNvPr id="51" name="任意多边形: 形状 50">
              <a:extLst>
                <a:ext uri="{FF2B5EF4-FFF2-40B4-BE49-F238E27FC236}">
                  <a16:creationId xmlns:a16="http://schemas.microsoft.com/office/drawing/2014/main" id="{C39C5B74-4C25-4AD4-8E93-60398300DBD9}"/>
                </a:ext>
              </a:extLst>
            </p:cNvPr>
            <p:cNvSpPr/>
            <p:nvPr/>
          </p:nvSpPr>
          <p:spPr bwMode="auto">
            <a:xfrm>
              <a:off x="9674374" y="1583260"/>
              <a:ext cx="224717" cy="361084"/>
            </a:xfrm>
            <a:custGeom>
              <a:avLst/>
              <a:gdLst>
                <a:gd name="T0" fmla="*/ 58 w 58"/>
                <a:gd name="T1" fmla="*/ 0 h 93"/>
                <a:gd name="T2" fmla="*/ 52 w 58"/>
                <a:gd name="T3" fmla="*/ 1 h 93"/>
                <a:gd name="T4" fmla="*/ 0 w 58"/>
                <a:gd name="T5" fmla="*/ 83 h 93"/>
                <a:gd name="T6" fmla="*/ 20 w 58"/>
                <a:gd name="T7" fmla="*/ 93 h 93"/>
                <a:gd name="T8" fmla="*/ 58 w 58"/>
                <a:gd name="T9" fmla="*/ 0 h 93"/>
              </a:gdLst>
              <a:ahLst/>
              <a:cxnLst>
                <a:cxn ang="0">
                  <a:pos x="T0" y="T1"/>
                </a:cxn>
                <a:cxn ang="0">
                  <a:pos x="T2" y="T3"/>
                </a:cxn>
                <a:cxn ang="0">
                  <a:pos x="T4" y="T5"/>
                </a:cxn>
                <a:cxn ang="0">
                  <a:pos x="T6" y="T7"/>
                </a:cxn>
                <a:cxn ang="0">
                  <a:pos x="T8" y="T9"/>
                </a:cxn>
              </a:cxnLst>
              <a:rect l="0" t="0" r="r" b="b"/>
              <a:pathLst>
                <a:path w="57" h="93">
                  <a:moveTo>
                    <a:pt x="58" y="0"/>
                  </a:moveTo>
                  <a:cubicBezTo>
                    <a:pt x="52" y="1"/>
                    <a:pt x="52" y="1"/>
                    <a:pt x="52" y="1"/>
                  </a:cubicBezTo>
                  <a:cubicBezTo>
                    <a:pt x="41" y="20"/>
                    <a:pt x="24" y="49"/>
                    <a:pt x="0" y="83"/>
                  </a:cubicBezTo>
                  <a:cubicBezTo>
                    <a:pt x="6" y="87"/>
                    <a:pt x="13" y="90"/>
                    <a:pt x="20" y="93"/>
                  </a:cubicBezTo>
                  <a:cubicBezTo>
                    <a:pt x="39" y="53"/>
                    <a:pt x="51" y="20"/>
                    <a:pt x="58" y="0"/>
                  </a:cubicBezTo>
                </a:path>
              </a:pathLst>
            </a:custGeom>
            <a:solidFill>
              <a:schemeClr val="bg2">
                <a:lumMod val="25000"/>
                <a:alpha val="32000"/>
              </a:schemeClr>
            </a:solidFill>
            <a:ln>
              <a:noFill/>
            </a:ln>
            <a:extLst>
              <a:ext uri="{91240B29-F687-4f45-9708-019B960494DF}">
                <a14:hiddenLine xmlns:p15="http://schemas.microsoft.com/office/powerpoint/2012/main"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dirty="0"/>
            </a:p>
          </p:txBody>
        </p:sp>
        <p:sp>
          <p:nvSpPr>
            <p:cNvPr id="52" name="任意多边形: 形状 51">
              <a:extLst>
                <a:ext uri="{FF2B5EF4-FFF2-40B4-BE49-F238E27FC236}">
                  <a16:creationId xmlns:a16="http://schemas.microsoft.com/office/drawing/2014/main" id="{E9E4422E-FD50-4678-84B8-53CB61BAEF15}"/>
                </a:ext>
              </a:extLst>
            </p:cNvPr>
            <p:cNvSpPr/>
            <p:nvPr/>
          </p:nvSpPr>
          <p:spPr bwMode="auto">
            <a:xfrm>
              <a:off x="8299183" y="2712605"/>
              <a:ext cx="893105" cy="647261"/>
            </a:xfrm>
            <a:custGeom>
              <a:avLst/>
              <a:gdLst>
                <a:gd name="T0" fmla="*/ 188 w 231"/>
                <a:gd name="T1" fmla="*/ 0 h 167"/>
                <a:gd name="T2" fmla="*/ 0 w 231"/>
                <a:gd name="T3" fmla="*/ 147 h 167"/>
                <a:gd name="T4" fmla="*/ 29 w 231"/>
                <a:gd name="T5" fmla="*/ 165 h 167"/>
                <a:gd name="T6" fmla="*/ 34 w 231"/>
                <a:gd name="T7" fmla="*/ 167 h 167"/>
                <a:gd name="T8" fmla="*/ 35 w 231"/>
                <a:gd name="T9" fmla="*/ 167 h 167"/>
                <a:gd name="T10" fmla="*/ 79 w 231"/>
                <a:gd name="T11" fmla="*/ 146 h 167"/>
                <a:gd name="T12" fmla="*/ 192 w 231"/>
                <a:gd name="T13" fmla="*/ 63 h 167"/>
                <a:gd name="T14" fmla="*/ 212 w 231"/>
                <a:gd name="T15" fmla="*/ 44 h 167"/>
                <a:gd name="T16" fmla="*/ 231 w 231"/>
                <a:gd name="T17" fmla="*/ 23 h 167"/>
                <a:gd name="T18" fmla="*/ 188 w 231"/>
                <a:gd name="T19"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1" h="167">
                  <a:moveTo>
                    <a:pt x="188" y="0"/>
                  </a:moveTo>
                  <a:cubicBezTo>
                    <a:pt x="133" y="55"/>
                    <a:pt x="70" y="108"/>
                    <a:pt x="0" y="147"/>
                  </a:cubicBezTo>
                  <a:cubicBezTo>
                    <a:pt x="29" y="165"/>
                    <a:pt x="29" y="165"/>
                    <a:pt x="29" y="165"/>
                  </a:cubicBezTo>
                  <a:cubicBezTo>
                    <a:pt x="32" y="166"/>
                    <a:pt x="33" y="166"/>
                    <a:pt x="34" y="167"/>
                  </a:cubicBezTo>
                  <a:cubicBezTo>
                    <a:pt x="35" y="167"/>
                    <a:pt x="35" y="167"/>
                    <a:pt x="35" y="167"/>
                  </a:cubicBezTo>
                  <a:cubicBezTo>
                    <a:pt x="50" y="161"/>
                    <a:pt x="65" y="154"/>
                    <a:pt x="79" y="146"/>
                  </a:cubicBezTo>
                  <a:cubicBezTo>
                    <a:pt x="121" y="123"/>
                    <a:pt x="159" y="94"/>
                    <a:pt x="192" y="63"/>
                  </a:cubicBezTo>
                  <a:cubicBezTo>
                    <a:pt x="199" y="57"/>
                    <a:pt x="206" y="50"/>
                    <a:pt x="212" y="44"/>
                  </a:cubicBezTo>
                  <a:cubicBezTo>
                    <a:pt x="219" y="37"/>
                    <a:pt x="225" y="30"/>
                    <a:pt x="231" y="23"/>
                  </a:cubicBezTo>
                  <a:cubicBezTo>
                    <a:pt x="215" y="17"/>
                    <a:pt x="201" y="9"/>
                    <a:pt x="188" y="0"/>
                  </a:cubicBezTo>
                </a:path>
              </a:pathLst>
            </a:custGeom>
            <a:solidFill>
              <a:schemeClr val="bg2">
                <a:lumMod val="25000"/>
                <a:alpha val="32000"/>
              </a:schemeClr>
            </a:solidFill>
            <a:ln>
              <a:noFill/>
            </a:ln>
            <a:extLst>
              <a:ext uri="{91240B29-F687-4f45-9708-019B960494DF}">
                <a14:hiddenLine xmlns:p15="http://schemas.microsoft.com/office/powerpoint/2012/main"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dirty="0"/>
            </a:p>
          </p:txBody>
        </p:sp>
        <p:sp>
          <p:nvSpPr>
            <p:cNvPr id="53" name="任意多边形: 形状 52">
              <a:extLst>
                <a:ext uri="{FF2B5EF4-FFF2-40B4-BE49-F238E27FC236}">
                  <a16:creationId xmlns:a16="http://schemas.microsoft.com/office/drawing/2014/main" id="{5FAFD34E-1867-4361-BB21-ACAF6AE1CE14}"/>
                </a:ext>
              </a:extLst>
            </p:cNvPr>
            <p:cNvSpPr/>
            <p:nvPr/>
          </p:nvSpPr>
          <p:spPr bwMode="auto">
            <a:xfrm>
              <a:off x="9649405" y="1905930"/>
              <a:ext cx="101794" cy="80667"/>
            </a:xfrm>
            <a:custGeom>
              <a:avLst/>
              <a:gdLst>
                <a:gd name="T0" fmla="*/ 6 w 26"/>
                <a:gd name="T1" fmla="*/ 0 h 21"/>
                <a:gd name="T2" fmla="*/ 0 w 26"/>
                <a:gd name="T3" fmla="*/ 10 h 21"/>
                <a:gd name="T4" fmla="*/ 21 w 26"/>
                <a:gd name="T5" fmla="*/ 21 h 21"/>
                <a:gd name="T6" fmla="*/ 26 w 26"/>
                <a:gd name="T7" fmla="*/ 10 h 21"/>
                <a:gd name="T8" fmla="*/ 6 w 26"/>
                <a:gd name="T9" fmla="*/ 0 h 21"/>
              </a:gdLst>
              <a:ahLst/>
              <a:cxnLst>
                <a:cxn ang="0">
                  <a:pos x="T0" y="T1"/>
                </a:cxn>
                <a:cxn ang="0">
                  <a:pos x="T2" y="T3"/>
                </a:cxn>
                <a:cxn ang="0">
                  <a:pos x="T4" y="T5"/>
                </a:cxn>
                <a:cxn ang="0">
                  <a:pos x="T6" y="T7"/>
                </a:cxn>
                <a:cxn ang="0">
                  <a:pos x="T8" y="T9"/>
                </a:cxn>
              </a:cxnLst>
              <a:rect l="0" t="0" r="r" b="b"/>
              <a:pathLst>
                <a:path w="26" h="21">
                  <a:moveTo>
                    <a:pt x="6" y="0"/>
                  </a:moveTo>
                  <a:cubicBezTo>
                    <a:pt x="4" y="4"/>
                    <a:pt x="2" y="7"/>
                    <a:pt x="0" y="10"/>
                  </a:cubicBezTo>
                  <a:cubicBezTo>
                    <a:pt x="6" y="14"/>
                    <a:pt x="13" y="18"/>
                    <a:pt x="21" y="21"/>
                  </a:cubicBezTo>
                  <a:cubicBezTo>
                    <a:pt x="23" y="17"/>
                    <a:pt x="25" y="13"/>
                    <a:pt x="26" y="10"/>
                  </a:cubicBezTo>
                  <a:cubicBezTo>
                    <a:pt x="19" y="7"/>
                    <a:pt x="12" y="4"/>
                    <a:pt x="6" y="0"/>
                  </a:cubicBezTo>
                </a:path>
              </a:pathLst>
            </a:custGeom>
            <a:solidFill>
              <a:srgbClr val="BCDBE0"/>
            </a:solidFill>
            <a:ln>
              <a:noFill/>
            </a:ln>
            <a:extLst>
              <a:ext uri="{91240B29-F687-4f45-9708-019B960494DF}">
                <a14:hiddenLine xmlns:p15="http://schemas.microsoft.com/office/powerpoint/2012/main"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dirty="0"/>
            </a:p>
          </p:txBody>
        </p:sp>
        <p:sp>
          <p:nvSpPr>
            <p:cNvPr id="54" name="任意多边形: 形状 53">
              <a:extLst>
                <a:ext uri="{FF2B5EF4-FFF2-40B4-BE49-F238E27FC236}">
                  <a16:creationId xmlns:a16="http://schemas.microsoft.com/office/drawing/2014/main" id="{561DF7CC-1C08-472D-9E53-D2D73230851A}"/>
                </a:ext>
              </a:extLst>
            </p:cNvPr>
            <p:cNvSpPr/>
            <p:nvPr/>
          </p:nvSpPr>
          <p:spPr bwMode="auto">
            <a:xfrm>
              <a:off x="9027112" y="2678033"/>
              <a:ext cx="201669" cy="122922"/>
            </a:xfrm>
            <a:custGeom>
              <a:avLst/>
              <a:gdLst>
                <a:gd name="T0" fmla="*/ 8 w 52"/>
                <a:gd name="T1" fmla="*/ 0 h 32"/>
                <a:gd name="T2" fmla="*/ 0 w 52"/>
                <a:gd name="T3" fmla="*/ 9 h 32"/>
                <a:gd name="T4" fmla="*/ 43 w 52"/>
                <a:gd name="T5" fmla="*/ 32 h 32"/>
                <a:gd name="T6" fmla="*/ 52 w 52"/>
                <a:gd name="T7" fmla="*/ 23 h 32"/>
                <a:gd name="T8" fmla="*/ 8 w 52"/>
                <a:gd name="T9" fmla="*/ 0 h 32"/>
              </a:gdLst>
              <a:ahLst/>
              <a:cxnLst>
                <a:cxn ang="0">
                  <a:pos x="T0" y="T1"/>
                </a:cxn>
                <a:cxn ang="0">
                  <a:pos x="T2" y="T3"/>
                </a:cxn>
                <a:cxn ang="0">
                  <a:pos x="T4" y="T5"/>
                </a:cxn>
                <a:cxn ang="0">
                  <a:pos x="T6" y="T7"/>
                </a:cxn>
                <a:cxn ang="0">
                  <a:pos x="T8" y="T9"/>
                </a:cxn>
              </a:cxnLst>
              <a:rect l="0" t="0" r="r" b="b"/>
              <a:pathLst>
                <a:path w="52" h="32">
                  <a:moveTo>
                    <a:pt x="8" y="0"/>
                  </a:moveTo>
                  <a:cubicBezTo>
                    <a:pt x="5" y="3"/>
                    <a:pt x="2" y="6"/>
                    <a:pt x="0" y="9"/>
                  </a:cubicBezTo>
                  <a:cubicBezTo>
                    <a:pt x="13" y="18"/>
                    <a:pt x="27" y="26"/>
                    <a:pt x="43" y="32"/>
                  </a:cubicBezTo>
                  <a:cubicBezTo>
                    <a:pt x="46" y="29"/>
                    <a:pt x="49" y="26"/>
                    <a:pt x="52" y="23"/>
                  </a:cubicBezTo>
                  <a:cubicBezTo>
                    <a:pt x="36" y="17"/>
                    <a:pt x="21" y="9"/>
                    <a:pt x="8" y="0"/>
                  </a:cubicBezTo>
                </a:path>
              </a:pathLst>
            </a:custGeom>
            <a:solidFill>
              <a:srgbClr val="BCDBE0"/>
            </a:solidFill>
            <a:ln>
              <a:noFill/>
            </a:ln>
            <a:extLst>
              <a:ext uri="{91240B29-F687-4f45-9708-019B960494DF}">
                <a14:hiddenLine xmlns:p15="http://schemas.microsoft.com/office/powerpoint/2012/main"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dirty="0"/>
            </a:p>
          </p:txBody>
        </p:sp>
        <p:sp>
          <p:nvSpPr>
            <p:cNvPr id="55" name="任意多边形: 形状 54">
              <a:extLst>
                <a:ext uri="{FF2B5EF4-FFF2-40B4-BE49-F238E27FC236}">
                  <a16:creationId xmlns:a16="http://schemas.microsoft.com/office/drawing/2014/main" id="{2C4775B9-3B18-4785-9629-60AD2CAD80A2}"/>
                </a:ext>
              </a:extLst>
            </p:cNvPr>
            <p:cNvSpPr/>
            <p:nvPr/>
          </p:nvSpPr>
          <p:spPr bwMode="auto">
            <a:xfrm>
              <a:off x="9874122" y="1494909"/>
              <a:ext cx="55699" cy="92191"/>
            </a:xfrm>
            <a:custGeom>
              <a:avLst/>
              <a:gdLst>
                <a:gd name="T0" fmla="*/ 14 w 14"/>
                <a:gd name="T1" fmla="*/ 0 h 24"/>
                <a:gd name="T2" fmla="*/ 13 w 14"/>
                <a:gd name="T3" fmla="*/ 0 h 24"/>
                <a:gd name="T4" fmla="*/ 0 w 14"/>
                <a:gd name="T5" fmla="*/ 24 h 24"/>
                <a:gd name="T6" fmla="*/ 6 w 14"/>
                <a:gd name="T7" fmla="*/ 23 h 24"/>
                <a:gd name="T8" fmla="*/ 14 w 14"/>
                <a:gd name="T9" fmla="*/ 0 h 24"/>
              </a:gdLst>
              <a:ahLst/>
              <a:cxnLst>
                <a:cxn ang="0">
                  <a:pos x="T0" y="T1"/>
                </a:cxn>
                <a:cxn ang="0">
                  <a:pos x="T2" y="T3"/>
                </a:cxn>
                <a:cxn ang="0">
                  <a:pos x="T4" y="T5"/>
                </a:cxn>
                <a:cxn ang="0">
                  <a:pos x="T6" y="T7"/>
                </a:cxn>
                <a:cxn ang="0">
                  <a:pos x="T8" y="T9"/>
                </a:cxn>
              </a:cxnLst>
              <a:rect l="0" t="0" r="r" b="b"/>
              <a:pathLst>
                <a:path w="14" h="24">
                  <a:moveTo>
                    <a:pt x="14" y="0"/>
                  </a:moveTo>
                  <a:cubicBezTo>
                    <a:pt x="13" y="0"/>
                    <a:pt x="13" y="0"/>
                    <a:pt x="13" y="0"/>
                  </a:cubicBezTo>
                  <a:cubicBezTo>
                    <a:pt x="13" y="0"/>
                    <a:pt x="9" y="9"/>
                    <a:pt x="0" y="24"/>
                  </a:cubicBezTo>
                  <a:cubicBezTo>
                    <a:pt x="6" y="23"/>
                    <a:pt x="6" y="23"/>
                    <a:pt x="6" y="23"/>
                  </a:cubicBezTo>
                  <a:cubicBezTo>
                    <a:pt x="10" y="10"/>
                    <a:pt x="13" y="2"/>
                    <a:pt x="14" y="0"/>
                  </a:cubicBezTo>
                </a:path>
              </a:pathLst>
            </a:custGeom>
            <a:solidFill>
              <a:srgbClr val="264D62"/>
            </a:solidFill>
            <a:ln>
              <a:noFill/>
            </a:ln>
            <a:extLst>
              <a:ext uri="{91240B29-F687-4f45-9708-019B960494DF}">
                <a14:hiddenLine xmlns:p15="http://schemas.microsoft.com/office/powerpoint/2012/main"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dirty="0"/>
            </a:p>
          </p:txBody>
        </p:sp>
        <p:sp>
          <p:nvSpPr>
            <p:cNvPr id="56" name="任意多边形: 形状 55">
              <a:extLst>
                <a:ext uri="{FF2B5EF4-FFF2-40B4-BE49-F238E27FC236}">
                  <a16:creationId xmlns:a16="http://schemas.microsoft.com/office/drawing/2014/main" id="{7D3FF6A1-02D3-46BD-934D-D211641F8E12}"/>
                </a:ext>
              </a:extLst>
            </p:cNvPr>
            <p:cNvSpPr/>
            <p:nvPr/>
          </p:nvSpPr>
          <p:spPr bwMode="auto">
            <a:xfrm>
              <a:off x="9401641" y="2218997"/>
              <a:ext cx="48016" cy="63382"/>
            </a:xfrm>
            <a:custGeom>
              <a:avLst/>
              <a:gdLst>
                <a:gd name="T0" fmla="*/ 12 w 12"/>
                <a:gd name="T1" fmla="*/ 0 h 16"/>
                <a:gd name="T2" fmla="*/ 0 w 12"/>
                <a:gd name="T3" fmla="*/ 16 h 16"/>
                <a:gd name="T4" fmla="*/ 3 w 12"/>
                <a:gd name="T5" fmla="*/ 13 h 16"/>
                <a:gd name="T6" fmla="*/ 12 w 12"/>
                <a:gd name="T7" fmla="*/ 0 h 16"/>
              </a:gdLst>
              <a:ahLst/>
              <a:cxnLst>
                <a:cxn ang="0">
                  <a:pos x="T0" y="T1"/>
                </a:cxn>
                <a:cxn ang="0">
                  <a:pos x="T2" y="T3"/>
                </a:cxn>
                <a:cxn ang="0">
                  <a:pos x="T4" y="T5"/>
                </a:cxn>
                <a:cxn ang="0">
                  <a:pos x="T6" y="T7"/>
                </a:cxn>
              </a:cxnLst>
              <a:rect l="0" t="0" r="r" b="b"/>
              <a:pathLst>
                <a:path w="12" h="16">
                  <a:moveTo>
                    <a:pt x="12" y="0"/>
                  </a:moveTo>
                  <a:cubicBezTo>
                    <a:pt x="8" y="5"/>
                    <a:pt x="5" y="11"/>
                    <a:pt x="0" y="16"/>
                  </a:cubicBezTo>
                  <a:cubicBezTo>
                    <a:pt x="1" y="15"/>
                    <a:pt x="2" y="14"/>
                    <a:pt x="3" y="13"/>
                  </a:cubicBezTo>
                  <a:cubicBezTo>
                    <a:pt x="7" y="9"/>
                    <a:pt x="10" y="5"/>
                    <a:pt x="12" y="0"/>
                  </a:cubicBezTo>
                </a:path>
              </a:pathLst>
            </a:custGeom>
            <a:solidFill>
              <a:srgbClr val="14333D"/>
            </a:solidFill>
            <a:ln>
              <a:noFill/>
            </a:ln>
            <a:extLst>
              <a:ext uri="{91240B29-F687-4f45-9708-019B960494DF}">
                <a14:hiddenLine xmlns:p15="http://schemas.microsoft.com/office/powerpoint/2012/main"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dirty="0"/>
            </a:p>
          </p:txBody>
        </p:sp>
      </p:grpSp>
    </p:spTree>
    <p:extLst>
      <p:ext uri="{BB962C8B-B14F-4D97-AF65-F5344CB8AC3E}">
        <p14:creationId xmlns:p14="http://schemas.microsoft.com/office/powerpoint/2010/main" val="286572582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Tn>
                        </p:par>
                        <p:par>
                          <p:cTn id="5" fill="hold">
                            <p:stCondLst>
                              <p:cond delay="0"/>
                            </p:stCondLst>
                            <p:childTnLst>
                              <p:par>
                                <p:cTn id="6" presetID="2" presetClass="entr" presetSubtype="12" fill="hold" nodeType="afterEffect">
                                  <p:childTnLst>
                                    <p:set>
                                      <p:cBhvr>
                                        <p:cTn id="7" dur="1" fill="hold">
                                          <p:stCondLst>
                                            <p:cond delay="0"/>
                                          </p:stCondLst>
                                        </p:cTn>
                                        <p:tgtEl>
                                          <p:spTgt spid="31"/>
                                        </p:tgtEl>
                                        <p:attrNameLst>
                                          <p:attrName>style.visibility</p:attrName>
                                        </p:attrNameLst>
                                      </p:cBhvr>
                                      <p:to>
                                        <p:strVal val="visible"/>
                                      </p:to>
                                    </p:set>
                                    <p:anim calcmode="lin" valueType="num">
                                      <p:cBhvr additive="base">
                                        <p:cTn id="8" dur="500" fill="hold"/>
                                        <p:tgtEl>
                                          <p:spTgt spid="31"/>
                                        </p:tgtEl>
                                        <p:attrNameLst>
                                          <p:attrName>ppt_x</p:attrName>
                                        </p:attrNameLst>
                                      </p:cBhvr>
                                      <p:tavLst>
                                        <p:tav tm="0">
                                          <p:val>
                                            <p:strVal val="0-#ppt_w/2"/>
                                          </p:val>
                                        </p:tav>
                                        <p:tav tm="100000">
                                          <p:val>
                                            <p:strVal val="#ppt_x"/>
                                          </p:val>
                                        </p:tav>
                                      </p:tavLst>
                                    </p:anim>
                                    <p:anim calcmode="lin" valueType="num">
                                      <p:cBhvr additive="base">
                                        <p:cTn id="9" dur="500" fill="hold"/>
                                        <p:tgtEl>
                                          <p:spTgt spid="31"/>
                                        </p:tgtEl>
                                        <p:attrNameLst>
                                          <p:attrName>ppt_y</p:attrName>
                                        </p:attrNameLst>
                                      </p:cBhvr>
                                      <p:tavLst>
                                        <p:tav tm="0">
                                          <p:val>
                                            <p:strVal val="1+#ppt_h/2"/>
                                          </p:val>
                                        </p:tav>
                                        <p:tav tm="100000">
                                          <p:val>
                                            <p:strVal val="#ppt_y"/>
                                          </p:val>
                                        </p:tav>
                                      </p:tavLst>
                                    </p:anim>
                                  </p:childTnLst>
                                </p:cTn>
                              </p:par>
                            </p:childTnLst>
                          </p:cTn>
                        </p:par>
                        <p:par>
                          <p:cTn id="10" fill="hold">
                            <p:stCondLst>
                              <p:cond delay="500"/>
                            </p:stCondLst>
                            <p:childTnLst>
                              <p:par>
                                <p:cTn id="11" presetID="2" presetClass="entr" presetSubtype="8" fill="hold" nodeType="afterEffec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0-#ppt_w/2"/>
                                          </p:val>
                                        </p:tav>
                                        <p:tav tm="100000">
                                          <p:val>
                                            <p:strVal val="#ppt_x"/>
                                          </p:val>
                                        </p:tav>
                                      </p:tavLst>
                                    </p:anim>
                                    <p:anim calcmode="lin" valueType="num">
                                      <p:cBhvr additive="base">
                                        <p:cTn id="14" dur="500" fill="hold"/>
                                        <p:tgtEl>
                                          <p:spTgt spid="13"/>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ID="2" presetClass="entr" presetSubtype="8" fill="hold" nodeType="afterEffect">
                                  <p:childTnLst>
                                    <p:set>
                                      <p:cBhvr>
                                        <p:cTn id="17" dur="1" fill="hold">
                                          <p:stCondLst>
                                            <p:cond delay="0"/>
                                          </p:stCondLst>
                                        </p:cTn>
                                        <p:tgtEl>
                                          <p:spTgt spid="22"/>
                                        </p:tgtEl>
                                        <p:attrNameLst>
                                          <p:attrName>style.visibility</p:attrName>
                                        </p:attrNameLst>
                                      </p:cBhvr>
                                      <p:to>
                                        <p:strVal val="visible"/>
                                      </p:to>
                                    </p:set>
                                    <p:anim calcmode="lin" valueType="num">
                                      <p:cBhvr additive="base">
                                        <p:cTn id="18" dur="500" fill="hold"/>
                                        <p:tgtEl>
                                          <p:spTgt spid="22"/>
                                        </p:tgtEl>
                                        <p:attrNameLst>
                                          <p:attrName>ppt_x</p:attrName>
                                        </p:attrNameLst>
                                      </p:cBhvr>
                                      <p:tavLst>
                                        <p:tav tm="0">
                                          <p:val>
                                            <p:strVal val="0-#ppt_w/2"/>
                                          </p:val>
                                        </p:tav>
                                        <p:tav tm="100000">
                                          <p:val>
                                            <p:strVal val="#ppt_x"/>
                                          </p:val>
                                        </p:tav>
                                      </p:tavLst>
                                    </p:anim>
                                    <p:anim calcmode="lin" valueType="num">
                                      <p:cBhvr additive="base">
                                        <p:cTn id="19" dur="500" fill="hold"/>
                                        <p:tgtEl>
                                          <p:spTgt spid="22"/>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8" fill="hold" nodeType="afterEffec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500" fill="hold"/>
                                        <p:tgtEl>
                                          <p:spTgt spid="16"/>
                                        </p:tgtEl>
                                        <p:attrNameLst>
                                          <p:attrName>ppt_x</p:attrName>
                                        </p:attrNameLst>
                                      </p:cBhvr>
                                      <p:tavLst>
                                        <p:tav tm="0">
                                          <p:val>
                                            <p:strVal val="0-#ppt_w/2"/>
                                          </p:val>
                                        </p:tav>
                                        <p:tav tm="100000">
                                          <p:val>
                                            <p:strVal val="#ppt_x"/>
                                          </p:val>
                                        </p:tav>
                                      </p:tavLst>
                                    </p:anim>
                                    <p:anim calcmode="lin" valueType="num">
                                      <p:cBhvr additive="base">
                                        <p:cTn id="24" dur="500" fill="hold"/>
                                        <p:tgtEl>
                                          <p:spTgt spid="16"/>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2" presetClass="entr" presetSubtype="8" fill="hold" nodeType="afterEffect">
                                  <p:childTnLst>
                                    <p:set>
                                      <p:cBhvr>
                                        <p:cTn id="27" dur="1" fill="hold">
                                          <p:stCondLst>
                                            <p:cond delay="0"/>
                                          </p:stCondLst>
                                        </p:cTn>
                                        <p:tgtEl>
                                          <p:spTgt spid="25"/>
                                        </p:tgtEl>
                                        <p:attrNameLst>
                                          <p:attrName>style.visibility</p:attrName>
                                        </p:attrNameLst>
                                      </p:cBhvr>
                                      <p:to>
                                        <p:strVal val="visible"/>
                                      </p:to>
                                    </p:set>
                                    <p:anim calcmode="lin" valueType="num">
                                      <p:cBhvr additive="base">
                                        <p:cTn id="28" dur="500" fill="hold"/>
                                        <p:tgtEl>
                                          <p:spTgt spid="25"/>
                                        </p:tgtEl>
                                        <p:attrNameLst>
                                          <p:attrName>ppt_x</p:attrName>
                                        </p:attrNameLst>
                                      </p:cBhvr>
                                      <p:tavLst>
                                        <p:tav tm="0">
                                          <p:val>
                                            <p:strVal val="0-#ppt_w/2"/>
                                          </p:val>
                                        </p:tav>
                                        <p:tav tm="100000">
                                          <p:val>
                                            <p:strVal val="#ppt_x"/>
                                          </p:val>
                                        </p:tav>
                                      </p:tavLst>
                                    </p:anim>
                                    <p:anim calcmode="lin" valueType="num">
                                      <p:cBhvr additive="base">
                                        <p:cTn id="29" dur="500" fill="hold"/>
                                        <p:tgtEl>
                                          <p:spTgt spid="25"/>
                                        </p:tgtEl>
                                        <p:attrNameLst>
                                          <p:attrName>ppt_y</p:attrName>
                                        </p:attrNameLst>
                                      </p:cBhvr>
                                      <p:tavLst>
                                        <p:tav tm="0">
                                          <p:val>
                                            <p:strVal val="#ppt_y"/>
                                          </p:val>
                                        </p:tav>
                                        <p:tav tm="100000">
                                          <p:val>
                                            <p:strVal val="#ppt_y"/>
                                          </p:val>
                                        </p:tav>
                                      </p:tavLst>
                                    </p:anim>
                                  </p:childTnLst>
                                </p:cTn>
                              </p:par>
                            </p:childTnLst>
                          </p:cTn>
                        </p:par>
                        <p:par>
                          <p:cTn id="30" fill="hold">
                            <p:stCondLst>
                              <p:cond delay="2500"/>
                            </p:stCondLst>
                            <p:childTnLst>
                              <p:par>
                                <p:cTn id="31" presetID="2" presetClass="entr" presetSubtype="8" fill="hold" nodeType="afterEffect">
                                  <p:childTnLst>
                                    <p:set>
                                      <p:cBhvr>
                                        <p:cTn id="32" dur="1" fill="hold">
                                          <p:stCondLst>
                                            <p:cond delay="0"/>
                                          </p:stCondLst>
                                        </p:cTn>
                                        <p:tgtEl>
                                          <p:spTgt spid="19"/>
                                        </p:tgtEl>
                                        <p:attrNameLst>
                                          <p:attrName>style.visibility</p:attrName>
                                        </p:attrNameLst>
                                      </p:cBhvr>
                                      <p:to>
                                        <p:strVal val="visible"/>
                                      </p:to>
                                    </p:set>
                                    <p:anim calcmode="lin" valueType="num">
                                      <p:cBhvr additive="base">
                                        <p:cTn id="33" dur="500" fill="hold"/>
                                        <p:tgtEl>
                                          <p:spTgt spid="19"/>
                                        </p:tgtEl>
                                        <p:attrNameLst>
                                          <p:attrName>ppt_x</p:attrName>
                                        </p:attrNameLst>
                                      </p:cBhvr>
                                      <p:tavLst>
                                        <p:tav tm="0">
                                          <p:val>
                                            <p:strVal val="0-#ppt_w/2"/>
                                          </p:val>
                                        </p:tav>
                                        <p:tav tm="100000">
                                          <p:val>
                                            <p:strVal val="#ppt_x"/>
                                          </p:val>
                                        </p:tav>
                                      </p:tavLst>
                                    </p:anim>
                                    <p:anim calcmode="lin" valueType="num">
                                      <p:cBhvr additive="base">
                                        <p:cTn id="34" dur="500" fill="hold"/>
                                        <p:tgtEl>
                                          <p:spTgt spid="19"/>
                                        </p:tgtEl>
                                        <p:attrNameLst>
                                          <p:attrName>ppt_y</p:attrName>
                                        </p:attrNameLst>
                                      </p:cBhvr>
                                      <p:tavLst>
                                        <p:tav tm="0">
                                          <p:val>
                                            <p:strVal val="#ppt_y"/>
                                          </p:val>
                                        </p:tav>
                                        <p:tav tm="100000">
                                          <p:val>
                                            <p:strVal val="#ppt_y"/>
                                          </p:val>
                                        </p:tav>
                                      </p:tavLst>
                                    </p:anim>
                                  </p:childTnLst>
                                </p:cTn>
                              </p:par>
                            </p:childTnLst>
                          </p:cTn>
                        </p:par>
                        <p:par>
                          <p:cTn id="35" fill="hold">
                            <p:stCondLst>
                              <p:cond delay="3000"/>
                            </p:stCondLst>
                            <p:childTnLst>
                              <p:par>
                                <p:cTn id="36" presetID="2" presetClass="entr" presetSubtype="8" fill="hold" nodeType="afterEffect">
                                  <p:childTnLst>
                                    <p:set>
                                      <p:cBhvr>
                                        <p:cTn id="37" dur="1" fill="hold">
                                          <p:stCondLst>
                                            <p:cond delay="0"/>
                                          </p:stCondLst>
                                        </p:cTn>
                                        <p:tgtEl>
                                          <p:spTgt spid="28"/>
                                        </p:tgtEl>
                                        <p:attrNameLst>
                                          <p:attrName>style.visibility</p:attrName>
                                        </p:attrNameLst>
                                      </p:cBhvr>
                                      <p:to>
                                        <p:strVal val="visible"/>
                                      </p:to>
                                    </p:set>
                                    <p:anim calcmode="lin" valueType="num">
                                      <p:cBhvr additive="base">
                                        <p:cTn id="38" dur="500" fill="hold"/>
                                        <p:tgtEl>
                                          <p:spTgt spid="28"/>
                                        </p:tgtEl>
                                        <p:attrNameLst>
                                          <p:attrName>ppt_x</p:attrName>
                                        </p:attrNameLst>
                                      </p:cBhvr>
                                      <p:tavLst>
                                        <p:tav tm="0">
                                          <p:val>
                                            <p:strVal val="0-#ppt_w/2"/>
                                          </p:val>
                                        </p:tav>
                                        <p:tav tm="100000">
                                          <p:val>
                                            <p:strVal val="#ppt_x"/>
                                          </p:val>
                                        </p:tav>
                                      </p:tavLst>
                                    </p:anim>
                                    <p:anim calcmode="lin" valueType="num">
                                      <p:cBhvr additive="base">
                                        <p:cTn id="39"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五年规划</a:t>
            </a:r>
          </a:p>
        </p:txBody>
      </p:sp>
      <p:grpSp>
        <p:nvGrpSpPr>
          <p:cNvPr id="34" name="千图PPT彼岸天：ID 8661124库_组合 3">
            <a:extLst>
              <a:ext uri="{FF2B5EF4-FFF2-40B4-BE49-F238E27FC236}">
                <a16:creationId xmlns:a16="http://schemas.microsoft.com/office/drawing/2014/main" id="{6398CBC4-0037-40CD-B6C0-C5B7BF88BAD1}"/>
              </a:ext>
            </a:extLst>
          </p:cNvPr>
          <p:cNvGrpSpPr/>
          <p:nvPr>
            <p:custDataLst>
              <p:tags r:id="rId1"/>
            </p:custDataLst>
          </p:nvPr>
        </p:nvGrpSpPr>
        <p:grpSpPr>
          <a:xfrm>
            <a:off x="4061893" y="2063455"/>
            <a:ext cx="3894277" cy="3474289"/>
            <a:chOff x="3640618" y="1371730"/>
            <a:chExt cx="4892478" cy="4364834"/>
          </a:xfrm>
        </p:grpSpPr>
        <p:sp>
          <p:nvSpPr>
            <p:cNvPr id="35" name="Color 3">
              <a:extLst>
                <a:ext uri="{FF2B5EF4-FFF2-40B4-BE49-F238E27FC236}">
                  <a16:creationId xmlns:a16="http://schemas.microsoft.com/office/drawing/2014/main" id="{A732C109-3FD9-41B2-9EC3-D9B22E24D765}"/>
                </a:ext>
              </a:extLst>
            </p:cNvPr>
            <p:cNvSpPr/>
            <p:nvPr/>
          </p:nvSpPr>
          <p:spPr bwMode="auto">
            <a:xfrm>
              <a:off x="4434278" y="3816465"/>
              <a:ext cx="1550931" cy="1614871"/>
            </a:xfrm>
            <a:custGeom>
              <a:avLst/>
              <a:gdLst>
                <a:gd name="T0" fmla="*/ 431 w 468"/>
                <a:gd name="T1" fmla="*/ 294 h 487"/>
                <a:gd name="T2" fmla="*/ 457 w 468"/>
                <a:gd name="T3" fmla="*/ 321 h 487"/>
                <a:gd name="T4" fmla="*/ 468 w 468"/>
                <a:gd name="T5" fmla="*/ 337 h 487"/>
                <a:gd name="T6" fmla="*/ 468 w 468"/>
                <a:gd name="T7" fmla="*/ 166 h 487"/>
                <a:gd name="T8" fmla="*/ 308 w 468"/>
                <a:gd name="T9" fmla="*/ 1 h 487"/>
                <a:gd name="T10" fmla="*/ 287 w 468"/>
                <a:gd name="T11" fmla="*/ 0 h 487"/>
                <a:gd name="T12" fmla="*/ 161 w 468"/>
                <a:gd name="T13" fmla="*/ 73 h 487"/>
                <a:gd name="T14" fmla="*/ 160 w 468"/>
                <a:gd name="T15" fmla="*/ 75 h 487"/>
                <a:gd name="T16" fmla="*/ 161 w 468"/>
                <a:gd name="T17" fmla="*/ 77 h 487"/>
                <a:gd name="T18" fmla="*/ 161 w 468"/>
                <a:gd name="T19" fmla="*/ 79 h 487"/>
                <a:gd name="T20" fmla="*/ 157 w 468"/>
                <a:gd name="T21" fmla="*/ 82 h 487"/>
                <a:gd name="T22" fmla="*/ 155 w 468"/>
                <a:gd name="T23" fmla="*/ 82 h 487"/>
                <a:gd name="T24" fmla="*/ 154 w 468"/>
                <a:gd name="T25" fmla="*/ 82 h 487"/>
                <a:gd name="T26" fmla="*/ 153 w 468"/>
                <a:gd name="T27" fmla="*/ 82 h 487"/>
                <a:gd name="T28" fmla="*/ 146 w 468"/>
                <a:gd name="T29" fmla="*/ 81 h 487"/>
                <a:gd name="T30" fmla="*/ 130 w 468"/>
                <a:gd name="T31" fmla="*/ 80 h 487"/>
                <a:gd name="T32" fmla="*/ 43 w 468"/>
                <a:gd name="T33" fmla="*/ 112 h 487"/>
                <a:gd name="T34" fmla="*/ 2 w 468"/>
                <a:gd name="T35" fmla="*/ 199 h 487"/>
                <a:gd name="T36" fmla="*/ 78 w 468"/>
                <a:gd name="T37" fmla="*/ 322 h 487"/>
                <a:gd name="T38" fmla="*/ 88 w 468"/>
                <a:gd name="T39" fmla="*/ 329 h 487"/>
                <a:gd name="T40" fmla="*/ 87 w 468"/>
                <a:gd name="T41" fmla="*/ 317 h 487"/>
                <a:gd name="T42" fmla="*/ 122 w 468"/>
                <a:gd name="T43" fmla="*/ 224 h 487"/>
                <a:gd name="T44" fmla="*/ 127 w 468"/>
                <a:gd name="T45" fmla="*/ 219 h 487"/>
                <a:gd name="T46" fmla="*/ 124 w 468"/>
                <a:gd name="T47" fmla="*/ 217 h 487"/>
                <a:gd name="T48" fmla="*/ 135 w 468"/>
                <a:gd name="T49" fmla="*/ 224 h 487"/>
                <a:gd name="T50" fmla="*/ 134 w 468"/>
                <a:gd name="T51" fmla="*/ 224 h 487"/>
                <a:gd name="T52" fmla="*/ 131 w 468"/>
                <a:gd name="T53" fmla="*/ 226 h 487"/>
                <a:gd name="T54" fmla="*/ 97 w 468"/>
                <a:gd name="T55" fmla="*/ 332 h 487"/>
                <a:gd name="T56" fmla="*/ 218 w 468"/>
                <a:gd name="T57" fmla="*/ 427 h 487"/>
                <a:gd name="T58" fmla="*/ 238 w 468"/>
                <a:gd name="T59" fmla="*/ 425 h 487"/>
                <a:gd name="T60" fmla="*/ 252 w 468"/>
                <a:gd name="T61" fmla="*/ 422 h 487"/>
                <a:gd name="T62" fmla="*/ 258 w 468"/>
                <a:gd name="T63" fmla="*/ 420 h 487"/>
                <a:gd name="T64" fmla="*/ 256 w 468"/>
                <a:gd name="T65" fmla="*/ 414 h 487"/>
                <a:gd name="T66" fmla="*/ 252 w 468"/>
                <a:gd name="T67" fmla="*/ 383 h 487"/>
                <a:gd name="T68" fmla="*/ 278 w 468"/>
                <a:gd name="T69" fmla="*/ 311 h 487"/>
                <a:gd name="T70" fmla="*/ 280 w 468"/>
                <a:gd name="T71" fmla="*/ 308 h 487"/>
                <a:gd name="T72" fmla="*/ 279 w 468"/>
                <a:gd name="T73" fmla="*/ 305 h 487"/>
                <a:gd name="T74" fmla="*/ 269 w 468"/>
                <a:gd name="T75" fmla="*/ 254 h 487"/>
                <a:gd name="T76" fmla="*/ 326 w 468"/>
                <a:gd name="T77" fmla="*/ 148 h 487"/>
                <a:gd name="T78" fmla="*/ 329 w 468"/>
                <a:gd name="T79" fmla="*/ 145 h 487"/>
                <a:gd name="T80" fmla="*/ 329 w 468"/>
                <a:gd name="T81" fmla="*/ 144 h 487"/>
                <a:gd name="T82" fmla="*/ 334 w 468"/>
                <a:gd name="T83" fmla="*/ 156 h 487"/>
                <a:gd name="T84" fmla="*/ 332 w 468"/>
                <a:gd name="T85" fmla="*/ 153 h 487"/>
                <a:gd name="T86" fmla="*/ 327 w 468"/>
                <a:gd name="T87" fmla="*/ 156 h 487"/>
                <a:gd name="T88" fmla="*/ 277 w 468"/>
                <a:gd name="T89" fmla="*/ 254 h 487"/>
                <a:gd name="T90" fmla="*/ 340 w 468"/>
                <a:gd name="T91" fmla="*/ 360 h 487"/>
                <a:gd name="T92" fmla="*/ 342 w 468"/>
                <a:gd name="T93" fmla="*/ 365 h 487"/>
                <a:gd name="T94" fmla="*/ 336 w 468"/>
                <a:gd name="T95" fmla="*/ 367 h 487"/>
                <a:gd name="T96" fmla="*/ 288 w 468"/>
                <a:gd name="T97" fmla="*/ 324 h 487"/>
                <a:gd name="T98" fmla="*/ 284 w 468"/>
                <a:gd name="T99" fmla="*/ 316 h 487"/>
                <a:gd name="T100" fmla="*/ 278 w 468"/>
                <a:gd name="T101" fmla="*/ 324 h 487"/>
                <a:gd name="T102" fmla="*/ 260 w 468"/>
                <a:gd name="T103" fmla="*/ 383 h 487"/>
                <a:gd name="T104" fmla="*/ 364 w 468"/>
                <a:gd name="T105" fmla="*/ 487 h 487"/>
                <a:gd name="T106" fmla="*/ 468 w 468"/>
                <a:gd name="T107" fmla="*/ 383 h 487"/>
                <a:gd name="T108" fmla="*/ 426 w 468"/>
                <a:gd name="T109" fmla="*/ 300 h 487"/>
                <a:gd name="T110" fmla="*/ 425 w 468"/>
                <a:gd name="T111" fmla="*/ 297 h 487"/>
                <a:gd name="T112" fmla="*/ 425 w 468"/>
                <a:gd name="T113" fmla="*/ 294 h 487"/>
                <a:gd name="T114" fmla="*/ 431 w 468"/>
                <a:gd name="T115" fmla="*/ 294 h 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68" h="487">
                  <a:moveTo>
                    <a:pt x="431" y="294"/>
                  </a:moveTo>
                  <a:cubicBezTo>
                    <a:pt x="441" y="301"/>
                    <a:pt x="450" y="310"/>
                    <a:pt x="457" y="321"/>
                  </a:cubicBezTo>
                  <a:cubicBezTo>
                    <a:pt x="468" y="337"/>
                    <a:pt x="468" y="337"/>
                    <a:pt x="468" y="337"/>
                  </a:cubicBezTo>
                  <a:cubicBezTo>
                    <a:pt x="468" y="166"/>
                    <a:pt x="468" y="166"/>
                    <a:pt x="468" y="166"/>
                  </a:cubicBezTo>
                  <a:cubicBezTo>
                    <a:pt x="468" y="86"/>
                    <a:pt x="396" y="12"/>
                    <a:pt x="308" y="1"/>
                  </a:cubicBezTo>
                  <a:cubicBezTo>
                    <a:pt x="301" y="0"/>
                    <a:pt x="294" y="0"/>
                    <a:pt x="287" y="0"/>
                  </a:cubicBezTo>
                  <a:cubicBezTo>
                    <a:pt x="231" y="0"/>
                    <a:pt x="182" y="28"/>
                    <a:pt x="161" y="73"/>
                  </a:cubicBezTo>
                  <a:cubicBezTo>
                    <a:pt x="160" y="75"/>
                    <a:pt x="160" y="75"/>
                    <a:pt x="160" y="75"/>
                  </a:cubicBezTo>
                  <a:cubicBezTo>
                    <a:pt x="161" y="77"/>
                    <a:pt x="161" y="77"/>
                    <a:pt x="161" y="77"/>
                  </a:cubicBezTo>
                  <a:cubicBezTo>
                    <a:pt x="161" y="78"/>
                    <a:pt x="161" y="78"/>
                    <a:pt x="161" y="79"/>
                  </a:cubicBezTo>
                  <a:cubicBezTo>
                    <a:pt x="161" y="81"/>
                    <a:pt x="159" y="83"/>
                    <a:pt x="157" y="82"/>
                  </a:cubicBezTo>
                  <a:cubicBezTo>
                    <a:pt x="156" y="82"/>
                    <a:pt x="156" y="82"/>
                    <a:pt x="155" y="82"/>
                  </a:cubicBezTo>
                  <a:cubicBezTo>
                    <a:pt x="154" y="82"/>
                    <a:pt x="154" y="82"/>
                    <a:pt x="154" y="82"/>
                  </a:cubicBezTo>
                  <a:cubicBezTo>
                    <a:pt x="154" y="82"/>
                    <a:pt x="154" y="82"/>
                    <a:pt x="153" y="82"/>
                  </a:cubicBezTo>
                  <a:cubicBezTo>
                    <a:pt x="151" y="81"/>
                    <a:pt x="148" y="81"/>
                    <a:pt x="146" y="81"/>
                  </a:cubicBezTo>
                  <a:cubicBezTo>
                    <a:pt x="140" y="80"/>
                    <a:pt x="135" y="80"/>
                    <a:pt x="130" y="80"/>
                  </a:cubicBezTo>
                  <a:cubicBezTo>
                    <a:pt x="97" y="80"/>
                    <a:pt x="67" y="91"/>
                    <a:pt x="43" y="112"/>
                  </a:cubicBezTo>
                  <a:cubicBezTo>
                    <a:pt x="18" y="134"/>
                    <a:pt x="3" y="165"/>
                    <a:pt x="2" y="199"/>
                  </a:cubicBezTo>
                  <a:cubicBezTo>
                    <a:pt x="0" y="253"/>
                    <a:pt x="40" y="298"/>
                    <a:pt x="78" y="322"/>
                  </a:cubicBezTo>
                  <a:cubicBezTo>
                    <a:pt x="88" y="329"/>
                    <a:pt x="88" y="329"/>
                    <a:pt x="88" y="329"/>
                  </a:cubicBezTo>
                  <a:cubicBezTo>
                    <a:pt x="87" y="317"/>
                    <a:pt x="87" y="317"/>
                    <a:pt x="87" y="317"/>
                  </a:cubicBezTo>
                  <a:cubicBezTo>
                    <a:pt x="84" y="281"/>
                    <a:pt x="97" y="247"/>
                    <a:pt x="122" y="224"/>
                  </a:cubicBezTo>
                  <a:cubicBezTo>
                    <a:pt x="127" y="219"/>
                    <a:pt x="127" y="219"/>
                    <a:pt x="127" y="219"/>
                  </a:cubicBezTo>
                  <a:cubicBezTo>
                    <a:pt x="124" y="217"/>
                    <a:pt x="124" y="217"/>
                    <a:pt x="124" y="217"/>
                  </a:cubicBezTo>
                  <a:cubicBezTo>
                    <a:pt x="128" y="220"/>
                    <a:pt x="131" y="222"/>
                    <a:pt x="135" y="224"/>
                  </a:cubicBezTo>
                  <a:cubicBezTo>
                    <a:pt x="134" y="224"/>
                    <a:pt x="134" y="224"/>
                    <a:pt x="134" y="224"/>
                  </a:cubicBezTo>
                  <a:cubicBezTo>
                    <a:pt x="131" y="226"/>
                    <a:pt x="131" y="226"/>
                    <a:pt x="131" y="226"/>
                  </a:cubicBezTo>
                  <a:cubicBezTo>
                    <a:pt x="101" y="252"/>
                    <a:pt x="88" y="293"/>
                    <a:pt x="97" y="332"/>
                  </a:cubicBezTo>
                  <a:cubicBezTo>
                    <a:pt x="110" y="387"/>
                    <a:pt x="161" y="427"/>
                    <a:pt x="218" y="427"/>
                  </a:cubicBezTo>
                  <a:cubicBezTo>
                    <a:pt x="225" y="427"/>
                    <a:pt x="231" y="426"/>
                    <a:pt x="238" y="425"/>
                  </a:cubicBezTo>
                  <a:cubicBezTo>
                    <a:pt x="243" y="424"/>
                    <a:pt x="247" y="423"/>
                    <a:pt x="252" y="422"/>
                  </a:cubicBezTo>
                  <a:cubicBezTo>
                    <a:pt x="258" y="420"/>
                    <a:pt x="258" y="420"/>
                    <a:pt x="258" y="420"/>
                  </a:cubicBezTo>
                  <a:cubicBezTo>
                    <a:pt x="256" y="414"/>
                    <a:pt x="256" y="414"/>
                    <a:pt x="256" y="414"/>
                  </a:cubicBezTo>
                  <a:cubicBezTo>
                    <a:pt x="253" y="404"/>
                    <a:pt x="252" y="394"/>
                    <a:pt x="252" y="383"/>
                  </a:cubicBezTo>
                  <a:cubicBezTo>
                    <a:pt x="252" y="357"/>
                    <a:pt x="261" y="331"/>
                    <a:pt x="278" y="311"/>
                  </a:cubicBezTo>
                  <a:cubicBezTo>
                    <a:pt x="280" y="308"/>
                    <a:pt x="280" y="308"/>
                    <a:pt x="280" y="308"/>
                  </a:cubicBezTo>
                  <a:cubicBezTo>
                    <a:pt x="279" y="305"/>
                    <a:pt x="279" y="305"/>
                    <a:pt x="279" y="305"/>
                  </a:cubicBezTo>
                  <a:cubicBezTo>
                    <a:pt x="272" y="289"/>
                    <a:pt x="269" y="272"/>
                    <a:pt x="269" y="254"/>
                  </a:cubicBezTo>
                  <a:cubicBezTo>
                    <a:pt x="269" y="210"/>
                    <a:pt x="290" y="170"/>
                    <a:pt x="326" y="148"/>
                  </a:cubicBezTo>
                  <a:cubicBezTo>
                    <a:pt x="329" y="145"/>
                    <a:pt x="329" y="145"/>
                    <a:pt x="329" y="145"/>
                  </a:cubicBezTo>
                  <a:cubicBezTo>
                    <a:pt x="329" y="144"/>
                    <a:pt x="329" y="144"/>
                    <a:pt x="329" y="144"/>
                  </a:cubicBezTo>
                  <a:cubicBezTo>
                    <a:pt x="330" y="148"/>
                    <a:pt x="332" y="152"/>
                    <a:pt x="334" y="156"/>
                  </a:cubicBezTo>
                  <a:cubicBezTo>
                    <a:pt x="332" y="153"/>
                    <a:pt x="332" y="153"/>
                    <a:pt x="332" y="153"/>
                  </a:cubicBezTo>
                  <a:cubicBezTo>
                    <a:pt x="327" y="156"/>
                    <a:pt x="327" y="156"/>
                    <a:pt x="327" y="156"/>
                  </a:cubicBezTo>
                  <a:cubicBezTo>
                    <a:pt x="295" y="177"/>
                    <a:pt x="277" y="214"/>
                    <a:pt x="277" y="254"/>
                  </a:cubicBezTo>
                  <a:cubicBezTo>
                    <a:pt x="277" y="301"/>
                    <a:pt x="301" y="342"/>
                    <a:pt x="340" y="360"/>
                  </a:cubicBezTo>
                  <a:cubicBezTo>
                    <a:pt x="342" y="361"/>
                    <a:pt x="343" y="363"/>
                    <a:pt x="342" y="365"/>
                  </a:cubicBezTo>
                  <a:cubicBezTo>
                    <a:pt x="341" y="367"/>
                    <a:pt x="338" y="368"/>
                    <a:pt x="336" y="367"/>
                  </a:cubicBezTo>
                  <a:cubicBezTo>
                    <a:pt x="317" y="358"/>
                    <a:pt x="300" y="343"/>
                    <a:pt x="288" y="324"/>
                  </a:cubicBezTo>
                  <a:cubicBezTo>
                    <a:pt x="284" y="316"/>
                    <a:pt x="284" y="316"/>
                    <a:pt x="284" y="316"/>
                  </a:cubicBezTo>
                  <a:cubicBezTo>
                    <a:pt x="278" y="324"/>
                    <a:pt x="278" y="324"/>
                    <a:pt x="278" y="324"/>
                  </a:cubicBezTo>
                  <a:cubicBezTo>
                    <a:pt x="266" y="341"/>
                    <a:pt x="260" y="362"/>
                    <a:pt x="260" y="383"/>
                  </a:cubicBezTo>
                  <a:cubicBezTo>
                    <a:pt x="260" y="440"/>
                    <a:pt x="306" y="487"/>
                    <a:pt x="364" y="487"/>
                  </a:cubicBezTo>
                  <a:cubicBezTo>
                    <a:pt x="421" y="487"/>
                    <a:pt x="468" y="440"/>
                    <a:pt x="468" y="383"/>
                  </a:cubicBezTo>
                  <a:cubicBezTo>
                    <a:pt x="468" y="350"/>
                    <a:pt x="453" y="320"/>
                    <a:pt x="426" y="300"/>
                  </a:cubicBezTo>
                  <a:cubicBezTo>
                    <a:pt x="425" y="299"/>
                    <a:pt x="425" y="298"/>
                    <a:pt x="425" y="297"/>
                  </a:cubicBezTo>
                  <a:cubicBezTo>
                    <a:pt x="425" y="296"/>
                    <a:pt x="425" y="295"/>
                    <a:pt x="425" y="294"/>
                  </a:cubicBezTo>
                  <a:cubicBezTo>
                    <a:pt x="427" y="293"/>
                    <a:pt x="429" y="292"/>
                    <a:pt x="431" y="294"/>
                  </a:cubicBezTo>
                  <a:close/>
                </a:path>
              </a:pathLst>
            </a:custGeom>
            <a:solidFill>
              <a:schemeClr val="accent5"/>
            </a:solidFill>
            <a:ln>
              <a:noFill/>
            </a:ln>
          </p:spPr>
          <p:txBody>
            <a:bodyPr vert="horz" wrap="square" lIns="91440" tIns="45721" rIns="91440" bIns="45721" numCol="1" anchor="t" anchorCtr="0" compatLnSpc="1">
              <a:prstTxWarp prst="textNoShape">
                <a:avLst/>
              </a:prstTxWarp>
            </a:bodyPr>
            <a:lstStyle/>
            <a:p>
              <a:endParaRPr lang="en-US" sz="1801" dirty="0"/>
            </a:p>
          </p:txBody>
        </p:sp>
        <p:sp>
          <p:nvSpPr>
            <p:cNvPr id="36" name="Color 2">
              <a:extLst>
                <a:ext uri="{FF2B5EF4-FFF2-40B4-BE49-F238E27FC236}">
                  <a16:creationId xmlns:a16="http://schemas.microsoft.com/office/drawing/2014/main" id="{356C53EB-419A-43D2-9B87-8E9AD6E9E3D0}"/>
                </a:ext>
              </a:extLst>
            </p:cNvPr>
            <p:cNvSpPr/>
            <p:nvPr/>
          </p:nvSpPr>
          <p:spPr bwMode="auto">
            <a:xfrm>
              <a:off x="4214590" y="2986889"/>
              <a:ext cx="1770618" cy="1323046"/>
            </a:xfrm>
            <a:custGeom>
              <a:avLst/>
              <a:gdLst>
                <a:gd name="T0" fmla="*/ 365 w 534"/>
                <a:gd name="T1" fmla="*/ 140 h 399"/>
                <a:gd name="T2" fmla="*/ 430 w 534"/>
                <a:gd name="T3" fmla="*/ 120 h 399"/>
                <a:gd name="T4" fmla="*/ 523 w 534"/>
                <a:gd name="T5" fmla="*/ 169 h 399"/>
                <a:gd name="T6" fmla="*/ 534 w 534"/>
                <a:gd name="T7" fmla="*/ 186 h 399"/>
                <a:gd name="T8" fmla="*/ 534 w 534"/>
                <a:gd name="T9" fmla="*/ 0 h 399"/>
                <a:gd name="T10" fmla="*/ 523 w 534"/>
                <a:gd name="T11" fmla="*/ 17 h 399"/>
                <a:gd name="T12" fmla="*/ 388 w 534"/>
                <a:gd name="T13" fmla="*/ 83 h 399"/>
                <a:gd name="T14" fmla="*/ 247 w 534"/>
                <a:gd name="T15" fmla="*/ 5 h 399"/>
                <a:gd name="T16" fmla="*/ 245 w 534"/>
                <a:gd name="T17" fmla="*/ 0 h 399"/>
                <a:gd name="T18" fmla="*/ 240 w 534"/>
                <a:gd name="T19" fmla="*/ 2 h 399"/>
                <a:gd name="T20" fmla="*/ 164 w 534"/>
                <a:gd name="T21" fmla="*/ 102 h 399"/>
                <a:gd name="T22" fmla="*/ 166 w 534"/>
                <a:gd name="T23" fmla="*/ 123 h 399"/>
                <a:gd name="T24" fmla="*/ 165 w 534"/>
                <a:gd name="T25" fmla="*/ 126 h 399"/>
                <a:gd name="T26" fmla="*/ 163 w 534"/>
                <a:gd name="T27" fmla="*/ 127 h 399"/>
                <a:gd name="T28" fmla="*/ 158 w 534"/>
                <a:gd name="T29" fmla="*/ 124 h 399"/>
                <a:gd name="T30" fmla="*/ 156 w 534"/>
                <a:gd name="T31" fmla="*/ 102 h 399"/>
                <a:gd name="T32" fmla="*/ 158 w 534"/>
                <a:gd name="T33" fmla="*/ 78 h 399"/>
                <a:gd name="T34" fmla="*/ 160 w 534"/>
                <a:gd name="T35" fmla="*/ 73 h 399"/>
                <a:gd name="T36" fmla="*/ 155 w 534"/>
                <a:gd name="T37" fmla="*/ 71 h 399"/>
                <a:gd name="T38" fmla="*/ 123 w 534"/>
                <a:gd name="T39" fmla="*/ 63 h 399"/>
                <a:gd name="T40" fmla="*/ 110 w 534"/>
                <a:gd name="T41" fmla="*/ 63 h 399"/>
                <a:gd name="T42" fmla="*/ 39 w 534"/>
                <a:gd name="T43" fmla="*/ 89 h 399"/>
                <a:gd name="T44" fmla="*/ 1 w 534"/>
                <a:gd name="T45" fmla="*/ 171 h 399"/>
                <a:gd name="T46" fmla="*/ 20 w 534"/>
                <a:gd name="T47" fmla="*/ 242 h 399"/>
                <a:gd name="T48" fmla="*/ 25 w 534"/>
                <a:gd name="T49" fmla="*/ 251 h 399"/>
                <a:gd name="T50" fmla="*/ 30 w 534"/>
                <a:gd name="T51" fmla="*/ 242 h 399"/>
                <a:gd name="T52" fmla="*/ 84 w 534"/>
                <a:gd name="T53" fmla="*/ 190 h 399"/>
                <a:gd name="T54" fmla="*/ 89 w 534"/>
                <a:gd name="T55" fmla="*/ 192 h 399"/>
                <a:gd name="T56" fmla="*/ 90 w 534"/>
                <a:gd name="T57" fmla="*/ 195 h 399"/>
                <a:gd name="T58" fmla="*/ 88 w 534"/>
                <a:gd name="T59" fmla="*/ 197 h 399"/>
                <a:gd name="T60" fmla="*/ 24 w 534"/>
                <a:gd name="T61" fmla="*/ 295 h 399"/>
                <a:gd name="T62" fmla="*/ 65 w 534"/>
                <a:gd name="T63" fmla="*/ 394 h 399"/>
                <a:gd name="T64" fmla="*/ 71 w 534"/>
                <a:gd name="T65" fmla="*/ 399 h 399"/>
                <a:gd name="T66" fmla="*/ 75 w 534"/>
                <a:gd name="T67" fmla="*/ 392 h 399"/>
                <a:gd name="T68" fmla="*/ 104 w 534"/>
                <a:gd name="T69" fmla="*/ 355 h 399"/>
                <a:gd name="T70" fmla="*/ 196 w 534"/>
                <a:gd name="T71" fmla="*/ 322 h 399"/>
                <a:gd name="T72" fmla="*/ 212 w 534"/>
                <a:gd name="T73" fmla="*/ 323 h 399"/>
                <a:gd name="T74" fmla="*/ 214 w 534"/>
                <a:gd name="T75" fmla="*/ 323 h 399"/>
                <a:gd name="T76" fmla="*/ 218 w 534"/>
                <a:gd name="T77" fmla="*/ 323 h 399"/>
                <a:gd name="T78" fmla="*/ 220 w 534"/>
                <a:gd name="T79" fmla="*/ 320 h 399"/>
                <a:gd name="T80" fmla="*/ 375 w 534"/>
                <a:gd name="T81" fmla="*/ 243 h 399"/>
                <a:gd name="T82" fmla="*/ 522 w 534"/>
                <a:gd name="T83" fmla="*/ 342 h 399"/>
                <a:gd name="T84" fmla="*/ 534 w 534"/>
                <a:gd name="T85" fmla="*/ 363 h 399"/>
                <a:gd name="T86" fmla="*/ 534 w 534"/>
                <a:gd name="T87" fmla="*/ 232 h 399"/>
                <a:gd name="T88" fmla="*/ 430 w 534"/>
                <a:gd name="T89" fmla="*/ 128 h 399"/>
                <a:gd name="T90" fmla="*/ 366 w 534"/>
                <a:gd name="T91" fmla="*/ 149 h 399"/>
                <a:gd name="T92" fmla="*/ 363 w 534"/>
                <a:gd name="T93" fmla="*/ 152 h 399"/>
                <a:gd name="T94" fmla="*/ 364 w 534"/>
                <a:gd name="T95" fmla="*/ 153 h 399"/>
                <a:gd name="T96" fmla="*/ 359 w 534"/>
                <a:gd name="T97" fmla="*/ 141 h 399"/>
                <a:gd name="T98" fmla="*/ 360 w 534"/>
                <a:gd name="T99" fmla="*/ 144 h 399"/>
                <a:gd name="T100" fmla="*/ 365 w 534"/>
                <a:gd name="T101" fmla="*/ 140 h 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34" h="399">
                  <a:moveTo>
                    <a:pt x="365" y="140"/>
                  </a:moveTo>
                  <a:cubicBezTo>
                    <a:pt x="384" y="127"/>
                    <a:pt x="406" y="120"/>
                    <a:pt x="430" y="120"/>
                  </a:cubicBezTo>
                  <a:cubicBezTo>
                    <a:pt x="467" y="120"/>
                    <a:pt x="502" y="138"/>
                    <a:pt x="523" y="169"/>
                  </a:cubicBezTo>
                  <a:cubicBezTo>
                    <a:pt x="534" y="186"/>
                    <a:pt x="534" y="186"/>
                    <a:pt x="534" y="186"/>
                  </a:cubicBezTo>
                  <a:cubicBezTo>
                    <a:pt x="534" y="0"/>
                    <a:pt x="534" y="0"/>
                    <a:pt x="534" y="0"/>
                  </a:cubicBezTo>
                  <a:cubicBezTo>
                    <a:pt x="523" y="17"/>
                    <a:pt x="523" y="17"/>
                    <a:pt x="523" y="17"/>
                  </a:cubicBezTo>
                  <a:cubicBezTo>
                    <a:pt x="496" y="57"/>
                    <a:pt x="444" y="83"/>
                    <a:pt x="388" y="83"/>
                  </a:cubicBezTo>
                  <a:cubicBezTo>
                    <a:pt x="326" y="83"/>
                    <a:pt x="271" y="52"/>
                    <a:pt x="247" y="5"/>
                  </a:cubicBezTo>
                  <a:cubicBezTo>
                    <a:pt x="245" y="0"/>
                    <a:pt x="245" y="0"/>
                    <a:pt x="245" y="0"/>
                  </a:cubicBezTo>
                  <a:cubicBezTo>
                    <a:pt x="240" y="2"/>
                    <a:pt x="240" y="2"/>
                    <a:pt x="240" y="2"/>
                  </a:cubicBezTo>
                  <a:cubicBezTo>
                    <a:pt x="195" y="14"/>
                    <a:pt x="164" y="55"/>
                    <a:pt x="164" y="102"/>
                  </a:cubicBezTo>
                  <a:cubicBezTo>
                    <a:pt x="164" y="109"/>
                    <a:pt x="165" y="116"/>
                    <a:pt x="166" y="123"/>
                  </a:cubicBezTo>
                  <a:cubicBezTo>
                    <a:pt x="166" y="124"/>
                    <a:pt x="166" y="125"/>
                    <a:pt x="165" y="126"/>
                  </a:cubicBezTo>
                  <a:cubicBezTo>
                    <a:pt x="165" y="127"/>
                    <a:pt x="164" y="127"/>
                    <a:pt x="163" y="127"/>
                  </a:cubicBezTo>
                  <a:cubicBezTo>
                    <a:pt x="161" y="128"/>
                    <a:pt x="159" y="126"/>
                    <a:pt x="158" y="124"/>
                  </a:cubicBezTo>
                  <a:cubicBezTo>
                    <a:pt x="157" y="117"/>
                    <a:pt x="156" y="109"/>
                    <a:pt x="156" y="102"/>
                  </a:cubicBezTo>
                  <a:cubicBezTo>
                    <a:pt x="156" y="94"/>
                    <a:pt x="157" y="86"/>
                    <a:pt x="158" y="78"/>
                  </a:cubicBezTo>
                  <a:cubicBezTo>
                    <a:pt x="160" y="73"/>
                    <a:pt x="160" y="73"/>
                    <a:pt x="160" y="73"/>
                  </a:cubicBezTo>
                  <a:cubicBezTo>
                    <a:pt x="155" y="71"/>
                    <a:pt x="155" y="71"/>
                    <a:pt x="155" y="71"/>
                  </a:cubicBezTo>
                  <a:cubicBezTo>
                    <a:pt x="144" y="67"/>
                    <a:pt x="133" y="64"/>
                    <a:pt x="123" y="63"/>
                  </a:cubicBezTo>
                  <a:cubicBezTo>
                    <a:pt x="118" y="63"/>
                    <a:pt x="114" y="63"/>
                    <a:pt x="110" y="63"/>
                  </a:cubicBezTo>
                  <a:cubicBezTo>
                    <a:pt x="84" y="63"/>
                    <a:pt x="59" y="72"/>
                    <a:pt x="39" y="89"/>
                  </a:cubicBezTo>
                  <a:cubicBezTo>
                    <a:pt x="16" y="109"/>
                    <a:pt x="2" y="138"/>
                    <a:pt x="1" y="171"/>
                  </a:cubicBezTo>
                  <a:cubicBezTo>
                    <a:pt x="0" y="196"/>
                    <a:pt x="6" y="221"/>
                    <a:pt x="20" y="242"/>
                  </a:cubicBezTo>
                  <a:cubicBezTo>
                    <a:pt x="25" y="251"/>
                    <a:pt x="25" y="251"/>
                    <a:pt x="25" y="251"/>
                  </a:cubicBezTo>
                  <a:cubicBezTo>
                    <a:pt x="30" y="242"/>
                    <a:pt x="30" y="242"/>
                    <a:pt x="30" y="242"/>
                  </a:cubicBezTo>
                  <a:cubicBezTo>
                    <a:pt x="42" y="219"/>
                    <a:pt x="61" y="201"/>
                    <a:pt x="84" y="190"/>
                  </a:cubicBezTo>
                  <a:cubicBezTo>
                    <a:pt x="86" y="189"/>
                    <a:pt x="89" y="190"/>
                    <a:pt x="89" y="192"/>
                  </a:cubicBezTo>
                  <a:cubicBezTo>
                    <a:pt x="90" y="193"/>
                    <a:pt x="90" y="194"/>
                    <a:pt x="90" y="195"/>
                  </a:cubicBezTo>
                  <a:cubicBezTo>
                    <a:pt x="89" y="196"/>
                    <a:pt x="89" y="197"/>
                    <a:pt x="88" y="197"/>
                  </a:cubicBezTo>
                  <a:cubicBezTo>
                    <a:pt x="50" y="215"/>
                    <a:pt x="26" y="252"/>
                    <a:pt x="24" y="295"/>
                  </a:cubicBezTo>
                  <a:cubicBezTo>
                    <a:pt x="23" y="332"/>
                    <a:pt x="38" y="368"/>
                    <a:pt x="65" y="394"/>
                  </a:cubicBezTo>
                  <a:cubicBezTo>
                    <a:pt x="71" y="399"/>
                    <a:pt x="71" y="399"/>
                    <a:pt x="71" y="399"/>
                  </a:cubicBezTo>
                  <a:cubicBezTo>
                    <a:pt x="75" y="392"/>
                    <a:pt x="75" y="392"/>
                    <a:pt x="75" y="392"/>
                  </a:cubicBezTo>
                  <a:cubicBezTo>
                    <a:pt x="82" y="378"/>
                    <a:pt x="92" y="366"/>
                    <a:pt x="104" y="355"/>
                  </a:cubicBezTo>
                  <a:cubicBezTo>
                    <a:pt x="129" y="334"/>
                    <a:pt x="161" y="322"/>
                    <a:pt x="196" y="322"/>
                  </a:cubicBezTo>
                  <a:cubicBezTo>
                    <a:pt x="201" y="322"/>
                    <a:pt x="207" y="322"/>
                    <a:pt x="212" y="323"/>
                  </a:cubicBezTo>
                  <a:cubicBezTo>
                    <a:pt x="213" y="323"/>
                    <a:pt x="213" y="323"/>
                    <a:pt x="214" y="323"/>
                  </a:cubicBezTo>
                  <a:cubicBezTo>
                    <a:pt x="218" y="323"/>
                    <a:pt x="218" y="323"/>
                    <a:pt x="218" y="323"/>
                  </a:cubicBezTo>
                  <a:cubicBezTo>
                    <a:pt x="220" y="320"/>
                    <a:pt x="220" y="320"/>
                    <a:pt x="220" y="320"/>
                  </a:cubicBezTo>
                  <a:cubicBezTo>
                    <a:pt x="245" y="265"/>
                    <a:pt x="307" y="235"/>
                    <a:pt x="375" y="243"/>
                  </a:cubicBezTo>
                  <a:cubicBezTo>
                    <a:pt x="437" y="251"/>
                    <a:pt x="493" y="289"/>
                    <a:pt x="522" y="342"/>
                  </a:cubicBezTo>
                  <a:cubicBezTo>
                    <a:pt x="534" y="363"/>
                    <a:pt x="534" y="363"/>
                    <a:pt x="534" y="363"/>
                  </a:cubicBezTo>
                  <a:cubicBezTo>
                    <a:pt x="534" y="232"/>
                    <a:pt x="534" y="232"/>
                    <a:pt x="534" y="232"/>
                  </a:cubicBezTo>
                  <a:cubicBezTo>
                    <a:pt x="534" y="174"/>
                    <a:pt x="487" y="128"/>
                    <a:pt x="430" y="128"/>
                  </a:cubicBezTo>
                  <a:cubicBezTo>
                    <a:pt x="407" y="128"/>
                    <a:pt x="385" y="135"/>
                    <a:pt x="366" y="149"/>
                  </a:cubicBezTo>
                  <a:cubicBezTo>
                    <a:pt x="363" y="152"/>
                    <a:pt x="363" y="152"/>
                    <a:pt x="363" y="152"/>
                  </a:cubicBezTo>
                  <a:cubicBezTo>
                    <a:pt x="364" y="153"/>
                    <a:pt x="364" y="153"/>
                    <a:pt x="364" y="153"/>
                  </a:cubicBezTo>
                  <a:cubicBezTo>
                    <a:pt x="362" y="149"/>
                    <a:pt x="361" y="145"/>
                    <a:pt x="359" y="141"/>
                  </a:cubicBezTo>
                  <a:cubicBezTo>
                    <a:pt x="360" y="144"/>
                    <a:pt x="360" y="144"/>
                    <a:pt x="360" y="144"/>
                  </a:cubicBezTo>
                  <a:lnTo>
                    <a:pt x="365" y="140"/>
                  </a:lnTo>
                  <a:close/>
                </a:path>
              </a:pathLst>
            </a:custGeom>
            <a:solidFill>
              <a:schemeClr val="accent6"/>
            </a:solidFill>
            <a:ln>
              <a:noFill/>
            </a:ln>
          </p:spPr>
          <p:txBody>
            <a:bodyPr vert="horz" wrap="square" lIns="91440" tIns="45721" rIns="91440" bIns="45721" numCol="1" anchor="t" anchorCtr="0" compatLnSpc="1">
              <a:prstTxWarp prst="textNoShape">
                <a:avLst/>
              </a:prstTxWarp>
            </a:bodyPr>
            <a:lstStyle/>
            <a:p>
              <a:endParaRPr lang="en-US" sz="1801" dirty="0"/>
            </a:p>
          </p:txBody>
        </p:sp>
        <p:sp>
          <p:nvSpPr>
            <p:cNvPr id="37" name="Color 1">
              <a:extLst>
                <a:ext uri="{FF2B5EF4-FFF2-40B4-BE49-F238E27FC236}">
                  <a16:creationId xmlns:a16="http://schemas.microsoft.com/office/drawing/2014/main" id="{52D52A48-5F57-4DF2-8913-A01BDCCCFA4D}"/>
                </a:ext>
              </a:extLst>
            </p:cNvPr>
            <p:cNvSpPr/>
            <p:nvPr/>
          </p:nvSpPr>
          <p:spPr bwMode="auto">
            <a:xfrm>
              <a:off x="4294926" y="1676960"/>
              <a:ext cx="1690286" cy="1601755"/>
            </a:xfrm>
            <a:custGeom>
              <a:avLst/>
              <a:gdLst>
                <a:gd name="T0" fmla="*/ 414 w 510"/>
                <a:gd name="T1" fmla="*/ 177 h 483"/>
                <a:gd name="T2" fmla="*/ 499 w 510"/>
                <a:gd name="T3" fmla="*/ 226 h 483"/>
                <a:gd name="T4" fmla="*/ 510 w 510"/>
                <a:gd name="T5" fmla="*/ 243 h 483"/>
                <a:gd name="T6" fmla="*/ 510 w 510"/>
                <a:gd name="T7" fmla="*/ 124 h 483"/>
                <a:gd name="T8" fmla="*/ 390 w 510"/>
                <a:gd name="T9" fmla="*/ 0 h 483"/>
                <a:gd name="T10" fmla="*/ 202 w 510"/>
                <a:gd name="T11" fmla="*/ 181 h 483"/>
                <a:gd name="T12" fmla="*/ 206 w 510"/>
                <a:gd name="T13" fmla="*/ 240 h 483"/>
                <a:gd name="T14" fmla="*/ 207 w 510"/>
                <a:gd name="T15" fmla="*/ 244 h 483"/>
                <a:gd name="T16" fmla="*/ 210 w 510"/>
                <a:gd name="T17" fmla="*/ 244 h 483"/>
                <a:gd name="T18" fmla="*/ 195 w 510"/>
                <a:gd name="T19" fmla="*/ 245 h 483"/>
                <a:gd name="T20" fmla="*/ 199 w 510"/>
                <a:gd name="T21" fmla="*/ 244 h 483"/>
                <a:gd name="T22" fmla="*/ 197 w 510"/>
                <a:gd name="T23" fmla="*/ 238 h 483"/>
                <a:gd name="T24" fmla="*/ 194 w 510"/>
                <a:gd name="T25" fmla="*/ 180 h 483"/>
                <a:gd name="T26" fmla="*/ 194 w 510"/>
                <a:gd name="T27" fmla="*/ 178 h 483"/>
                <a:gd name="T28" fmla="*/ 194 w 510"/>
                <a:gd name="T29" fmla="*/ 175 h 483"/>
                <a:gd name="T30" fmla="*/ 195 w 510"/>
                <a:gd name="T31" fmla="*/ 167 h 483"/>
                <a:gd name="T32" fmla="*/ 187 w 510"/>
                <a:gd name="T33" fmla="*/ 169 h 483"/>
                <a:gd name="T34" fmla="*/ 84 w 510"/>
                <a:gd name="T35" fmla="*/ 255 h 483"/>
                <a:gd name="T36" fmla="*/ 66 w 510"/>
                <a:gd name="T37" fmla="*/ 346 h 483"/>
                <a:gd name="T38" fmla="*/ 64 w 510"/>
                <a:gd name="T39" fmla="*/ 350 h 483"/>
                <a:gd name="T40" fmla="*/ 64 w 510"/>
                <a:gd name="T41" fmla="*/ 350 h 483"/>
                <a:gd name="T42" fmla="*/ 0 w 510"/>
                <a:gd name="T43" fmla="*/ 448 h 483"/>
                <a:gd name="T44" fmla="*/ 2 w 510"/>
                <a:gd name="T45" fmla="*/ 473 h 483"/>
                <a:gd name="T46" fmla="*/ 3 w 510"/>
                <a:gd name="T47" fmla="*/ 483 h 483"/>
                <a:gd name="T48" fmla="*/ 11 w 510"/>
                <a:gd name="T49" fmla="*/ 477 h 483"/>
                <a:gd name="T50" fmla="*/ 86 w 510"/>
                <a:gd name="T51" fmla="*/ 450 h 483"/>
                <a:gd name="T52" fmla="*/ 99 w 510"/>
                <a:gd name="T53" fmla="*/ 450 h 483"/>
                <a:gd name="T54" fmla="*/ 132 w 510"/>
                <a:gd name="T55" fmla="*/ 458 h 483"/>
                <a:gd name="T56" fmla="*/ 138 w 510"/>
                <a:gd name="T57" fmla="*/ 461 h 483"/>
                <a:gd name="T58" fmla="*/ 140 w 510"/>
                <a:gd name="T59" fmla="*/ 455 h 483"/>
                <a:gd name="T60" fmla="*/ 212 w 510"/>
                <a:gd name="T61" fmla="*/ 390 h 483"/>
                <a:gd name="T62" fmla="*/ 217 w 510"/>
                <a:gd name="T63" fmla="*/ 388 h 483"/>
                <a:gd name="T64" fmla="*/ 216 w 510"/>
                <a:gd name="T65" fmla="*/ 382 h 483"/>
                <a:gd name="T66" fmla="*/ 211 w 510"/>
                <a:gd name="T67" fmla="*/ 351 h 483"/>
                <a:gd name="T68" fmla="*/ 215 w 510"/>
                <a:gd name="T69" fmla="*/ 347 h 483"/>
                <a:gd name="T70" fmla="*/ 219 w 510"/>
                <a:gd name="T71" fmla="*/ 351 h 483"/>
                <a:gd name="T72" fmla="*/ 364 w 510"/>
                <a:gd name="T73" fmla="*/ 470 h 483"/>
                <a:gd name="T74" fmla="*/ 510 w 510"/>
                <a:gd name="T75" fmla="*/ 351 h 483"/>
                <a:gd name="T76" fmla="*/ 510 w 510"/>
                <a:gd name="T77" fmla="*/ 289 h 483"/>
                <a:gd name="T78" fmla="*/ 407 w 510"/>
                <a:gd name="T79" fmla="*/ 185 h 483"/>
                <a:gd name="T80" fmla="*/ 403 w 510"/>
                <a:gd name="T81" fmla="*/ 185 h 483"/>
                <a:gd name="T82" fmla="*/ 403 w 510"/>
                <a:gd name="T83" fmla="*/ 185 h 483"/>
                <a:gd name="T84" fmla="*/ 406 w 510"/>
                <a:gd name="T85" fmla="*/ 180 h 483"/>
                <a:gd name="T86" fmla="*/ 409 w 510"/>
                <a:gd name="T87" fmla="*/ 172 h 483"/>
                <a:gd name="T88" fmla="*/ 407 w 510"/>
                <a:gd name="T89" fmla="*/ 176 h 483"/>
                <a:gd name="T90" fmla="*/ 414 w 510"/>
                <a:gd name="T91" fmla="*/ 177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10" h="482">
                  <a:moveTo>
                    <a:pt x="414" y="177"/>
                  </a:moveTo>
                  <a:cubicBezTo>
                    <a:pt x="449" y="180"/>
                    <a:pt x="479" y="198"/>
                    <a:pt x="499" y="226"/>
                  </a:cubicBezTo>
                  <a:cubicBezTo>
                    <a:pt x="510" y="243"/>
                    <a:pt x="510" y="243"/>
                    <a:pt x="510" y="243"/>
                  </a:cubicBezTo>
                  <a:cubicBezTo>
                    <a:pt x="510" y="124"/>
                    <a:pt x="510" y="124"/>
                    <a:pt x="510" y="124"/>
                  </a:cubicBezTo>
                  <a:cubicBezTo>
                    <a:pt x="510" y="77"/>
                    <a:pt x="494" y="0"/>
                    <a:pt x="390" y="0"/>
                  </a:cubicBezTo>
                  <a:cubicBezTo>
                    <a:pt x="321" y="0"/>
                    <a:pt x="217" y="63"/>
                    <a:pt x="202" y="181"/>
                  </a:cubicBezTo>
                  <a:cubicBezTo>
                    <a:pt x="199" y="202"/>
                    <a:pt x="200" y="222"/>
                    <a:pt x="206" y="240"/>
                  </a:cubicBezTo>
                  <a:cubicBezTo>
                    <a:pt x="207" y="244"/>
                    <a:pt x="207" y="244"/>
                    <a:pt x="207" y="244"/>
                  </a:cubicBezTo>
                  <a:cubicBezTo>
                    <a:pt x="210" y="244"/>
                    <a:pt x="210" y="244"/>
                    <a:pt x="210" y="244"/>
                  </a:cubicBezTo>
                  <a:cubicBezTo>
                    <a:pt x="205" y="244"/>
                    <a:pt x="200" y="244"/>
                    <a:pt x="195" y="245"/>
                  </a:cubicBezTo>
                  <a:cubicBezTo>
                    <a:pt x="199" y="244"/>
                    <a:pt x="199" y="244"/>
                    <a:pt x="199" y="244"/>
                  </a:cubicBezTo>
                  <a:cubicBezTo>
                    <a:pt x="197" y="238"/>
                    <a:pt x="197" y="238"/>
                    <a:pt x="197" y="238"/>
                  </a:cubicBezTo>
                  <a:cubicBezTo>
                    <a:pt x="192" y="220"/>
                    <a:pt x="191" y="201"/>
                    <a:pt x="194" y="180"/>
                  </a:cubicBezTo>
                  <a:cubicBezTo>
                    <a:pt x="194" y="179"/>
                    <a:pt x="194" y="179"/>
                    <a:pt x="194" y="178"/>
                  </a:cubicBezTo>
                  <a:cubicBezTo>
                    <a:pt x="194" y="177"/>
                    <a:pt x="194" y="176"/>
                    <a:pt x="194" y="175"/>
                  </a:cubicBezTo>
                  <a:cubicBezTo>
                    <a:pt x="195" y="167"/>
                    <a:pt x="195" y="167"/>
                    <a:pt x="195" y="167"/>
                  </a:cubicBezTo>
                  <a:cubicBezTo>
                    <a:pt x="187" y="169"/>
                    <a:pt x="187" y="169"/>
                    <a:pt x="187" y="169"/>
                  </a:cubicBezTo>
                  <a:cubicBezTo>
                    <a:pt x="145" y="176"/>
                    <a:pt x="106" y="209"/>
                    <a:pt x="84" y="255"/>
                  </a:cubicBezTo>
                  <a:cubicBezTo>
                    <a:pt x="70" y="284"/>
                    <a:pt x="64" y="315"/>
                    <a:pt x="66" y="346"/>
                  </a:cubicBezTo>
                  <a:cubicBezTo>
                    <a:pt x="67" y="347"/>
                    <a:pt x="66" y="349"/>
                    <a:pt x="64" y="350"/>
                  </a:cubicBezTo>
                  <a:cubicBezTo>
                    <a:pt x="64" y="350"/>
                    <a:pt x="64" y="350"/>
                    <a:pt x="64" y="350"/>
                  </a:cubicBezTo>
                  <a:cubicBezTo>
                    <a:pt x="26" y="367"/>
                    <a:pt x="2" y="405"/>
                    <a:pt x="0" y="448"/>
                  </a:cubicBezTo>
                  <a:cubicBezTo>
                    <a:pt x="0" y="456"/>
                    <a:pt x="0" y="464"/>
                    <a:pt x="2" y="473"/>
                  </a:cubicBezTo>
                  <a:cubicBezTo>
                    <a:pt x="3" y="483"/>
                    <a:pt x="3" y="483"/>
                    <a:pt x="3" y="483"/>
                  </a:cubicBezTo>
                  <a:cubicBezTo>
                    <a:pt x="11" y="477"/>
                    <a:pt x="11" y="477"/>
                    <a:pt x="11" y="477"/>
                  </a:cubicBezTo>
                  <a:cubicBezTo>
                    <a:pt x="33" y="459"/>
                    <a:pt x="59" y="450"/>
                    <a:pt x="86" y="450"/>
                  </a:cubicBezTo>
                  <a:cubicBezTo>
                    <a:pt x="91" y="450"/>
                    <a:pt x="95" y="450"/>
                    <a:pt x="99" y="450"/>
                  </a:cubicBezTo>
                  <a:cubicBezTo>
                    <a:pt x="111" y="452"/>
                    <a:pt x="122" y="454"/>
                    <a:pt x="132" y="458"/>
                  </a:cubicBezTo>
                  <a:cubicBezTo>
                    <a:pt x="138" y="461"/>
                    <a:pt x="138" y="461"/>
                    <a:pt x="138" y="461"/>
                  </a:cubicBezTo>
                  <a:cubicBezTo>
                    <a:pt x="140" y="455"/>
                    <a:pt x="140" y="455"/>
                    <a:pt x="140" y="455"/>
                  </a:cubicBezTo>
                  <a:cubicBezTo>
                    <a:pt x="153" y="423"/>
                    <a:pt x="179" y="399"/>
                    <a:pt x="212" y="390"/>
                  </a:cubicBezTo>
                  <a:cubicBezTo>
                    <a:pt x="217" y="388"/>
                    <a:pt x="217" y="388"/>
                    <a:pt x="217" y="388"/>
                  </a:cubicBezTo>
                  <a:cubicBezTo>
                    <a:pt x="216" y="382"/>
                    <a:pt x="216" y="382"/>
                    <a:pt x="216" y="382"/>
                  </a:cubicBezTo>
                  <a:cubicBezTo>
                    <a:pt x="212" y="372"/>
                    <a:pt x="211" y="361"/>
                    <a:pt x="211" y="351"/>
                  </a:cubicBezTo>
                  <a:cubicBezTo>
                    <a:pt x="211" y="348"/>
                    <a:pt x="213" y="347"/>
                    <a:pt x="215" y="347"/>
                  </a:cubicBezTo>
                  <a:cubicBezTo>
                    <a:pt x="217" y="347"/>
                    <a:pt x="219" y="348"/>
                    <a:pt x="219" y="351"/>
                  </a:cubicBezTo>
                  <a:cubicBezTo>
                    <a:pt x="219" y="416"/>
                    <a:pt x="284" y="470"/>
                    <a:pt x="364" y="470"/>
                  </a:cubicBezTo>
                  <a:cubicBezTo>
                    <a:pt x="444" y="470"/>
                    <a:pt x="510" y="416"/>
                    <a:pt x="510" y="351"/>
                  </a:cubicBezTo>
                  <a:cubicBezTo>
                    <a:pt x="510" y="289"/>
                    <a:pt x="510" y="289"/>
                    <a:pt x="510" y="289"/>
                  </a:cubicBezTo>
                  <a:cubicBezTo>
                    <a:pt x="510" y="232"/>
                    <a:pt x="463" y="185"/>
                    <a:pt x="407" y="185"/>
                  </a:cubicBezTo>
                  <a:cubicBezTo>
                    <a:pt x="403" y="185"/>
                    <a:pt x="403" y="185"/>
                    <a:pt x="403" y="185"/>
                  </a:cubicBezTo>
                  <a:cubicBezTo>
                    <a:pt x="403" y="185"/>
                    <a:pt x="403" y="185"/>
                    <a:pt x="403" y="185"/>
                  </a:cubicBezTo>
                  <a:cubicBezTo>
                    <a:pt x="404" y="183"/>
                    <a:pt x="405" y="181"/>
                    <a:pt x="406" y="180"/>
                  </a:cubicBezTo>
                  <a:cubicBezTo>
                    <a:pt x="407" y="177"/>
                    <a:pt x="408" y="175"/>
                    <a:pt x="409" y="172"/>
                  </a:cubicBezTo>
                  <a:cubicBezTo>
                    <a:pt x="407" y="176"/>
                    <a:pt x="407" y="176"/>
                    <a:pt x="407" y="176"/>
                  </a:cubicBezTo>
                  <a:lnTo>
                    <a:pt x="414" y="177"/>
                  </a:lnTo>
                  <a:close/>
                </a:path>
              </a:pathLst>
            </a:custGeom>
            <a:solidFill>
              <a:schemeClr val="accent1"/>
            </a:solidFill>
            <a:ln>
              <a:noFill/>
            </a:ln>
          </p:spPr>
          <p:txBody>
            <a:bodyPr vert="horz" wrap="square" lIns="91440" tIns="45721" rIns="91440" bIns="45721" numCol="1" anchor="t" anchorCtr="0" compatLnSpc="1">
              <a:prstTxWarp prst="textNoShape">
                <a:avLst/>
              </a:prstTxWarp>
            </a:bodyPr>
            <a:lstStyle/>
            <a:p>
              <a:endParaRPr lang="en-US" sz="1801" dirty="0"/>
            </a:p>
          </p:txBody>
        </p:sp>
        <p:sp>
          <p:nvSpPr>
            <p:cNvPr id="38" name="Color 3">
              <a:extLst>
                <a:ext uri="{FF2B5EF4-FFF2-40B4-BE49-F238E27FC236}">
                  <a16:creationId xmlns:a16="http://schemas.microsoft.com/office/drawing/2014/main" id="{6962C21D-A03E-48F8-8F7D-C796E3176EB8}"/>
                </a:ext>
              </a:extLst>
            </p:cNvPr>
            <p:cNvSpPr/>
            <p:nvPr/>
          </p:nvSpPr>
          <p:spPr bwMode="auto">
            <a:xfrm>
              <a:off x="6191783" y="3816465"/>
              <a:ext cx="1550931" cy="1614871"/>
            </a:xfrm>
            <a:custGeom>
              <a:avLst/>
              <a:gdLst>
                <a:gd name="T0" fmla="*/ 466 w 468"/>
                <a:gd name="T1" fmla="*/ 199 h 487"/>
                <a:gd name="T2" fmla="*/ 424 w 468"/>
                <a:gd name="T3" fmla="*/ 112 h 487"/>
                <a:gd name="T4" fmla="*/ 338 w 468"/>
                <a:gd name="T5" fmla="*/ 80 h 487"/>
                <a:gd name="T6" fmla="*/ 322 w 468"/>
                <a:gd name="T7" fmla="*/ 81 h 487"/>
                <a:gd name="T8" fmla="*/ 314 w 468"/>
                <a:gd name="T9" fmla="*/ 82 h 487"/>
                <a:gd name="T10" fmla="*/ 314 w 468"/>
                <a:gd name="T11" fmla="*/ 82 h 487"/>
                <a:gd name="T12" fmla="*/ 312 w 468"/>
                <a:gd name="T13" fmla="*/ 82 h 487"/>
                <a:gd name="T14" fmla="*/ 311 w 468"/>
                <a:gd name="T15" fmla="*/ 82 h 487"/>
                <a:gd name="T16" fmla="*/ 307 w 468"/>
                <a:gd name="T17" fmla="*/ 79 h 487"/>
                <a:gd name="T18" fmla="*/ 307 w 468"/>
                <a:gd name="T19" fmla="*/ 77 h 487"/>
                <a:gd name="T20" fmla="*/ 308 w 468"/>
                <a:gd name="T21" fmla="*/ 75 h 487"/>
                <a:gd name="T22" fmla="*/ 307 w 468"/>
                <a:gd name="T23" fmla="*/ 73 h 487"/>
                <a:gd name="T24" fmla="*/ 181 w 468"/>
                <a:gd name="T25" fmla="*/ 0 h 487"/>
                <a:gd name="T26" fmla="*/ 160 w 468"/>
                <a:gd name="T27" fmla="*/ 1 h 487"/>
                <a:gd name="T28" fmla="*/ 0 w 468"/>
                <a:gd name="T29" fmla="*/ 166 h 487"/>
                <a:gd name="T30" fmla="*/ 0 w 468"/>
                <a:gd name="T31" fmla="*/ 337 h 487"/>
                <a:gd name="T32" fmla="*/ 11 w 468"/>
                <a:gd name="T33" fmla="*/ 321 h 487"/>
                <a:gd name="T34" fmla="*/ 37 w 468"/>
                <a:gd name="T35" fmla="*/ 294 h 487"/>
                <a:gd name="T36" fmla="*/ 42 w 468"/>
                <a:gd name="T37" fmla="*/ 294 h 487"/>
                <a:gd name="T38" fmla="*/ 43 w 468"/>
                <a:gd name="T39" fmla="*/ 297 h 487"/>
                <a:gd name="T40" fmla="*/ 42 w 468"/>
                <a:gd name="T41" fmla="*/ 300 h 487"/>
                <a:gd name="T42" fmla="*/ 0 w 468"/>
                <a:gd name="T43" fmla="*/ 383 h 487"/>
                <a:gd name="T44" fmla="*/ 104 w 468"/>
                <a:gd name="T45" fmla="*/ 487 h 487"/>
                <a:gd name="T46" fmla="*/ 208 w 468"/>
                <a:gd name="T47" fmla="*/ 383 h 487"/>
                <a:gd name="T48" fmla="*/ 189 w 468"/>
                <a:gd name="T49" fmla="*/ 324 h 487"/>
                <a:gd name="T50" fmla="*/ 184 w 468"/>
                <a:gd name="T51" fmla="*/ 316 h 487"/>
                <a:gd name="T52" fmla="*/ 179 w 468"/>
                <a:gd name="T53" fmla="*/ 324 h 487"/>
                <a:gd name="T54" fmla="*/ 131 w 468"/>
                <a:gd name="T55" fmla="*/ 367 h 487"/>
                <a:gd name="T56" fmla="*/ 126 w 468"/>
                <a:gd name="T57" fmla="*/ 365 h 487"/>
                <a:gd name="T58" fmla="*/ 128 w 468"/>
                <a:gd name="T59" fmla="*/ 360 h 487"/>
                <a:gd name="T60" fmla="*/ 191 w 468"/>
                <a:gd name="T61" fmla="*/ 254 h 487"/>
                <a:gd name="T62" fmla="*/ 141 w 468"/>
                <a:gd name="T63" fmla="*/ 156 h 487"/>
                <a:gd name="T64" fmla="*/ 136 w 468"/>
                <a:gd name="T65" fmla="*/ 153 h 487"/>
                <a:gd name="T66" fmla="*/ 134 w 468"/>
                <a:gd name="T67" fmla="*/ 156 h 487"/>
                <a:gd name="T68" fmla="*/ 139 w 468"/>
                <a:gd name="T69" fmla="*/ 144 h 487"/>
                <a:gd name="T70" fmla="*/ 139 w 468"/>
                <a:gd name="T71" fmla="*/ 145 h 487"/>
                <a:gd name="T72" fmla="*/ 142 w 468"/>
                <a:gd name="T73" fmla="*/ 148 h 487"/>
                <a:gd name="T74" fmla="*/ 199 w 468"/>
                <a:gd name="T75" fmla="*/ 254 h 487"/>
                <a:gd name="T76" fmla="*/ 189 w 468"/>
                <a:gd name="T77" fmla="*/ 305 h 487"/>
                <a:gd name="T78" fmla="*/ 188 w 468"/>
                <a:gd name="T79" fmla="*/ 308 h 487"/>
                <a:gd name="T80" fmla="*/ 190 w 468"/>
                <a:gd name="T81" fmla="*/ 311 h 487"/>
                <a:gd name="T82" fmla="*/ 216 w 468"/>
                <a:gd name="T83" fmla="*/ 383 h 487"/>
                <a:gd name="T84" fmla="*/ 212 w 468"/>
                <a:gd name="T85" fmla="*/ 414 h 487"/>
                <a:gd name="T86" fmla="*/ 210 w 468"/>
                <a:gd name="T87" fmla="*/ 420 h 487"/>
                <a:gd name="T88" fmla="*/ 216 w 468"/>
                <a:gd name="T89" fmla="*/ 422 h 487"/>
                <a:gd name="T90" fmla="*/ 230 w 468"/>
                <a:gd name="T91" fmla="*/ 425 h 487"/>
                <a:gd name="T92" fmla="*/ 250 w 468"/>
                <a:gd name="T93" fmla="*/ 427 h 487"/>
                <a:gd name="T94" fmla="*/ 370 w 468"/>
                <a:gd name="T95" fmla="*/ 332 h 487"/>
                <a:gd name="T96" fmla="*/ 337 w 468"/>
                <a:gd name="T97" fmla="*/ 226 h 487"/>
                <a:gd name="T98" fmla="*/ 334 w 468"/>
                <a:gd name="T99" fmla="*/ 224 h 487"/>
                <a:gd name="T100" fmla="*/ 333 w 468"/>
                <a:gd name="T101" fmla="*/ 224 h 487"/>
                <a:gd name="T102" fmla="*/ 343 w 468"/>
                <a:gd name="T103" fmla="*/ 217 h 487"/>
                <a:gd name="T104" fmla="*/ 341 w 468"/>
                <a:gd name="T105" fmla="*/ 219 h 487"/>
                <a:gd name="T106" fmla="*/ 346 w 468"/>
                <a:gd name="T107" fmla="*/ 224 h 487"/>
                <a:gd name="T108" fmla="*/ 381 w 468"/>
                <a:gd name="T109" fmla="*/ 317 h 487"/>
                <a:gd name="T110" fmla="*/ 380 w 468"/>
                <a:gd name="T111" fmla="*/ 329 h 487"/>
                <a:gd name="T112" fmla="*/ 390 w 468"/>
                <a:gd name="T113" fmla="*/ 322 h 487"/>
                <a:gd name="T114" fmla="*/ 466 w 468"/>
                <a:gd name="T115" fmla="*/ 199 h 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68" h="487">
                  <a:moveTo>
                    <a:pt x="466" y="199"/>
                  </a:moveTo>
                  <a:cubicBezTo>
                    <a:pt x="465" y="165"/>
                    <a:pt x="450" y="134"/>
                    <a:pt x="424" y="112"/>
                  </a:cubicBezTo>
                  <a:cubicBezTo>
                    <a:pt x="401" y="91"/>
                    <a:pt x="371" y="80"/>
                    <a:pt x="338" y="80"/>
                  </a:cubicBezTo>
                  <a:cubicBezTo>
                    <a:pt x="333" y="80"/>
                    <a:pt x="327" y="80"/>
                    <a:pt x="322" y="81"/>
                  </a:cubicBezTo>
                  <a:cubicBezTo>
                    <a:pt x="320" y="81"/>
                    <a:pt x="317" y="81"/>
                    <a:pt x="314" y="82"/>
                  </a:cubicBezTo>
                  <a:cubicBezTo>
                    <a:pt x="314" y="82"/>
                    <a:pt x="314" y="82"/>
                    <a:pt x="314" y="82"/>
                  </a:cubicBezTo>
                  <a:cubicBezTo>
                    <a:pt x="312" y="82"/>
                    <a:pt x="312" y="82"/>
                    <a:pt x="312" y="82"/>
                  </a:cubicBezTo>
                  <a:cubicBezTo>
                    <a:pt x="312" y="82"/>
                    <a:pt x="312" y="82"/>
                    <a:pt x="311" y="82"/>
                  </a:cubicBezTo>
                  <a:cubicBezTo>
                    <a:pt x="309" y="83"/>
                    <a:pt x="307" y="81"/>
                    <a:pt x="307" y="79"/>
                  </a:cubicBezTo>
                  <a:cubicBezTo>
                    <a:pt x="307" y="78"/>
                    <a:pt x="307" y="78"/>
                    <a:pt x="307" y="77"/>
                  </a:cubicBezTo>
                  <a:cubicBezTo>
                    <a:pt x="308" y="75"/>
                    <a:pt x="308" y="75"/>
                    <a:pt x="308" y="75"/>
                  </a:cubicBezTo>
                  <a:cubicBezTo>
                    <a:pt x="307" y="73"/>
                    <a:pt x="307" y="73"/>
                    <a:pt x="307" y="73"/>
                  </a:cubicBezTo>
                  <a:cubicBezTo>
                    <a:pt x="285" y="28"/>
                    <a:pt x="237" y="0"/>
                    <a:pt x="181" y="0"/>
                  </a:cubicBezTo>
                  <a:cubicBezTo>
                    <a:pt x="174" y="0"/>
                    <a:pt x="167" y="0"/>
                    <a:pt x="160" y="1"/>
                  </a:cubicBezTo>
                  <a:cubicBezTo>
                    <a:pt x="72" y="12"/>
                    <a:pt x="0" y="86"/>
                    <a:pt x="0" y="166"/>
                  </a:cubicBezTo>
                  <a:cubicBezTo>
                    <a:pt x="0" y="337"/>
                    <a:pt x="0" y="337"/>
                    <a:pt x="0" y="337"/>
                  </a:cubicBezTo>
                  <a:cubicBezTo>
                    <a:pt x="11" y="321"/>
                    <a:pt x="11" y="321"/>
                    <a:pt x="11" y="321"/>
                  </a:cubicBezTo>
                  <a:cubicBezTo>
                    <a:pt x="18" y="310"/>
                    <a:pt x="27" y="301"/>
                    <a:pt x="37" y="294"/>
                  </a:cubicBezTo>
                  <a:cubicBezTo>
                    <a:pt x="38" y="292"/>
                    <a:pt x="41" y="293"/>
                    <a:pt x="42" y="294"/>
                  </a:cubicBezTo>
                  <a:cubicBezTo>
                    <a:pt x="43" y="295"/>
                    <a:pt x="43" y="296"/>
                    <a:pt x="43" y="297"/>
                  </a:cubicBezTo>
                  <a:cubicBezTo>
                    <a:pt x="43" y="298"/>
                    <a:pt x="42" y="299"/>
                    <a:pt x="42" y="300"/>
                  </a:cubicBezTo>
                  <a:cubicBezTo>
                    <a:pt x="15" y="320"/>
                    <a:pt x="0" y="350"/>
                    <a:pt x="0" y="383"/>
                  </a:cubicBezTo>
                  <a:cubicBezTo>
                    <a:pt x="0" y="440"/>
                    <a:pt x="47" y="487"/>
                    <a:pt x="104" y="487"/>
                  </a:cubicBezTo>
                  <a:cubicBezTo>
                    <a:pt x="161" y="487"/>
                    <a:pt x="208" y="440"/>
                    <a:pt x="208" y="383"/>
                  </a:cubicBezTo>
                  <a:cubicBezTo>
                    <a:pt x="208" y="362"/>
                    <a:pt x="202" y="341"/>
                    <a:pt x="189" y="324"/>
                  </a:cubicBezTo>
                  <a:cubicBezTo>
                    <a:pt x="184" y="316"/>
                    <a:pt x="184" y="316"/>
                    <a:pt x="184" y="316"/>
                  </a:cubicBezTo>
                  <a:cubicBezTo>
                    <a:pt x="179" y="324"/>
                    <a:pt x="179" y="324"/>
                    <a:pt x="179" y="324"/>
                  </a:cubicBezTo>
                  <a:cubicBezTo>
                    <a:pt x="167" y="343"/>
                    <a:pt x="151" y="358"/>
                    <a:pt x="131" y="367"/>
                  </a:cubicBezTo>
                  <a:cubicBezTo>
                    <a:pt x="129" y="368"/>
                    <a:pt x="127" y="367"/>
                    <a:pt x="126" y="365"/>
                  </a:cubicBezTo>
                  <a:cubicBezTo>
                    <a:pt x="125" y="363"/>
                    <a:pt x="126" y="361"/>
                    <a:pt x="128" y="360"/>
                  </a:cubicBezTo>
                  <a:cubicBezTo>
                    <a:pt x="166" y="342"/>
                    <a:pt x="191" y="301"/>
                    <a:pt x="191" y="254"/>
                  </a:cubicBezTo>
                  <a:cubicBezTo>
                    <a:pt x="191" y="214"/>
                    <a:pt x="172" y="177"/>
                    <a:pt x="141" y="156"/>
                  </a:cubicBezTo>
                  <a:cubicBezTo>
                    <a:pt x="136" y="153"/>
                    <a:pt x="136" y="153"/>
                    <a:pt x="136" y="153"/>
                  </a:cubicBezTo>
                  <a:cubicBezTo>
                    <a:pt x="134" y="156"/>
                    <a:pt x="134" y="156"/>
                    <a:pt x="134" y="156"/>
                  </a:cubicBezTo>
                  <a:cubicBezTo>
                    <a:pt x="136" y="152"/>
                    <a:pt x="138" y="148"/>
                    <a:pt x="139" y="144"/>
                  </a:cubicBezTo>
                  <a:cubicBezTo>
                    <a:pt x="139" y="145"/>
                    <a:pt x="139" y="145"/>
                    <a:pt x="139" y="145"/>
                  </a:cubicBezTo>
                  <a:cubicBezTo>
                    <a:pt x="142" y="148"/>
                    <a:pt x="142" y="148"/>
                    <a:pt x="142" y="148"/>
                  </a:cubicBezTo>
                  <a:cubicBezTo>
                    <a:pt x="178" y="170"/>
                    <a:pt x="199" y="210"/>
                    <a:pt x="199" y="254"/>
                  </a:cubicBezTo>
                  <a:cubicBezTo>
                    <a:pt x="199" y="272"/>
                    <a:pt x="196" y="289"/>
                    <a:pt x="189" y="305"/>
                  </a:cubicBezTo>
                  <a:cubicBezTo>
                    <a:pt x="188" y="308"/>
                    <a:pt x="188" y="308"/>
                    <a:pt x="188" y="308"/>
                  </a:cubicBezTo>
                  <a:cubicBezTo>
                    <a:pt x="190" y="311"/>
                    <a:pt x="190" y="311"/>
                    <a:pt x="190" y="311"/>
                  </a:cubicBezTo>
                  <a:cubicBezTo>
                    <a:pt x="207" y="331"/>
                    <a:pt x="216" y="357"/>
                    <a:pt x="216" y="383"/>
                  </a:cubicBezTo>
                  <a:cubicBezTo>
                    <a:pt x="216" y="394"/>
                    <a:pt x="215" y="404"/>
                    <a:pt x="212" y="414"/>
                  </a:cubicBezTo>
                  <a:cubicBezTo>
                    <a:pt x="210" y="420"/>
                    <a:pt x="210" y="420"/>
                    <a:pt x="210" y="420"/>
                  </a:cubicBezTo>
                  <a:cubicBezTo>
                    <a:pt x="216" y="422"/>
                    <a:pt x="216" y="422"/>
                    <a:pt x="216" y="422"/>
                  </a:cubicBezTo>
                  <a:cubicBezTo>
                    <a:pt x="220" y="423"/>
                    <a:pt x="225" y="424"/>
                    <a:pt x="230" y="425"/>
                  </a:cubicBezTo>
                  <a:cubicBezTo>
                    <a:pt x="236" y="426"/>
                    <a:pt x="243" y="427"/>
                    <a:pt x="250" y="427"/>
                  </a:cubicBezTo>
                  <a:cubicBezTo>
                    <a:pt x="307" y="427"/>
                    <a:pt x="357" y="387"/>
                    <a:pt x="370" y="332"/>
                  </a:cubicBezTo>
                  <a:cubicBezTo>
                    <a:pt x="380" y="293"/>
                    <a:pt x="367" y="252"/>
                    <a:pt x="337" y="226"/>
                  </a:cubicBezTo>
                  <a:cubicBezTo>
                    <a:pt x="334" y="224"/>
                    <a:pt x="334" y="224"/>
                    <a:pt x="334" y="224"/>
                  </a:cubicBezTo>
                  <a:cubicBezTo>
                    <a:pt x="333" y="224"/>
                    <a:pt x="333" y="224"/>
                    <a:pt x="333" y="224"/>
                  </a:cubicBezTo>
                  <a:cubicBezTo>
                    <a:pt x="336" y="222"/>
                    <a:pt x="340" y="220"/>
                    <a:pt x="343" y="217"/>
                  </a:cubicBezTo>
                  <a:cubicBezTo>
                    <a:pt x="341" y="219"/>
                    <a:pt x="341" y="219"/>
                    <a:pt x="341" y="219"/>
                  </a:cubicBezTo>
                  <a:cubicBezTo>
                    <a:pt x="346" y="224"/>
                    <a:pt x="346" y="224"/>
                    <a:pt x="346" y="224"/>
                  </a:cubicBezTo>
                  <a:cubicBezTo>
                    <a:pt x="371" y="247"/>
                    <a:pt x="384" y="281"/>
                    <a:pt x="381" y="317"/>
                  </a:cubicBezTo>
                  <a:cubicBezTo>
                    <a:pt x="380" y="329"/>
                    <a:pt x="380" y="329"/>
                    <a:pt x="380" y="329"/>
                  </a:cubicBezTo>
                  <a:cubicBezTo>
                    <a:pt x="390" y="322"/>
                    <a:pt x="390" y="322"/>
                    <a:pt x="390" y="322"/>
                  </a:cubicBezTo>
                  <a:cubicBezTo>
                    <a:pt x="428" y="298"/>
                    <a:pt x="468" y="253"/>
                    <a:pt x="466" y="199"/>
                  </a:cubicBezTo>
                  <a:close/>
                </a:path>
              </a:pathLst>
            </a:custGeom>
            <a:solidFill>
              <a:schemeClr val="accent4"/>
            </a:solidFill>
            <a:ln>
              <a:noFill/>
            </a:ln>
          </p:spPr>
          <p:txBody>
            <a:bodyPr vert="horz" wrap="square" lIns="91440" tIns="45721" rIns="91440" bIns="45721" numCol="1" anchor="t" anchorCtr="0" compatLnSpc="1">
              <a:prstTxWarp prst="textNoShape">
                <a:avLst/>
              </a:prstTxWarp>
            </a:bodyPr>
            <a:lstStyle/>
            <a:p>
              <a:endParaRPr lang="en-US" sz="1801" dirty="0"/>
            </a:p>
          </p:txBody>
        </p:sp>
        <p:sp>
          <p:nvSpPr>
            <p:cNvPr id="39" name="Color 2">
              <a:extLst>
                <a:ext uri="{FF2B5EF4-FFF2-40B4-BE49-F238E27FC236}">
                  <a16:creationId xmlns:a16="http://schemas.microsoft.com/office/drawing/2014/main" id="{2FC69B1C-1AF6-470B-BC99-C23EDB3CA082}"/>
                </a:ext>
              </a:extLst>
            </p:cNvPr>
            <p:cNvSpPr/>
            <p:nvPr/>
          </p:nvSpPr>
          <p:spPr bwMode="auto">
            <a:xfrm>
              <a:off x="6191782" y="2986889"/>
              <a:ext cx="1770618" cy="1323046"/>
            </a:xfrm>
            <a:custGeom>
              <a:avLst/>
              <a:gdLst>
                <a:gd name="T0" fmla="*/ 450 w 534"/>
                <a:gd name="T1" fmla="*/ 190 h 399"/>
                <a:gd name="T2" fmla="*/ 504 w 534"/>
                <a:gd name="T3" fmla="*/ 242 h 399"/>
                <a:gd name="T4" fmla="*/ 509 w 534"/>
                <a:gd name="T5" fmla="*/ 251 h 399"/>
                <a:gd name="T6" fmla="*/ 514 w 534"/>
                <a:gd name="T7" fmla="*/ 242 h 399"/>
                <a:gd name="T8" fmla="*/ 533 w 534"/>
                <a:gd name="T9" fmla="*/ 171 h 399"/>
                <a:gd name="T10" fmla="*/ 495 w 534"/>
                <a:gd name="T11" fmla="*/ 89 h 399"/>
                <a:gd name="T12" fmla="*/ 423 w 534"/>
                <a:gd name="T13" fmla="*/ 63 h 399"/>
                <a:gd name="T14" fmla="*/ 411 w 534"/>
                <a:gd name="T15" fmla="*/ 63 h 399"/>
                <a:gd name="T16" fmla="*/ 379 w 534"/>
                <a:gd name="T17" fmla="*/ 71 h 399"/>
                <a:gd name="T18" fmla="*/ 374 w 534"/>
                <a:gd name="T19" fmla="*/ 73 h 399"/>
                <a:gd name="T20" fmla="*/ 375 w 534"/>
                <a:gd name="T21" fmla="*/ 78 h 399"/>
                <a:gd name="T22" fmla="*/ 378 w 534"/>
                <a:gd name="T23" fmla="*/ 102 h 399"/>
                <a:gd name="T24" fmla="*/ 376 w 534"/>
                <a:gd name="T25" fmla="*/ 124 h 399"/>
                <a:gd name="T26" fmla="*/ 372 w 534"/>
                <a:gd name="T27" fmla="*/ 127 h 399"/>
                <a:gd name="T28" fmla="*/ 371 w 534"/>
                <a:gd name="T29" fmla="*/ 127 h 399"/>
                <a:gd name="T30" fmla="*/ 368 w 534"/>
                <a:gd name="T31" fmla="*/ 126 h 399"/>
                <a:gd name="T32" fmla="*/ 368 w 534"/>
                <a:gd name="T33" fmla="*/ 123 h 399"/>
                <a:gd name="T34" fmla="*/ 370 w 534"/>
                <a:gd name="T35" fmla="*/ 102 h 399"/>
                <a:gd name="T36" fmla="*/ 294 w 534"/>
                <a:gd name="T37" fmla="*/ 2 h 399"/>
                <a:gd name="T38" fmla="*/ 289 w 534"/>
                <a:gd name="T39" fmla="*/ 0 h 399"/>
                <a:gd name="T40" fmla="*/ 287 w 534"/>
                <a:gd name="T41" fmla="*/ 5 h 399"/>
                <a:gd name="T42" fmla="*/ 146 w 534"/>
                <a:gd name="T43" fmla="*/ 83 h 399"/>
                <a:gd name="T44" fmla="*/ 11 w 534"/>
                <a:gd name="T45" fmla="*/ 17 h 399"/>
                <a:gd name="T46" fmla="*/ 0 w 534"/>
                <a:gd name="T47" fmla="*/ 0 h 399"/>
                <a:gd name="T48" fmla="*/ 0 w 534"/>
                <a:gd name="T49" fmla="*/ 186 h 399"/>
                <a:gd name="T50" fmla="*/ 11 w 534"/>
                <a:gd name="T51" fmla="*/ 169 h 399"/>
                <a:gd name="T52" fmla="*/ 104 w 534"/>
                <a:gd name="T53" fmla="*/ 120 h 399"/>
                <a:gd name="T54" fmla="*/ 168 w 534"/>
                <a:gd name="T55" fmla="*/ 140 h 399"/>
                <a:gd name="T56" fmla="*/ 174 w 534"/>
                <a:gd name="T57" fmla="*/ 144 h 399"/>
                <a:gd name="T58" fmla="*/ 175 w 534"/>
                <a:gd name="T59" fmla="*/ 141 h 399"/>
                <a:gd name="T60" fmla="*/ 170 w 534"/>
                <a:gd name="T61" fmla="*/ 153 h 399"/>
                <a:gd name="T62" fmla="*/ 171 w 534"/>
                <a:gd name="T63" fmla="*/ 152 h 399"/>
                <a:gd name="T64" fmla="*/ 167 w 534"/>
                <a:gd name="T65" fmla="*/ 149 h 399"/>
                <a:gd name="T66" fmla="*/ 104 w 534"/>
                <a:gd name="T67" fmla="*/ 128 h 399"/>
                <a:gd name="T68" fmla="*/ 0 w 534"/>
                <a:gd name="T69" fmla="*/ 232 h 399"/>
                <a:gd name="T70" fmla="*/ 0 w 534"/>
                <a:gd name="T71" fmla="*/ 363 h 399"/>
                <a:gd name="T72" fmla="*/ 11 w 534"/>
                <a:gd name="T73" fmla="*/ 342 h 399"/>
                <a:gd name="T74" fmla="*/ 159 w 534"/>
                <a:gd name="T75" fmla="*/ 243 h 399"/>
                <a:gd name="T76" fmla="*/ 314 w 534"/>
                <a:gd name="T77" fmla="*/ 320 h 399"/>
                <a:gd name="T78" fmla="*/ 316 w 534"/>
                <a:gd name="T79" fmla="*/ 323 h 399"/>
                <a:gd name="T80" fmla="*/ 320 w 534"/>
                <a:gd name="T81" fmla="*/ 323 h 399"/>
                <a:gd name="T82" fmla="*/ 322 w 534"/>
                <a:gd name="T83" fmla="*/ 323 h 399"/>
                <a:gd name="T84" fmla="*/ 338 w 534"/>
                <a:gd name="T85" fmla="*/ 322 h 399"/>
                <a:gd name="T86" fmla="*/ 430 w 534"/>
                <a:gd name="T87" fmla="*/ 355 h 399"/>
                <a:gd name="T88" fmla="*/ 459 w 534"/>
                <a:gd name="T89" fmla="*/ 392 h 399"/>
                <a:gd name="T90" fmla="*/ 463 w 534"/>
                <a:gd name="T91" fmla="*/ 399 h 399"/>
                <a:gd name="T92" fmla="*/ 468 w 534"/>
                <a:gd name="T93" fmla="*/ 394 h 399"/>
                <a:gd name="T94" fmla="*/ 510 w 534"/>
                <a:gd name="T95" fmla="*/ 295 h 399"/>
                <a:gd name="T96" fmla="*/ 446 w 534"/>
                <a:gd name="T97" fmla="*/ 197 h 399"/>
                <a:gd name="T98" fmla="*/ 444 w 534"/>
                <a:gd name="T99" fmla="*/ 195 h 399"/>
                <a:gd name="T100" fmla="*/ 444 w 534"/>
                <a:gd name="T101" fmla="*/ 192 h 399"/>
                <a:gd name="T102" fmla="*/ 450 w 534"/>
                <a:gd name="T103" fmla="*/ 190 h 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34" h="399">
                  <a:moveTo>
                    <a:pt x="450" y="190"/>
                  </a:moveTo>
                  <a:cubicBezTo>
                    <a:pt x="473" y="201"/>
                    <a:pt x="492" y="219"/>
                    <a:pt x="504" y="242"/>
                  </a:cubicBezTo>
                  <a:cubicBezTo>
                    <a:pt x="509" y="251"/>
                    <a:pt x="509" y="251"/>
                    <a:pt x="509" y="251"/>
                  </a:cubicBezTo>
                  <a:cubicBezTo>
                    <a:pt x="514" y="242"/>
                    <a:pt x="514" y="242"/>
                    <a:pt x="514" y="242"/>
                  </a:cubicBezTo>
                  <a:cubicBezTo>
                    <a:pt x="528" y="221"/>
                    <a:pt x="534" y="196"/>
                    <a:pt x="533" y="171"/>
                  </a:cubicBezTo>
                  <a:cubicBezTo>
                    <a:pt x="532" y="138"/>
                    <a:pt x="518" y="109"/>
                    <a:pt x="495" y="89"/>
                  </a:cubicBezTo>
                  <a:cubicBezTo>
                    <a:pt x="475" y="72"/>
                    <a:pt x="450" y="63"/>
                    <a:pt x="423" y="63"/>
                  </a:cubicBezTo>
                  <a:cubicBezTo>
                    <a:pt x="419" y="63"/>
                    <a:pt x="415" y="63"/>
                    <a:pt x="411" y="63"/>
                  </a:cubicBezTo>
                  <a:cubicBezTo>
                    <a:pt x="400" y="64"/>
                    <a:pt x="389" y="67"/>
                    <a:pt x="379" y="71"/>
                  </a:cubicBezTo>
                  <a:cubicBezTo>
                    <a:pt x="374" y="73"/>
                    <a:pt x="374" y="73"/>
                    <a:pt x="374" y="73"/>
                  </a:cubicBezTo>
                  <a:cubicBezTo>
                    <a:pt x="375" y="78"/>
                    <a:pt x="375" y="78"/>
                    <a:pt x="375" y="78"/>
                  </a:cubicBezTo>
                  <a:cubicBezTo>
                    <a:pt x="377" y="86"/>
                    <a:pt x="378" y="94"/>
                    <a:pt x="378" y="102"/>
                  </a:cubicBezTo>
                  <a:cubicBezTo>
                    <a:pt x="378" y="109"/>
                    <a:pt x="377" y="117"/>
                    <a:pt x="376" y="124"/>
                  </a:cubicBezTo>
                  <a:cubicBezTo>
                    <a:pt x="375" y="126"/>
                    <a:pt x="374" y="127"/>
                    <a:pt x="372" y="127"/>
                  </a:cubicBezTo>
                  <a:cubicBezTo>
                    <a:pt x="371" y="127"/>
                    <a:pt x="371" y="127"/>
                    <a:pt x="371" y="127"/>
                  </a:cubicBezTo>
                  <a:cubicBezTo>
                    <a:pt x="370" y="127"/>
                    <a:pt x="369" y="127"/>
                    <a:pt x="368" y="126"/>
                  </a:cubicBezTo>
                  <a:cubicBezTo>
                    <a:pt x="368" y="125"/>
                    <a:pt x="367" y="124"/>
                    <a:pt x="368" y="123"/>
                  </a:cubicBezTo>
                  <a:cubicBezTo>
                    <a:pt x="369" y="116"/>
                    <a:pt x="370" y="109"/>
                    <a:pt x="370" y="102"/>
                  </a:cubicBezTo>
                  <a:cubicBezTo>
                    <a:pt x="370" y="55"/>
                    <a:pt x="339" y="14"/>
                    <a:pt x="294" y="2"/>
                  </a:cubicBezTo>
                  <a:cubicBezTo>
                    <a:pt x="289" y="0"/>
                    <a:pt x="289" y="0"/>
                    <a:pt x="289" y="0"/>
                  </a:cubicBezTo>
                  <a:cubicBezTo>
                    <a:pt x="287" y="5"/>
                    <a:pt x="287" y="5"/>
                    <a:pt x="287" y="5"/>
                  </a:cubicBezTo>
                  <a:cubicBezTo>
                    <a:pt x="263" y="52"/>
                    <a:pt x="207" y="83"/>
                    <a:pt x="146" y="83"/>
                  </a:cubicBezTo>
                  <a:cubicBezTo>
                    <a:pt x="90" y="83"/>
                    <a:pt x="38" y="57"/>
                    <a:pt x="11" y="17"/>
                  </a:cubicBezTo>
                  <a:cubicBezTo>
                    <a:pt x="0" y="0"/>
                    <a:pt x="0" y="0"/>
                    <a:pt x="0" y="0"/>
                  </a:cubicBezTo>
                  <a:cubicBezTo>
                    <a:pt x="0" y="186"/>
                    <a:pt x="0" y="186"/>
                    <a:pt x="0" y="186"/>
                  </a:cubicBezTo>
                  <a:cubicBezTo>
                    <a:pt x="11" y="169"/>
                    <a:pt x="11" y="169"/>
                    <a:pt x="11" y="169"/>
                  </a:cubicBezTo>
                  <a:cubicBezTo>
                    <a:pt x="32" y="138"/>
                    <a:pt x="67" y="120"/>
                    <a:pt x="104" y="120"/>
                  </a:cubicBezTo>
                  <a:cubicBezTo>
                    <a:pt x="127" y="120"/>
                    <a:pt x="150" y="127"/>
                    <a:pt x="168" y="140"/>
                  </a:cubicBezTo>
                  <a:cubicBezTo>
                    <a:pt x="174" y="144"/>
                    <a:pt x="174" y="144"/>
                    <a:pt x="174" y="144"/>
                  </a:cubicBezTo>
                  <a:cubicBezTo>
                    <a:pt x="175" y="141"/>
                    <a:pt x="175" y="141"/>
                    <a:pt x="175" y="141"/>
                  </a:cubicBezTo>
                  <a:cubicBezTo>
                    <a:pt x="173" y="145"/>
                    <a:pt x="171" y="149"/>
                    <a:pt x="170" y="153"/>
                  </a:cubicBezTo>
                  <a:cubicBezTo>
                    <a:pt x="171" y="152"/>
                    <a:pt x="171" y="152"/>
                    <a:pt x="171" y="152"/>
                  </a:cubicBezTo>
                  <a:cubicBezTo>
                    <a:pt x="167" y="149"/>
                    <a:pt x="167" y="149"/>
                    <a:pt x="167" y="149"/>
                  </a:cubicBezTo>
                  <a:cubicBezTo>
                    <a:pt x="149" y="135"/>
                    <a:pt x="127" y="128"/>
                    <a:pt x="104" y="128"/>
                  </a:cubicBezTo>
                  <a:cubicBezTo>
                    <a:pt x="47" y="128"/>
                    <a:pt x="0" y="174"/>
                    <a:pt x="0" y="232"/>
                  </a:cubicBezTo>
                  <a:cubicBezTo>
                    <a:pt x="0" y="363"/>
                    <a:pt x="0" y="363"/>
                    <a:pt x="0" y="363"/>
                  </a:cubicBezTo>
                  <a:cubicBezTo>
                    <a:pt x="11" y="342"/>
                    <a:pt x="11" y="342"/>
                    <a:pt x="11" y="342"/>
                  </a:cubicBezTo>
                  <a:cubicBezTo>
                    <a:pt x="40" y="289"/>
                    <a:pt x="97" y="251"/>
                    <a:pt x="159" y="243"/>
                  </a:cubicBezTo>
                  <a:cubicBezTo>
                    <a:pt x="227" y="235"/>
                    <a:pt x="289" y="265"/>
                    <a:pt x="314" y="320"/>
                  </a:cubicBezTo>
                  <a:cubicBezTo>
                    <a:pt x="316" y="323"/>
                    <a:pt x="316" y="323"/>
                    <a:pt x="316" y="323"/>
                  </a:cubicBezTo>
                  <a:cubicBezTo>
                    <a:pt x="320" y="323"/>
                    <a:pt x="320" y="323"/>
                    <a:pt x="320" y="323"/>
                  </a:cubicBezTo>
                  <a:cubicBezTo>
                    <a:pt x="320" y="323"/>
                    <a:pt x="321" y="323"/>
                    <a:pt x="322" y="323"/>
                  </a:cubicBezTo>
                  <a:cubicBezTo>
                    <a:pt x="327" y="322"/>
                    <a:pt x="333" y="322"/>
                    <a:pt x="338" y="322"/>
                  </a:cubicBezTo>
                  <a:cubicBezTo>
                    <a:pt x="373" y="322"/>
                    <a:pt x="404" y="334"/>
                    <a:pt x="430" y="355"/>
                  </a:cubicBezTo>
                  <a:cubicBezTo>
                    <a:pt x="442" y="366"/>
                    <a:pt x="452" y="378"/>
                    <a:pt x="459" y="392"/>
                  </a:cubicBezTo>
                  <a:cubicBezTo>
                    <a:pt x="463" y="399"/>
                    <a:pt x="463" y="399"/>
                    <a:pt x="463" y="399"/>
                  </a:cubicBezTo>
                  <a:cubicBezTo>
                    <a:pt x="468" y="394"/>
                    <a:pt x="468" y="394"/>
                    <a:pt x="468" y="394"/>
                  </a:cubicBezTo>
                  <a:cubicBezTo>
                    <a:pt x="496" y="368"/>
                    <a:pt x="511" y="332"/>
                    <a:pt x="510" y="295"/>
                  </a:cubicBezTo>
                  <a:cubicBezTo>
                    <a:pt x="508" y="252"/>
                    <a:pt x="484" y="215"/>
                    <a:pt x="446" y="197"/>
                  </a:cubicBezTo>
                  <a:cubicBezTo>
                    <a:pt x="445" y="197"/>
                    <a:pt x="444" y="196"/>
                    <a:pt x="444" y="195"/>
                  </a:cubicBezTo>
                  <a:cubicBezTo>
                    <a:pt x="444" y="194"/>
                    <a:pt x="444" y="193"/>
                    <a:pt x="444" y="192"/>
                  </a:cubicBezTo>
                  <a:cubicBezTo>
                    <a:pt x="445" y="190"/>
                    <a:pt x="447" y="189"/>
                    <a:pt x="450" y="190"/>
                  </a:cubicBezTo>
                  <a:close/>
                </a:path>
              </a:pathLst>
            </a:custGeom>
            <a:solidFill>
              <a:schemeClr val="accent3"/>
            </a:solidFill>
            <a:ln>
              <a:noFill/>
            </a:ln>
          </p:spPr>
          <p:txBody>
            <a:bodyPr vert="horz" wrap="square" lIns="91440" tIns="45721" rIns="91440" bIns="45721" numCol="1" anchor="t" anchorCtr="0" compatLnSpc="1">
              <a:prstTxWarp prst="textNoShape">
                <a:avLst/>
              </a:prstTxWarp>
            </a:bodyPr>
            <a:lstStyle/>
            <a:p>
              <a:endParaRPr lang="en-US" sz="1801" dirty="0"/>
            </a:p>
          </p:txBody>
        </p:sp>
        <p:sp>
          <p:nvSpPr>
            <p:cNvPr id="40" name="Color 1">
              <a:extLst>
                <a:ext uri="{FF2B5EF4-FFF2-40B4-BE49-F238E27FC236}">
                  <a16:creationId xmlns:a16="http://schemas.microsoft.com/office/drawing/2014/main" id="{E395E198-092F-416F-8993-B1B8DCAC3EAF}"/>
                </a:ext>
              </a:extLst>
            </p:cNvPr>
            <p:cNvSpPr/>
            <p:nvPr/>
          </p:nvSpPr>
          <p:spPr bwMode="auto">
            <a:xfrm>
              <a:off x="6191783" y="1676960"/>
              <a:ext cx="1690286" cy="1601755"/>
            </a:xfrm>
            <a:custGeom>
              <a:avLst/>
              <a:gdLst>
                <a:gd name="T0" fmla="*/ 510 w 510"/>
                <a:gd name="T1" fmla="*/ 448 h 483"/>
                <a:gd name="T2" fmla="*/ 446 w 510"/>
                <a:gd name="T3" fmla="*/ 350 h 483"/>
                <a:gd name="T4" fmla="*/ 446 w 510"/>
                <a:gd name="T5" fmla="*/ 350 h 483"/>
                <a:gd name="T6" fmla="*/ 443 w 510"/>
                <a:gd name="T7" fmla="*/ 346 h 483"/>
                <a:gd name="T8" fmla="*/ 426 w 510"/>
                <a:gd name="T9" fmla="*/ 255 h 483"/>
                <a:gd name="T10" fmla="*/ 322 w 510"/>
                <a:gd name="T11" fmla="*/ 169 h 483"/>
                <a:gd name="T12" fmla="*/ 314 w 510"/>
                <a:gd name="T13" fmla="*/ 167 h 483"/>
                <a:gd name="T14" fmla="*/ 315 w 510"/>
                <a:gd name="T15" fmla="*/ 175 h 483"/>
                <a:gd name="T16" fmla="*/ 316 w 510"/>
                <a:gd name="T17" fmla="*/ 179 h 483"/>
                <a:gd name="T18" fmla="*/ 316 w 510"/>
                <a:gd name="T19" fmla="*/ 180 h 483"/>
                <a:gd name="T20" fmla="*/ 313 w 510"/>
                <a:gd name="T21" fmla="*/ 238 h 483"/>
                <a:gd name="T22" fmla="*/ 311 w 510"/>
                <a:gd name="T23" fmla="*/ 244 h 483"/>
                <a:gd name="T24" fmla="*/ 315 w 510"/>
                <a:gd name="T25" fmla="*/ 245 h 483"/>
                <a:gd name="T26" fmla="*/ 300 w 510"/>
                <a:gd name="T27" fmla="*/ 244 h 483"/>
                <a:gd name="T28" fmla="*/ 302 w 510"/>
                <a:gd name="T29" fmla="*/ 244 h 483"/>
                <a:gd name="T30" fmla="*/ 304 w 510"/>
                <a:gd name="T31" fmla="*/ 240 h 483"/>
                <a:gd name="T32" fmla="*/ 308 w 510"/>
                <a:gd name="T33" fmla="*/ 181 h 483"/>
                <a:gd name="T34" fmla="*/ 120 w 510"/>
                <a:gd name="T35" fmla="*/ 0 h 483"/>
                <a:gd name="T36" fmla="*/ 0 w 510"/>
                <a:gd name="T37" fmla="*/ 124 h 483"/>
                <a:gd name="T38" fmla="*/ 0 w 510"/>
                <a:gd name="T39" fmla="*/ 243 h 483"/>
                <a:gd name="T40" fmla="*/ 11 w 510"/>
                <a:gd name="T41" fmla="*/ 226 h 483"/>
                <a:gd name="T42" fmla="*/ 95 w 510"/>
                <a:gd name="T43" fmla="*/ 177 h 483"/>
                <a:gd name="T44" fmla="*/ 102 w 510"/>
                <a:gd name="T45" fmla="*/ 176 h 483"/>
                <a:gd name="T46" fmla="*/ 101 w 510"/>
                <a:gd name="T47" fmla="*/ 172 h 483"/>
                <a:gd name="T48" fmla="*/ 104 w 510"/>
                <a:gd name="T49" fmla="*/ 180 h 483"/>
                <a:gd name="T50" fmla="*/ 107 w 510"/>
                <a:gd name="T51" fmla="*/ 185 h 483"/>
                <a:gd name="T52" fmla="*/ 107 w 510"/>
                <a:gd name="T53" fmla="*/ 185 h 483"/>
                <a:gd name="T54" fmla="*/ 103 w 510"/>
                <a:gd name="T55" fmla="*/ 185 h 483"/>
                <a:gd name="T56" fmla="*/ 0 w 510"/>
                <a:gd name="T57" fmla="*/ 289 h 483"/>
                <a:gd name="T58" fmla="*/ 0 w 510"/>
                <a:gd name="T59" fmla="*/ 351 h 483"/>
                <a:gd name="T60" fmla="*/ 146 w 510"/>
                <a:gd name="T61" fmla="*/ 470 h 483"/>
                <a:gd name="T62" fmla="*/ 291 w 510"/>
                <a:gd name="T63" fmla="*/ 351 h 483"/>
                <a:gd name="T64" fmla="*/ 295 w 510"/>
                <a:gd name="T65" fmla="*/ 347 h 483"/>
                <a:gd name="T66" fmla="*/ 299 w 510"/>
                <a:gd name="T67" fmla="*/ 351 h 483"/>
                <a:gd name="T68" fmla="*/ 294 w 510"/>
                <a:gd name="T69" fmla="*/ 382 h 483"/>
                <a:gd name="T70" fmla="*/ 292 w 510"/>
                <a:gd name="T71" fmla="*/ 388 h 483"/>
                <a:gd name="T72" fmla="*/ 298 w 510"/>
                <a:gd name="T73" fmla="*/ 390 h 483"/>
                <a:gd name="T74" fmla="*/ 370 w 510"/>
                <a:gd name="T75" fmla="*/ 455 h 483"/>
                <a:gd name="T76" fmla="*/ 372 w 510"/>
                <a:gd name="T77" fmla="*/ 461 h 483"/>
                <a:gd name="T78" fmla="*/ 377 w 510"/>
                <a:gd name="T79" fmla="*/ 458 h 483"/>
                <a:gd name="T80" fmla="*/ 410 w 510"/>
                <a:gd name="T81" fmla="*/ 450 h 483"/>
                <a:gd name="T82" fmla="*/ 423 w 510"/>
                <a:gd name="T83" fmla="*/ 450 h 483"/>
                <a:gd name="T84" fmla="*/ 498 w 510"/>
                <a:gd name="T85" fmla="*/ 477 h 483"/>
                <a:gd name="T86" fmla="*/ 506 w 510"/>
                <a:gd name="T87" fmla="*/ 483 h 483"/>
                <a:gd name="T88" fmla="*/ 508 w 510"/>
                <a:gd name="T89" fmla="*/ 473 h 483"/>
                <a:gd name="T90" fmla="*/ 510 w 510"/>
                <a:gd name="T91" fmla="*/ 448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10" h="482">
                  <a:moveTo>
                    <a:pt x="510" y="448"/>
                  </a:moveTo>
                  <a:cubicBezTo>
                    <a:pt x="508" y="405"/>
                    <a:pt x="484" y="367"/>
                    <a:pt x="446" y="350"/>
                  </a:cubicBezTo>
                  <a:cubicBezTo>
                    <a:pt x="446" y="350"/>
                    <a:pt x="446" y="350"/>
                    <a:pt x="446" y="350"/>
                  </a:cubicBezTo>
                  <a:cubicBezTo>
                    <a:pt x="444" y="349"/>
                    <a:pt x="443" y="347"/>
                    <a:pt x="443" y="346"/>
                  </a:cubicBezTo>
                  <a:cubicBezTo>
                    <a:pt x="446" y="315"/>
                    <a:pt x="440" y="284"/>
                    <a:pt x="426" y="255"/>
                  </a:cubicBezTo>
                  <a:cubicBezTo>
                    <a:pt x="404" y="209"/>
                    <a:pt x="364" y="176"/>
                    <a:pt x="322" y="169"/>
                  </a:cubicBezTo>
                  <a:cubicBezTo>
                    <a:pt x="314" y="167"/>
                    <a:pt x="314" y="167"/>
                    <a:pt x="314" y="167"/>
                  </a:cubicBezTo>
                  <a:cubicBezTo>
                    <a:pt x="315" y="175"/>
                    <a:pt x="315" y="175"/>
                    <a:pt x="315" y="175"/>
                  </a:cubicBezTo>
                  <a:cubicBezTo>
                    <a:pt x="316" y="177"/>
                    <a:pt x="316" y="178"/>
                    <a:pt x="316" y="179"/>
                  </a:cubicBezTo>
                  <a:cubicBezTo>
                    <a:pt x="316" y="180"/>
                    <a:pt x="316" y="180"/>
                    <a:pt x="316" y="180"/>
                  </a:cubicBezTo>
                  <a:cubicBezTo>
                    <a:pt x="319" y="201"/>
                    <a:pt x="318" y="220"/>
                    <a:pt x="313" y="238"/>
                  </a:cubicBezTo>
                  <a:cubicBezTo>
                    <a:pt x="311" y="244"/>
                    <a:pt x="311" y="244"/>
                    <a:pt x="311" y="244"/>
                  </a:cubicBezTo>
                  <a:cubicBezTo>
                    <a:pt x="315" y="245"/>
                    <a:pt x="315" y="245"/>
                    <a:pt x="315" y="245"/>
                  </a:cubicBezTo>
                  <a:cubicBezTo>
                    <a:pt x="310" y="244"/>
                    <a:pt x="305" y="244"/>
                    <a:pt x="300" y="244"/>
                  </a:cubicBezTo>
                  <a:cubicBezTo>
                    <a:pt x="302" y="244"/>
                    <a:pt x="302" y="244"/>
                    <a:pt x="302" y="244"/>
                  </a:cubicBezTo>
                  <a:cubicBezTo>
                    <a:pt x="304" y="240"/>
                    <a:pt x="304" y="240"/>
                    <a:pt x="304" y="240"/>
                  </a:cubicBezTo>
                  <a:cubicBezTo>
                    <a:pt x="309" y="222"/>
                    <a:pt x="311" y="202"/>
                    <a:pt x="308" y="181"/>
                  </a:cubicBezTo>
                  <a:cubicBezTo>
                    <a:pt x="293" y="63"/>
                    <a:pt x="189" y="0"/>
                    <a:pt x="120" y="0"/>
                  </a:cubicBezTo>
                  <a:cubicBezTo>
                    <a:pt x="16" y="0"/>
                    <a:pt x="0" y="77"/>
                    <a:pt x="0" y="124"/>
                  </a:cubicBezTo>
                  <a:cubicBezTo>
                    <a:pt x="0" y="243"/>
                    <a:pt x="0" y="243"/>
                    <a:pt x="0" y="243"/>
                  </a:cubicBezTo>
                  <a:cubicBezTo>
                    <a:pt x="11" y="226"/>
                    <a:pt x="11" y="226"/>
                    <a:pt x="11" y="226"/>
                  </a:cubicBezTo>
                  <a:cubicBezTo>
                    <a:pt x="30" y="198"/>
                    <a:pt x="61" y="180"/>
                    <a:pt x="95" y="177"/>
                  </a:cubicBezTo>
                  <a:cubicBezTo>
                    <a:pt x="102" y="176"/>
                    <a:pt x="102" y="176"/>
                    <a:pt x="102" y="176"/>
                  </a:cubicBezTo>
                  <a:cubicBezTo>
                    <a:pt x="101" y="172"/>
                    <a:pt x="101" y="172"/>
                    <a:pt x="101" y="172"/>
                  </a:cubicBezTo>
                  <a:cubicBezTo>
                    <a:pt x="102" y="175"/>
                    <a:pt x="103" y="177"/>
                    <a:pt x="104" y="180"/>
                  </a:cubicBezTo>
                  <a:cubicBezTo>
                    <a:pt x="105" y="181"/>
                    <a:pt x="106" y="183"/>
                    <a:pt x="107" y="185"/>
                  </a:cubicBezTo>
                  <a:cubicBezTo>
                    <a:pt x="107" y="185"/>
                    <a:pt x="107" y="185"/>
                    <a:pt x="107" y="185"/>
                  </a:cubicBezTo>
                  <a:cubicBezTo>
                    <a:pt x="103" y="185"/>
                    <a:pt x="103" y="185"/>
                    <a:pt x="103" y="185"/>
                  </a:cubicBezTo>
                  <a:cubicBezTo>
                    <a:pt x="46" y="185"/>
                    <a:pt x="0" y="232"/>
                    <a:pt x="0" y="289"/>
                  </a:cubicBezTo>
                  <a:cubicBezTo>
                    <a:pt x="0" y="351"/>
                    <a:pt x="0" y="351"/>
                    <a:pt x="0" y="351"/>
                  </a:cubicBezTo>
                  <a:cubicBezTo>
                    <a:pt x="0" y="416"/>
                    <a:pt x="65" y="470"/>
                    <a:pt x="146" y="470"/>
                  </a:cubicBezTo>
                  <a:cubicBezTo>
                    <a:pt x="226" y="470"/>
                    <a:pt x="291" y="416"/>
                    <a:pt x="291" y="351"/>
                  </a:cubicBezTo>
                  <a:cubicBezTo>
                    <a:pt x="291" y="348"/>
                    <a:pt x="293" y="347"/>
                    <a:pt x="295" y="347"/>
                  </a:cubicBezTo>
                  <a:cubicBezTo>
                    <a:pt x="297" y="347"/>
                    <a:pt x="299" y="348"/>
                    <a:pt x="299" y="351"/>
                  </a:cubicBezTo>
                  <a:cubicBezTo>
                    <a:pt x="299" y="361"/>
                    <a:pt x="297" y="372"/>
                    <a:pt x="294" y="382"/>
                  </a:cubicBezTo>
                  <a:cubicBezTo>
                    <a:pt x="292" y="388"/>
                    <a:pt x="292" y="388"/>
                    <a:pt x="292" y="388"/>
                  </a:cubicBezTo>
                  <a:cubicBezTo>
                    <a:pt x="298" y="390"/>
                    <a:pt x="298" y="390"/>
                    <a:pt x="298" y="390"/>
                  </a:cubicBezTo>
                  <a:cubicBezTo>
                    <a:pt x="331" y="399"/>
                    <a:pt x="357" y="423"/>
                    <a:pt x="370" y="455"/>
                  </a:cubicBezTo>
                  <a:cubicBezTo>
                    <a:pt x="372" y="461"/>
                    <a:pt x="372" y="461"/>
                    <a:pt x="372" y="461"/>
                  </a:cubicBezTo>
                  <a:cubicBezTo>
                    <a:pt x="377" y="458"/>
                    <a:pt x="377" y="458"/>
                    <a:pt x="377" y="458"/>
                  </a:cubicBezTo>
                  <a:cubicBezTo>
                    <a:pt x="388" y="454"/>
                    <a:pt x="399" y="452"/>
                    <a:pt x="410" y="450"/>
                  </a:cubicBezTo>
                  <a:cubicBezTo>
                    <a:pt x="415" y="450"/>
                    <a:pt x="419" y="450"/>
                    <a:pt x="423" y="450"/>
                  </a:cubicBezTo>
                  <a:cubicBezTo>
                    <a:pt x="451" y="450"/>
                    <a:pt x="477" y="459"/>
                    <a:pt x="498" y="477"/>
                  </a:cubicBezTo>
                  <a:cubicBezTo>
                    <a:pt x="506" y="483"/>
                    <a:pt x="506" y="483"/>
                    <a:pt x="506" y="483"/>
                  </a:cubicBezTo>
                  <a:cubicBezTo>
                    <a:pt x="508" y="473"/>
                    <a:pt x="508" y="473"/>
                    <a:pt x="508" y="473"/>
                  </a:cubicBezTo>
                  <a:cubicBezTo>
                    <a:pt x="509" y="464"/>
                    <a:pt x="510" y="456"/>
                    <a:pt x="510" y="448"/>
                  </a:cubicBezTo>
                  <a:close/>
                </a:path>
              </a:pathLst>
            </a:custGeom>
            <a:solidFill>
              <a:schemeClr val="accent2"/>
            </a:solidFill>
            <a:ln>
              <a:noFill/>
            </a:ln>
          </p:spPr>
          <p:txBody>
            <a:bodyPr vert="horz" wrap="square" lIns="91440" tIns="45721" rIns="91440" bIns="45721" numCol="1" anchor="t" anchorCtr="0" compatLnSpc="1">
              <a:prstTxWarp prst="textNoShape">
                <a:avLst/>
              </a:prstTxWarp>
            </a:bodyPr>
            <a:lstStyle/>
            <a:p>
              <a:endParaRPr lang="en-US" sz="1801" dirty="0"/>
            </a:p>
          </p:txBody>
        </p:sp>
        <p:grpSp>
          <p:nvGrpSpPr>
            <p:cNvPr id="41" name="Group 139">
              <a:extLst>
                <a:ext uri="{FF2B5EF4-FFF2-40B4-BE49-F238E27FC236}">
                  <a16:creationId xmlns:a16="http://schemas.microsoft.com/office/drawing/2014/main" id="{203DDE22-9347-47FB-B015-EA58091A4AA9}"/>
                </a:ext>
              </a:extLst>
            </p:cNvPr>
            <p:cNvGrpSpPr/>
            <p:nvPr/>
          </p:nvGrpSpPr>
          <p:grpSpPr>
            <a:xfrm>
              <a:off x="4165409" y="1631054"/>
              <a:ext cx="3842901" cy="3846178"/>
              <a:chOff x="4446520" y="2334033"/>
              <a:chExt cx="3298959" cy="3301772"/>
            </a:xfrm>
          </p:grpSpPr>
          <p:sp>
            <p:nvSpPr>
              <p:cNvPr id="51" name="Left Outline">
                <a:extLst>
                  <a:ext uri="{FF2B5EF4-FFF2-40B4-BE49-F238E27FC236}">
                    <a16:creationId xmlns:a16="http://schemas.microsoft.com/office/drawing/2014/main" id="{3CF69A14-5ACB-4328-8DCB-69C7F4FD2AA8}"/>
                  </a:ext>
                </a:extLst>
              </p:cNvPr>
              <p:cNvSpPr>
                <a:spLocks noEditPoints="1"/>
              </p:cNvSpPr>
              <p:nvPr/>
            </p:nvSpPr>
            <p:spPr bwMode="auto">
              <a:xfrm>
                <a:off x="4446520" y="2334034"/>
                <a:ext cx="1603035" cy="3301771"/>
              </a:xfrm>
              <a:custGeom>
                <a:avLst/>
                <a:gdLst>
                  <a:gd name="T0" fmla="*/ 372 w 563"/>
                  <a:gd name="T1" fmla="*/ 615 h 1160"/>
                  <a:gd name="T2" fmla="*/ 343 w 563"/>
                  <a:gd name="T3" fmla="*/ 523 h 1160"/>
                  <a:gd name="T4" fmla="*/ 377 w 563"/>
                  <a:gd name="T5" fmla="*/ 544 h 1160"/>
                  <a:gd name="T6" fmla="*/ 543 w 563"/>
                  <a:gd name="T7" fmla="*/ 429 h 1160"/>
                  <a:gd name="T8" fmla="*/ 185 w 563"/>
                  <a:gd name="T9" fmla="*/ 511 h 1160"/>
                  <a:gd name="T10" fmla="*/ 167 w 563"/>
                  <a:gd name="T11" fmla="*/ 534 h 1160"/>
                  <a:gd name="T12" fmla="*/ 137 w 563"/>
                  <a:gd name="T13" fmla="*/ 478 h 1160"/>
                  <a:gd name="T14" fmla="*/ 40 w 563"/>
                  <a:gd name="T15" fmla="*/ 648 h 1160"/>
                  <a:gd name="T16" fmla="*/ 110 w 563"/>
                  <a:gd name="T17" fmla="*/ 598 h 1160"/>
                  <a:gd name="T18" fmla="*/ 84 w 563"/>
                  <a:gd name="T19" fmla="*/ 799 h 1160"/>
                  <a:gd name="T20" fmla="*/ 228 w 563"/>
                  <a:gd name="T21" fmla="*/ 726 h 1160"/>
                  <a:gd name="T22" fmla="*/ 391 w 563"/>
                  <a:gd name="T23" fmla="*/ 646 h 1160"/>
                  <a:gd name="T24" fmla="*/ 543 w 563"/>
                  <a:gd name="T25" fmla="*/ 641 h 1160"/>
                  <a:gd name="T26" fmla="*/ 280 w 563"/>
                  <a:gd name="T27" fmla="*/ 276 h 1160"/>
                  <a:gd name="T28" fmla="*/ 191 w 563"/>
                  <a:gd name="T29" fmla="*/ 279 h 1160"/>
                  <a:gd name="T30" fmla="*/ 227 w 563"/>
                  <a:gd name="T31" fmla="*/ 189 h 1160"/>
                  <a:gd name="T32" fmla="*/ 105 w 563"/>
                  <a:gd name="T33" fmla="*/ 369 h 1160"/>
                  <a:gd name="T34" fmla="*/ 47 w 563"/>
                  <a:gd name="T35" fmla="*/ 486 h 1160"/>
                  <a:gd name="T36" fmla="*/ 173 w 563"/>
                  <a:gd name="T37" fmla="*/ 467 h 1160"/>
                  <a:gd name="T38" fmla="*/ 254 w 563"/>
                  <a:gd name="T39" fmla="*/ 355 h 1160"/>
                  <a:gd name="T40" fmla="*/ 543 w 563"/>
                  <a:gd name="T41" fmla="*/ 365 h 1160"/>
                  <a:gd name="T42" fmla="*/ 445 w 563"/>
                  <a:gd name="T43" fmla="*/ 205 h 1160"/>
                  <a:gd name="T44" fmla="*/ 408 w 563"/>
                  <a:gd name="T45" fmla="*/ 221 h 1160"/>
                  <a:gd name="T46" fmla="*/ 446 w 563"/>
                  <a:gd name="T47" fmla="*/ 140 h 1160"/>
                  <a:gd name="T48" fmla="*/ 543 w 563"/>
                  <a:gd name="T49" fmla="*/ 237 h 1160"/>
                  <a:gd name="T50" fmla="*/ 247 w 563"/>
                  <a:gd name="T51" fmla="*/ 196 h 1160"/>
                  <a:gd name="T52" fmla="*/ 288 w 563"/>
                  <a:gd name="T53" fmla="*/ 275 h 1160"/>
                  <a:gd name="T54" fmla="*/ 226 w 563"/>
                  <a:gd name="T55" fmla="*/ 746 h 1160"/>
                  <a:gd name="T56" fmla="*/ 162 w 563"/>
                  <a:gd name="T57" fmla="*/ 976 h 1160"/>
                  <a:gd name="T58" fmla="*/ 183 w 563"/>
                  <a:gd name="T59" fmla="*/ 833 h 1160"/>
                  <a:gd name="T60" fmla="*/ 256 w 563"/>
                  <a:gd name="T61" fmla="*/ 883 h 1160"/>
                  <a:gd name="T62" fmla="*/ 216 w 563"/>
                  <a:gd name="T63" fmla="*/ 890 h 1160"/>
                  <a:gd name="T64" fmla="*/ 331 w 563"/>
                  <a:gd name="T65" fmla="*/ 1075 h 1160"/>
                  <a:gd name="T66" fmla="*/ 344 w 563"/>
                  <a:gd name="T67" fmla="*/ 913 h 1160"/>
                  <a:gd name="T68" fmla="*/ 415 w 563"/>
                  <a:gd name="T69" fmla="*/ 762 h 1160"/>
                  <a:gd name="T70" fmla="*/ 433 w 563"/>
                  <a:gd name="T71" fmla="*/ 825 h 1160"/>
                  <a:gd name="T72" fmla="*/ 411 w 563"/>
                  <a:gd name="T73" fmla="*/ 820 h 1160"/>
                  <a:gd name="T74" fmla="*/ 428 w 563"/>
                  <a:gd name="T75" fmla="*/ 1027 h 1160"/>
                  <a:gd name="T76" fmla="*/ 347 w 563"/>
                  <a:gd name="T77" fmla="*/ 1042 h 1160"/>
                  <a:gd name="T78" fmla="*/ 504 w 563"/>
                  <a:gd name="T79" fmla="*/ 964 h 1160"/>
                  <a:gd name="T80" fmla="*/ 516 w 563"/>
                  <a:gd name="T81" fmla="*/ 948 h 1160"/>
                  <a:gd name="T82" fmla="*/ 543 w 563"/>
                  <a:gd name="T83" fmla="*/ 825 h 1160"/>
                  <a:gd name="T84" fmla="*/ 248 w 563"/>
                  <a:gd name="T85" fmla="*/ 739 h 1160"/>
                  <a:gd name="T86" fmla="*/ 233 w 563"/>
                  <a:gd name="T87" fmla="*/ 747 h 1160"/>
                  <a:gd name="T88" fmla="*/ 445 w 563"/>
                  <a:gd name="T89" fmla="*/ 1160 h 1160"/>
                  <a:gd name="T90" fmla="*/ 167 w 563"/>
                  <a:gd name="T91" fmla="*/ 1002 h 1160"/>
                  <a:gd name="T92" fmla="*/ 25 w 563"/>
                  <a:gd name="T93" fmla="*/ 703 h 1160"/>
                  <a:gd name="T94" fmla="*/ 30 w 563"/>
                  <a:gd name="T95" fmla="*/ 503 h 1160"/>
                  <a:gd name="T96" fmla="*/ 110 w 563"/>
                  <a:gd name="T97" fmla="*/ 263 h 1160"/>
                  <a:gd name="T98" fmla="*/ 563 w 563"/>
                  <a:gd name="T99" fmla="*/ 138 h 1160"/>
                  <a:gd name="T100" fmla="*/ 563 w 563"/>
                  <a:gd name="T101" fmla="*/ 641 h 1160"/>
                  <a:gd name="T102" fmla="*/ 563 w 563"/>
                  <a:gd name="T103" fmla="*/ 848 h 1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3" h="1160">
                    <a:moveTo>
                      <a:pt x="385" y="563"/>
                    </a:moveTo>
                    <a:cubicBezTo>
                      <a:pt x="390" y="579"/>
                      <a:pt x="388" y="597"/>
                      <a:pt x="380" y="613"/>
                    </a:cubicBezTo>
                    <a:cubicBezTo>
                      <a:pt x="378" y="616"/>
                      <a:pt x="375" y="617"/>
                      <a:pt x="372" y="615"/>
                    </a:cubicBezTo>
                    <a:cubicBezTo>
                      <a:pt x="369" y="614"/>
                      <a:pt x="368" y="610"/>
                      <a:pt x="369" y="607"/>
                    </a:cubicBezTo>
                    <a:cubicBezTo>
                      <a:pt x="384" y="580"/>
                      <a:pt x="373" y="545"/>
                      <a:pt x="345" y="531"/>
                    </a:cubicBezTo>
                    <a:cubicBezTo>
                      <a:pt x="342" y="529"/>
                      <a:pt x="341" y="526"/>
                      <a:pt x="343" y="523"/>
                    </a:cubicBezTo>
                    <a:cubicBezTo>
                      <a:pt x="344" y="521"/>
                      <a:pt x="346" y="520"/>
                      <a:pt x="348" y="520"/>
                    </a:cubicBezTo>
                    <a:cubicBezTo>
                      <a:pt x="349" y="520"/>
                      <a:pt x="350" y="520"/>
                      <a:pt x="351" y="520"/>
                    </a:cubicBezTo>
                    <a:cubicBezTo>
                      <a:pt x="362" y="526"/>
                      <a:pt x="371" y="534"/>
                      <a:pt x="377" y="544"/>
                    </a:cubicBezTo>
                    <a:cubicBezTo>
                      <a:pt x="397" y="530"/>
                      <a:pt x="420" y="523"/>
                      <a:pt x="445" y="523"/>
                    </a:cubicBezTo>
                    <a:cubicBezTo>
                      <a:pt x="485" y="523"/>
                      <a:pt x="521" y="543"/>
                      <a:pt x="543" y="575"/>
                    </a:cubicBezTo>
                    <a:cubicBezTo>
                      <a:pt x="543" y="429"/>
                      <a:pt x="543" y="429"/>
                      <a:pt x="543" y="429"/>
                    </a:cubicBezTo>
                    <a:cubicBezTo>
                      <a:pt x="515" y="470"/>
                      <a:pt x="463" y="498"/>
                      <a:pt x="403" y="498"/>
                    </a:cubicBezTo>
                    <a:cubicBezTo>
                      <a:pt x="337" y="498"/>
                      <a:pt x="281" y="464"/>
                      <a:pt x="256" y="416"/>
                    </a:cubicBezTo>
                    <a:cubicBezTo>
                      <a:pt x="214" y="428"/>
                      <a:pt x="185" y="467"/>
                      <a:pt x="185" y="511"/>
                    </a:cubicBezTo>
                    <a:cubicBezTo>
                      <a:pt x="185" y="517"/>
                      <a:pt x="186" y="524"/>
                      <a:pt x="187" y="530"/>
                    </a:cubicBezTo>
                    <a:cubicBezTo>
                      <a:pt x="188" y="536"/>
                      <a:pt x="185" y="541"/>
                      <a:pt x="179" y="542"/>
                    </a:cubicBezTo>
                    <a:cubicBezTo>
                      <a:pt x="174" y="543"/>
                      <a:pt x="168" y="540"/>
                      <a:pt x="167" y="534"/>
                    </a:cubicBezTo>
                    <a:cubicBezTo>
                      <a:pt x="166" y="527"/>
                      <a:pt x="165" y="519"/>
                      <a:pt x="165" y="511"/>
                    </a:cubicBezTo>
                    <a:cubicBezTo>
                      <a:pt x="165" y="502"/>
                      <a:pt x="166" y="494"/>
                      <a:pt x="168" y="486"/>
                    </a:cubicBezTo>
                    <a:cubicBezTo>
                      <a:pt x="158" y="482"/>
                      <a:pt x="147" y="479"/>
                      <a:pt x="137" y="478"/>
                    </a:cubicBezTo>
                    <a:cubicBezTo>
                      <a:pt x="108" y="475"/>
                      <a:pt x="80" y="484"/>
                      <a:pt x="58" y="503"/>
                    </a:cubicBezTo>
                    <a:cubicBezTo>
                      <a:pt x="36" y="522"/>
                      <a:pt x="23" y="549"/>
                      <a:pt x="22" y="580"/>
                    </a:cubicBezTo>
                    <a:cubicBezTo>
                      <a:pt x="21" y="604"/>
                      <a:pt x="27" y="628"/>
                      <a:pt x="40" y="648"/>
                    </a:cubicBezTo>
                    <a:cubicBezTo>
                      <a:pt x="52" y="624"/>
                      <a:pt x="72" y="605"/>
                      <a:pt x="97" y="593"/>
                    </a:cubicBezTo>
                    <a:cubicBezTo>
                      <a:pt x="98" y="593"/>
                      <a:pt x="99" y="592"/>
                      <a:pt x="101" y="592"/>
                    </a:cubicBezTo>
                    <a:cubicBezTo>
                      <a:pt x="105" y="592"/>
                      <a:pt x="108" y="595"/>
                      <a:pt x="110" y="598"/>
                    </a:cubicBezTo>
                    <a:cubicBezTo>
                      <a:pt x="112" y="603"/>
                      <a:pt x="110" y="609"/>
                      <a:pt x="105" y="612"/>
                    </a:cubicBezTo>
                    <a:cubicBezTo>
                      <a:pt x="70" y="628"/>
                      <a:pt x="47" y="663"/>
                      <a:pt x="45" y="704"/>
                    </a:cubicBezTo>
                    <a:cubicBezTo>
                      <a:pt x="44" y="740"/>
                      <a:pt x="58" y="774"/>
                      <a:pt x="84" y="799"/>
                    </a:cubicBezTo>
                    <a:cubicBezTo>
                      <a:pt x="92" y="784"/>
                      <a:pt x="102" y="771"/>
                      <a:pt x="115" y="760"/>
                    </a:cubicBezTo>
                    <a:cubicBezTo>
                      <a:pt x="142" y="737"/>
                      <a:pt x="175" y="725"/>
                      <a:pt x="211" y="725"/>
                    </a:cubicBezTo>
                    <a:cubicBezTo>
                      <a:pt x="217" y="725"/>
                      <a:pt x="222" y="725"/>
                      <a:pt x="228" y="726"/>
                    </a:cubicBezTo>
                    <a:cubicBezTo>
                      <a:pt x="228" y="726"/>
                      <a:pt x="229" y="726"/>
                      <a:pt x="229" y="726"/>
                    </a:cubicBezTo>
                    <a:cubicBezTo>
                      <a:pt x="253" y="675"/>
                      <a:pt x="306" y="645"/>
                      <a:pt x="368" y="645"/>
                    </a:cubicBezTo>
                    <a:cubicBezTo>
                      <a:pt x="375" y="645"/>
                      <a:pt x="383" y="645"/>
                      <a:pt x="391" y="646"/>
                    </a:cubicBezTo>
                    <a:cubicBezTo>
                      <a:pt x="457" y="654"/>
                      <a:pt x="514" y="695"/>
                      <a:pt x="543" y="749"/>
                    </a:cubicBezTo>
                    <a:cubicBezTo>
                      <a:pt x="543" y="679"/>
                      <a:pt x="543" y="679"/>
                      <a:pt x="543" y="679"/>
                    </a:cubicBezTo>
                    <a:cubicBezTo>
                      <a:pt x="543" y="641"/>
                      <a:pt x="543" y="641"/>
                      <a:pt x="543" y="641"/>
                    </a:cubicBezTo>
                    <a:cubicBezTo>
                      <a:pt x="543" y="587"/>
                      <a:pt x="499" y="543"/>
                      <a:pt x="445" y="543"/>
                    </a:cubicBezTo>
                    <a:cubicBezTo>
                      <a:pt x="423" y="543"/>
                      <a:pt x="402" y="550"/>
                      <a:pt x="385" y="563"/>
                    </a:cubicBezTo>
                    <a:close/>
                    <a:moveTo>
                      <a:pt x="280" y="276"/>
                    </a:moveTo>
                    <a:cubicBezTo>
                      <a:pt x="255" y="257"/>
                      <a:pt x="220" y="261"/>
                      <a:pt x="200" y="286"/>
                    </a:cubicBezTo>
                    <a:cubicBezTo>
                      <a:pt x="198" y="289"/>
                      <a:pt x="195" y="289"/>
                      <a:pt x="192" y="287"/>
                    </a:cubicBezTo>
                    <a:cubicBezTo>
                      <a:pt x="189" y="285"/>
                      <a:pt x="189" y="281"/>
                      <a:pt x="191" y="279"/>
                    </a:cubicBezTo>
                    <a:cubicBezTo>
                      <a:pt x="201" y="266"/>
                      <a:pt x="215" y="257"/>
                      <a:pt x="230" y="254"/>
                    </a:cubicBezTo>
                    <a:cubicBezTo>
                      <a:pt x="225" y="235"/>
                      <a:pt x="224" y="215"/>
                      <a:pt x="227" y="193"/>
                    </a:cubicBezTo>
                    <a:cubicBezTo>
                      <a:pt x="227" y="192"/>
                      <a:pt x="227" y="190"/>
                      <a:pt x="227" y="189"/>
                    </a:cubicBezTo>
                    <a:cubicBezTo>
                      <a:pt x="187" y="196"/>
                      <a:pt x="150" y="227"/>
                      <a:pt x="128" y="272"/>
                    </a:cubicBezTo>
                    <a:cubicBezTo>
                      <a:pt x="115" y="300"/>
                      <a:pt x="109" y="330"/>
                      <a:pt x="111" y="359"/>
                    </a:cubicBezTo>
                    <a:cubicBezTo>
                      <a:pt x="112" y="364"/>
                      <a:pt x="109" y="368"/>
                      <a:pt x="105" y="369"/>
                    </a:cubicBezTo>
                    <a:cubicBezTo>
                      <a:pt x="105" y="369"/>
                      <a:pt x="105" y="369"/>
                      <a:pt x="105" y="369"/>
                    </a:cubicBezTo>
                    <a:cubicBezTo>
                      <a:pt x="70" y="386"/>
                      <a:pt x="47" y="421"/>
                      <a:pt x="45" y="462"/>
                    </a:cubicBezTo>
                    <a:cubicBezTo>
                      <a:pt x="45" y="470"/>
                      <a:pt x="45" y="478"/>
                      <a:pt x="47" y="486"/>
                    </a:cubicBezTo>
                    <a:cubicBezTo>
                      <a:pt x="69" y="468"/>
                      <a:pt x="96" y="458"/>
                      <a:pt x="125" y="458"/>
                    </a:cubicBezTo>
                    <a:cubicBezTo>
                      <a:pt x="130" y="458"/>
                      <a:pt x="134" y="458"/>
                      <a:pt x="139" y="458"/>
                    </a:cubicBezTo>
                    <a:cubicBezTo>
                      <a:pt x="151" y="460"/>
                      <a:pt x="162" y="462"/>
                      <a:pt x="173" y="467"/>
                    </a:cubicBezTo>
                    <a:cubicBezTo>
                      <a:pt x="187" y="434"/>
                      <a:pt x="214" y="408"/>
                      <a:pt x="249" y="398"/>
                    </a:cubicBezTo>
                    <a:cubicBezTo>
                      <a:pt x="246" y="387"/>
                      <a:pt x="244" y="376"/>
                      <a:pt x="244" y="365"/>
                    </a:cubicBezTo>
                    <a:cubicBezTo>
                      <a:pt x="244" y="359"/>
                      <a:pt x="248" y="355"/>
                      <a:pt x="254" y="355"/>
                    </a:cubicBezTo>
                    <a:cubicBezTo>
                      <a:pt x="259" y="355"/>
                      <a:pt x="264" y="359"/>
                      <a:pt x="264" y="365"/>
                    </a:cubicBezTo>
                    <a:cubicBezTo>
                      <a:pt x="264" y="427"/>
                      <a:pt x="326" y="478"/>
                      <a:pt x="403" y="478"/>
                    </a:cubicBezTo>
                    <a:cubicBezTo>
                      <a:pt x="480" y="478"/>
                      <a:pt x="543" y="427"/>
                      <a:pt x="543" y="365"/>
                    </a:cubicBezTo>
                    <a:cubicBezTo>
                      <a:pt x="543" y="320"/>
                      <a:pt x="543" y="320"/>
                      <a:pt x="543" y="320"/>
                    </a:cubicBezTo>
                    <a:cubicBezTo>
                      <a:pt x="543" y="303"/>
                      <a:pt x="543" y="303"/>
                      <a:pt x="543" y="303"/>
                    </a:cubicBezTo>
                    <a:cubicBezTo>
                      <a:pt x="543" y="249"/>
                      <a:pt x="499" y="205"/>
                      <a:pt x="445" y="205"/>
                    </a:cubicBezTo>
                    <a:cubicBezTo>
                      <a:pt x="438" y="217"/>
                      <a:pt x="426" y="227"/>
                      <a:pt x="412" y="232"/>
                    </a:cubicBezTo>
                    <a:cubicBezTo>
                      <a:pt x="409" y="233"/>
                      <a:pt x="405" y="232"/>
                      <a:pt x="404" y="229"/>
                    </a:cubicBezTo>
                    <a:cubicBezTo>
                      <a:pt x="403" y="226"/>
                      <a:pt x="404" y="222"/>
                      <a:pt x="408" y="221"/>
                    </a:cubicBezTo>
                    <a:cubicBezTo>
                      <a:pt x="437" y="210"/>
                      <a:pt x="452" y="177"/>
                      <a:pt x="440" y="148"/>
                    </a:cubicBezTo>
                    <a:cubicBezTo>
                      <a:pt x="439" y="145"/>
                      <a:pt x="441" y="141"/>
                      <a:pt x="444" y="140"/>
                    </a:cubicBezTo>
                    <a:cubicBezTo>
                      <a:pt x="445" y="140"/>
                      <a:pt x="445" y="140"/>
                      <a:pt x="446" y="140"/>
                    </a:cubicBezTo>
                    <a:cubicBezTo>
                      <a:pt x="449" y="140"/>
                      <a:pt x="451" y="141"/>
                      <a:pt x="452" y="144"/>
                    </a:cubicBezTo>
                    <a:cubicBezTo>
                      <a:pt x="457" y="157"/>
                      <a:pt x="457" y="172"/>
                      <a:pt x="454" y="185"/>
                    </a:cubicBezTo>
                    <a:cubicBezTo>
                      <a:pt x="491" y="188"/>
                      <a:pt x="523" y="208"/>
                      <a:pt x="543" y="237"/>
                    </a:cubicBezTo>
                    <a:cubicBezTo>
                      <a:pt x="543" y="138"/>
                      <a:pt x="543" y="138"/>
                      <a:pt x="543" y="138"/>
                    </a:cubicBezTo>
                    <a:cubicBezTo>
                      <a:pt x="543" y="93"/>
                      <a:pt x="528" y="20"/>
                      <a:pt x="429" y="20"/>
                    </a:cubicBezTo>
                    <a:cubicBezTo>
                      <a:pt x="362" y="20"/>
                      <a:pt x="262" y="81"/>
                      <a:pt x="247" y="196"/>
                    </a:cubicBezTo>
                    <a:cubicBezTo>
                      <a:pt x="244" y="216"/>
                      <a:pt x="245" y="235"/>
                      <a:pt x="251" y="253"/>
                    </a:cubicBezTo>
                    <a:cubicBezTo>
                      <a:pt x="264" y="254"/>
                      <a:pt x="276" y="258"/>
                      <a:pt x="287" y="267"/>
                    </a:cubicBezTo>
                    <a:cubicBezTo>
                      <a:pt x="290" y="269"/>
                      <a:pt x="290" y="273"/>
                      <a:pt x="288" y="275"/>
                    </a:cubicBezTo>
                    <a:cubicBezTo>
                      <a:pt x="286" y="278"/>
                      <a:pt x="283" y="278"/>
                      <a:pt x="280" y="276"/>
                    </a:cubicBezTo>
                    <a:close/>
                    <a:moveTo>
                      <a:pt x="233" y="747"/>
                    </a:moveTo>
                    <a:cubicBezTo>
                      <a:pt x="231" y="746"/>
                      <a:pt x="228" y="746"/>
                      <a:pt x="226" y="746"/>
                    </a:cubicBezTo>
                    <a:cubicBezTo>
                      <a:pt x="189" y="742"/>
                      <a:pt x="155" y="752"/>
                      <a:pt x="128" y="775"/>
                    </a:cubicBezTo>
                    <a:cubicBezTo>
                      <a:pt x="104" y="796"/>
                      <a:pt x="90" y="826"/>
                      <a:pt x="89" y="858"/>
                    </a:cubicBezTo>
                    <a:cubicBezTo>
                      <a:pt x="87" y="908"/>
                      <a:pt x="123" y="952"/>
                      <a:pt x="162" y="976"/>
                    </a:cubicBezTo>
                    <a:cubicBezTo>
                      <a:pt x="159" y="939"/>
                      <a:pt x="172" y="903"/>
                      <a:pt x="199" y="878"/>
                    </a:cubicBezTo>
                    <a:cubicBezTo>
                      <a:pt x="189" y="868"/>
                      <a:pt x="181" y="856"/>
                      <a:pt x="178" y="840"/>
                    </a:cubicBezTo>
                    <a:cubicBezTo>
                      <a:pt x="177" y="837"/>
                      <a:pt x="179" y="834"/>
                      <a:pt x="183" y="833"/>
                    </a:cubicBezTo>
                    <a:cubicBezTo>
                      <a:pt x="183" y="833"/>
                      <a:pt x="183" y="833"/>
                      <a:pt x="184" y="833"/>
                    </a:cubicBezTo>
                    <a:cubicBezTo>
                      <a:pt x="187" y="833"/>
                      <a:pt x="189" y="835"/>
                      <a:pt x="190" y="838"/>
                    </a:cubicBezTo>
                    <a:cubicBezTo>
                      <a:pt x="196" y="869"/>
                      <a:pt x="225" y="889"/>
                      <a:pt x="256" y="883"/>
                    </a:cubicBezTo>
                    <a:cubicBezTo>
                      <a:pt x="259" y="883"/>
                      <a:pt x="262" y="885"/>
                      <a:pt x="263" y="888"/>
                    </a:cubicBezTo>
                    <a:cubicBezTo>
                      <a:pt x="264" y="891"/>
                      <a:pt x="262" y="894"/>
                      <a:pt x="258" y="895"/>
                    </a:cubicBezTo>
                    <a:cubicBezTo>
                      <a:pt x="243" y="898"/>
                      <a:pt x="229" y="896"/>
                      <a:pt x="216" y="890"/>
                    </a:cubicBezTo>
                    <a:cubicBezTo>
                      <a:pt x="188" y="914"/>
                      <a:pt x="175" y="952"/>
                      <a:pt x="184" y="990"/>
                    </a:cubicBezTo>
                    <a:cubicBezTo>
                      <a:pt x="198" y="1049"/>
                      <a:pt x="258" y="1088"/>
                      <a:pt x="318" y="1078"/>
                    </a:cubicBezTo>
                    <a:cubicBezTo>
                      <a:pt x="323" y="1077"/>
                      <a:pt x="327" y="1076"/>
                      <a:pt x="331" y="1075"/>
                    </a:cubicBezTo>
                    <a:cubicBezTo>
                      <a:pt x="328" y="1064"/>
                      <a:pt x="327" y="1053"/>
                      <a:pt x="327" y="1042"/>
                    </a:cubicBezTo>
                    <a:cubicBezTo>
                      <a:pt x="327" y="1014"/>
                      <a:pt x="336" y="988"/>
                      <a:pt x="354" y="966"/>
                    </a:cubicBezTo>
                    <a:cubicBezTo>
                      <a:pt x="347" y="950"/>
                      <a:pt x="344" y="932"/>
                      <a:pt x="344" y="913"/>
                    </a:cubicBezTo>
                    <a:cubicBezTo>
                      <a:pt x="344" y="867"/>
                      <a:pt x="366" y="824"/>
                      <a:pt x="403" y="801"/>
                    </a:cubicBezTo>
                    <a:cubicBezTo>
                      <a:pt x="401" y="789"/>
                      <a:pt x="403" y="776"/>
                      <a:pt x="410" y="765"/>
                    </a:cubicBezTo>
                    <a:cubicBezTo>
                      <a:pt x="411" y="763"/>
                      <a:pt x="413" y="762"/>
                      <a:pt x="415" y="762"/>
                    </a:cubicBezTo>
                    <a:cubicBezTo>
                      <a:pt x="416" y="762"/>
                      <a:pt x="417" y="762"/>
                      <a:pt x="418" y="763"/>
                    </a:cubicBezTo>
                    <a:cubicBezTo>
                      <a:pt x="421" y="764"/>
                      <a:pt x="422" y="768"/>
                      <a:pt x="420" y="771"/>
                    </a:cubicBezTo>
                    <a:cubicBezTo>
                      <a:pt x="409" y="789"/>
                      <a:pt x="415" y="814"/>
                      <a:pt x="433" y="825"/>
                    </a:cubicBezTo>
                    <a:cubicBezTo>
                      <a:pt x="436" y="827"/>
                      <a:pt x="437" y="831"/>
                      <a:pt x="435" y="833"/>
                    </a:cubicBezTo>
                    <a:cubicBezTo>
                      <a:pt x="433" y="836"/>
                      <a:pt x="430" y="837"/>
                      <a:pt x="427" y="835"/>
                    </a:cubicBezTo>
                    <a:cubicBezTo>
                      <a:pt x="420" y="831"/>
                      <a:pt x="415" y="826"/>
                      <a:pt x="411" y="820"/>
                    </a:cubicBezTo>
                    <a:cubicBezTo>
                      <a:pt x="382" y="840"/>
                      <a:pt x="364" y="875"/>
                      <a:pt x="364" y="913"/>
                    </a:cubicBezTo>
                    <a:cubicBezTo>
                      <a:pt x="364" y="957"/>
                      <a:pt x="387" y="997"/>
                      <a:pt x="423" y="1014"/>
                    </a:cubicBezTo>
                    <a:cubicBezTo>
                      <a:pt x="428" y="1016"/>
                      <a:pt x="431" y="1022"/>
                      <a:pt x="428" y="1027"/>
                    </a:cubicBezTo>
                    <a:cubicBezTo>
                      <a:pt x="426" y="1032"/>
                      <a:pt x="420" y="1034"/>
                      <a:pt x="415" y="1032"/>
                    </a:cubicBezTo>
                    <a:cubicBezTo>
                      <a:pt x="394" y="1022"/>
                      <a:pt x="377" y="1006"/>
                      <a:pt x="364" y="986"/>
                    </a:cubicBezTo>
                    <a:cubicBezTo>
                      <a:pt x="353" y="1002"/>
                      <a:pt x="347" y="1022"/>
                      <a:pt x="347" y="1042"/>
                    </a:cubicBezTo>
                    <a:cubicBezTo>
                      <a:pt x="347" y="1096"/>
                      <a:pt x="391" y="1140"/>
                      <a:pt x="445" y="1140"/>
                    </a:cubicBezTo>
                    <a:cubicBezTo>
                      <a:pt x="499" y="1140"/>
                      <a:pt x="543" y="1096"/>
                      <a:pt x="543" y="1042"/>
                    </a:cubicBezTo>
                    <a:cubicBezTo>
                      <a:pt x="543" y="1011"/>
                      <a:pt x="528" y="982"/>
                      <a:pt x="504" y="964"/>
                    </a:cubicBezTo>
                    <a:cubicBezTo>
                      <a:pt x="499" y="960"/>
                      <a:pt x="498" y="954"/>
                      <a:pt x="502" y="950"/>
                    </a:cubicBezTo>
                    <a:cubicBezTo>
                      <a:pt x="504" y="947"/>
                      <a:pt x="507" y="946"/>
                      <a:pt x="510" y="946"/>
                    </a:cubicBezTo>
                    <a:cubicBezTo>
                      <a:pt x="512" y="946"/>
                      <a:pt x="514" y="946"/>
                      <a:pt x="516" y="948"/>
                    </a:cubicBezTo>
                    <a:cubicBezTo>
                      <a:pt x="526" y="956"/>
                      <a:pt x="535" y="965"/>
                      <a:pt x="543" y="976"/>
                    </a:cubicBezTo>
                    <a:cubicBezTo>
                      <a:pt x="543" y="848"/>
                      <a:pt x="543" y="848"/>
                      <a:pt x="543" y="848"/>
                    </a:cubicBezTo>
                    <a:cubicBezTo>
                      <a:pt x="543" y="825"/>
                      <a:pt x="543" y="825"/>
                      <a:pt x="543" y="825"/>
                    </a:cubicBezTo>
                    <a:cubicBezTo>
                      <a:pt x="543" y="748"/>
                      <a:pt x="473" y="676"/>
                      <a:pt x="388" y="666"/>
                    </a:cubicBezTo>
                    <a:cubicBezTo>
                      <a:pt x="326" y="658"/>
                      <a:pt x="271" y="686"/>
                      <a:pt x="248" y="734"/>
                    </a:cubicBezTo>
                    <a:cubicBezTo>
                      <a:pt x="248" y="736"/>
                      <a:pt x="248" y="737"/>
                      <a:pt x="248" y="739"/>
                    </a:cubicBezTo>
                    <a:cubicBezTo>
                      <a:pt x="247" y="745"/>
                      <a:pt x="242" y="748"/>
                      <a:pt x="236" y="747"/>
                    </a:cubicBezTo>
                    <a:cubicBezTo>
                      <a:pt x="236" y="747"/>
                      <a:pt x="235" y="747"/>
                      <a:pt x="235" y="747"/>
                    </a:cubicBezTo>
                    <a:cubicBezTo>
                      <a:pt x="234" y="747"/>
                      <a:pt x="234" y="747"/>
                      <a:pt x="233" y="747"/>
                    </a:cubicBezTo>
                    <a:close/>
                    <a:moveTo>
                      <a:pt x="563" y="848"/>
                    </a:moveTo>
                    <a:cubicBezTo>
                      <a:pt x="563" y="1042"/>
                      <a:pt x="563" y="1042"/>
                      <a:pt x="563" y="1042"/>
                    </a:cubicBezTo>
                    <a:cubicBezTo>
                      <a:pt x="563" y="1107"/>
                      <a:pt x="510" y="1160"/>
                      <a:pt x="445" y="1160"/>
                    </a:cubicBezTo>
                    <a:cubicBezTo>
                      <a:pt x="398" y="1160"/>
                      <a:pt x="358" y="1133"/>
                      <a:pt x="339" y="1094"/>
                    </a:cubicBezTo>
                    <a:cubicBezTo>
                      <a:pt x="333" y="1095"/>
                      <a:pt x="327" y="1097"/>
                      <a:pt x="321" y="1098"/>
                    </a:cubicBezTo>
                    <a:cubicBezTo>
                      <a:pt x="254" y="1109"/>
                      <a:pt x="186" y="1067"/>
                      <a:pt x="167" y="1002"/>
                    </a:cubicBezTo>
                    <a:cubicBezTo>
                      <a:pt x="116" y="976"/>
                      <a:pt x="66" y="922"/>
                      <a:pt x="69" y="857"/>
                    </a:cubicBezTo>
                    <a:cubicBezTo>
                      <a:pt x="69" y="844"/>
                      <a:pt x="72" y="830"/>
                      <a:pt x="76" y="818"/>
                    </a:cubicBezTo>
                    <a:cubicBezTo>
                      <a:pt x="42" y="789"/>
                      <a:pt x="23" y="747"/>
                      <a:pt x="25" y="703"/>
                    </a:cubicBezTo>
                    <a:cubicBezTo>
                      <a:pt x="26" y="692"/>
                      <a:pt x="28" y="681"/>
                      <a:pt x="31" y="670"/>
                    </a:cubicBezTo>
                    <a:cubicBezTo>
                      <a:pt x="11" y="644"/>
                      <a:pt x="0" y="612"/>
                      <a:pt x="2" y="579"/>
                    </a:cubicBezTo>
                    <a:cubicBezTo>
                      <a:pt x="3" y="550"/>
                      <a:pt x="13" y="524"/>
                      <a:pt x="30" y="503"/>
                    </a:cubicBezTo>
                    <a:cubicBezTo>
                      <a:pt x="26" y="489"/>
                      <a:pt x="25" y="475"/>
                      <a:pt x="25" y="461"/>
                    </a:cubicBezTo>
                    <a:cubicBezTo>
                      <a:pt x="27" y="415"/>
                      <a:pt x="52" y="375"/>
                      <a:pt x="91" y="354"/>
                    </a:cubicBezTo>
                    <a:cubicBezTo>
                      <a:pt x="90" y="323"/>
                      <a:pt x="96" y="292"/>
                      <a:pt x="110" y="263"/>
                    </a:cubicBezTo>
                    <a:cubicBezTo>
                      <a:pt x="136" y="209"/>
                      <a:pt x="182" y="173"/>
                      <a:pt x="232" y="168"/>
                    </a:cubicBezTo>
                    <a:cubicBezTo>
                      <a:pt x="259" y="58"/>
                      <a:pt x="360" y="0"/>
                      <a:pt x="429" y="0"/>
                    </a:cubicBezTo>
                    <a:cubicBezTo>
                      <a:pt x="514" y="0"/>
                      <a:pt x="563" y="50"/>
                      <a:pt x="563" y="138"/>
                    </a:cubicBezTo>
                    <a:cubicBezTo>
                      <a:pt x="563" y="320"/>
                      <a:pt x="563" y="320"/>
                      <a:pt x="563" y="320"/>
                    </a:cubicBezTo>
                    <a:cubicBezTo>
                      <a:pt x="563" y="365"/>
                      <a:pt x="563" y="365"/>
                      <a:pt x="563" y="365"/>
                    </a:cubicBezTo>
                    <a:cubicBezTo>
                      <a:pt x="563" y="641"/>
                      <a:pt x="563" y="641"/>
                      <a:pt x="563" y="641"/>
                    </a:cubicBezTo>
                    <a:cubicBezTo>
                      <a:pt x="563" y="679"/>
                      <a:pt x="563" y="679"/>
                      <a:pt x="563" y="679"/>
                    </a:cubicBezTo>
                    <a:cubicBezTo>
                      <a:pt x="563" y="825"/>
                      <a:pt x="563" y="825"/>
                      <a:pt x="563" y="825"/>
                    </a:cubicBezTo>
                    <a:lnTo>
                      <a:pt x="563" y="848"/>
                    </a:lnTo>
                    <a:close/>
                  </a:path>
                </a:pathLst>
              </a:custGeom>
              <a:solidFill>
                <a:schemeClr val="bg1"/>
              </a:solidFill>
              <a:ln>
                <a:noFill/>
              </a:ln>
            </p:spPr>
            <p:txBody>
              <a:bodyPr vert="horz" wrap="square" lIns="91440" tIns="45721" rIns="91440" bIns="45721" numCol="1" anchor="t" anchorCtr="0" compatLnSpc="1">
                <a:prstTxWarp prst="textNoShape">
                  <a:avLst/>
                </a:prstTxWarp>
              </a:bodyPr>
              <a:lstStyle/>
              <a:p>
                <a:endParaRPr lang="en-US" sz="1801" dirty="0"/>
              </a:p>
            </p:txBody>
          </p:sp>
          <p:sp>
            <p:nvSpPr>
              <p:cNvPr id="52" name="Right Outline">
                <a:extLst>
                  <a:ext uri="{FF2B5EF4-FFF2-40B4-BE49-F238E27FC236}">
                    <a16:creationId xmlns:a16="http://schemas.microsoft.com/office/drawing/2014/main" id="{14E36A20-AF7B-4594-A99A-52F102F2EB9A}"/>
                  </a:ext>
                </a:extLst>
              </p:cNvPr>
              <p:cNvSpPr>
                <a:spLocks noEditPoints="1"/>
              </p:cNvSpPr>
              <p:nvPr/>
            </p:nvSpPr>
            <p:spPr bwMode="auto">
              <a:xfrm>
                <a:off x="6145259" y="2334033"/>
                <a:ext cx="1600220" cy="3301772"/>
              </a:xfrm>
              <a:custGeom>
                <a:avLst/>
                <a:gdLst>
                  <a:gd name="T0" fmla="*/ 191 w 562"/>
                  <a:gd name="T1" fmla="*/ 615 h 1160"/>
                  <a:gd name="T2" fmla="*/ 118 w 562"/>
                  <a:gd name="T3" fmla="*/ 543 h 1160"/>
                  <a:gd name="T4" fmla="*/ 20 w 562"/>
                  <a:gd name="T5" fmla="*/ 749 h 1160"/>
                  <a:gd name="T6" fmla="*/ 333 w 562"/>
                  <a:gd name="T7" fmla="*/ 726 h 1160"/>
                  <a:gd name="T8" fmla="*/ 448 w 562"/>
                  <a:gd name="T9" fmla="*/ 760 h 1160"/>
                  <a:gd name="T10" fmla="*/ 458 w 562"/>
                  <a:gd name="T11" fmla="*/ 612 h 1160"/>
                  <a:gd name="T12" fmla="*/ 466 w 562"/>
                  <a:gd name="T13" fmla="*/ 593 h 1160"/>
                  <a:gd name="T14" fmla="*/ 505 w 562"/>
                  <a:gd name="T15" fmla="*/ 503 h 1160"/>
                  <a:gd name="T16" fmla="*/ 398 w 562"/>
                  <a:gd name="T17" fmla="*/ 511 h 1160"/>
                  <a:gd name="T18" fmla="*/ 376 w 562"/>
                  <a:gd name="T19" fmla="*/ 530 h 1160"/>
                  <a:gd name="T20" fmla="*/ 160 w 562"/>
                  <a:gd name="T21" fmla="*/ 498 h 1160"/>
                  <a:gd name="T22" fmla="*/ 118 w 562"/>
                  <a:gd name="T23" fmla="*/ 523 h 1160"/>
                  <a:gd name="T24" fmla="*/ 215 w 562"/>
                  <a:gd name="T25" fmla="*/ 520 h 1160"/>
                  <a:gd name="T26" fmla="*/ 122 w 562"/>
                  <a:gd name="T27" fmla="*/ 148 h 1160"/>
                  <a:gd name="T28" fmla="*/ 151 w 562"/>
                  <a:gd name="T29" fmla="*/ 232 h 1160"/>
                  <a:gd name="T30" fmla="*/ 20 w 562"/>
                  <a:gd name="T31" fmla="*/ 320 h 1160"/>
                  <a:gd name="T32" fmla="*/ 299 w 562"/>
                  <a:gd name="T33" fmla="*/ 365 h 1160"/>
                  <a:gd name="T34" fmla="*/ 314 w 562"/>
                  <a:gd name="T35" fmla="*/ 398 h 1160"/>
                  <a:gd name="T36" fmla="*/ 437 w 562"/>
                  <a:gd name="T37" fmla="*/ 458 h 1160"/>
                  <a:gd name="T38" fmla="*/ 458 w 562"/>
                  <a:gd name="T39" fmla="*/ 369 h 1160"/>
                  <a:gd name="T40" fmla="*/ 435 w 562"/>
                  <a:gd name="T41" fmla="*/ 272 h 1160"/>
                  <a:gd name="T42" fmla="*/ 332 w 562"/>
                  <a:gd name="T43" fmla="*/ 254 h 1160"/>
                  <a:gd name="T44" fmla="*/ 362 w 562"/>
                  <a:gd name="T45" fmla="*/ 286 h 1160"/>
                  <a:gd name="T46" fmla="*/ 275 w 562"/>
                  <a:gd name="T47" fmla="*/ 267 h 1160"/>
                  <a:gd name="T48" fmla="*/ 134 w 562"/>
                  <a:gd name="T49" fmla="*/ 20 h 1160"/>
                  <a:gd name="T50" fmla="*/ 109 w 562"/>
                  <a:gd name="T51" fmla="*/ 185 h 1160"/>
                  <a:gd name="T52" fmla="*/ 119 w 562"/>
                  <a:gd name="T53" fmla="*/ 140 h 1160"/>
                  <a:gd name="T54" fmla="*/ 143 w 562"/>
                  <a:gd name="T55" fmla="*/ 771 h 1160"/>
                  <a:gd name="T56" fmla="*/ 153 w 562"/>
                  <a:gd name="T57" fmla="*/ 765 h 1160"/>
                  <a:gd name="T58" fmla="*/ 209 w 562"/>
                  <a:gd name="T59" fmla="*/ 966 h 1160"/>
                  <a:gd name="T60" fmla="*/ 245 w 562"/>
                  <a:gd name="T61" fmla="*/ 1078 h 1160"/>
                  <a:gd name="T62" fmla="*/ 304 w 562"/>
                  <a:gd name="T63" fmla="*/ 895 h 1160"/>
                  <a:gd name="T64" fmla="*/ 373 w 562"/>
                  <a:gd name="T65" fmla="*/ 838 h 1160"/>
                  <a:gd name="T66" fmla="*/ 385 w 562"/>
                  <a:gd name="T67" fmla="*/ 840 h 1160"/>
                  <a:gd name="T68" fmla="*/ 474 w 562"/>
                  <a:gd name="T69" fmla="*/ 858 h 1160"/>
                  <a:gd name="T70" fmla="*/ 330 w 562"/>
                  <a:gd name="T71" fmla="*/ 747 h 1160"/>
                  <a:gd name="T72" fmla="*/ 315 w 562"/>
                  <a:gd name="T73" fmla="*/ 739 h 1160"/>
                  <a:gd name="T74" fmla="*/ 20 w 562"/>
                  <a:gd name="T75" fmla="*/ 825 h 1160"/>
                  <a:gd name="T76" fmla="*/ 47 w 562"/>
                  <a:gd name="T77" fmla="*/ 948 h 1160"/>
                  <a:gd name="T78" fmla="*/ 59 w 562"/>
                  <a:gd name="T79" fmla="*/ 964 h 1160"/>
                  <a:gd name="T80" fmla="*/ 216 w 562"/>
                  <a:gd name="T81" fmla="*/ 1042 h 1160"/>
                  <a:gd name="T82" fmla="*/ 135 w 562"/>
                  <a:gd name="T83" fmla="*/ 1027 h 1160"/>
                  <a:gd name="T84" fmla="*/ 152 w 562"/>
                  <a:gd name="T85" fmla="*/ 820 h 1160"/>
                  <a:gd name="T86" fmla="*/ 130 w 562"/>
                  <a:gd name="T87" fmla="*/ 825 h 1160"/>
                  <a:gd name="T88" fmla="*/ 538 w 562"/>
                  <a:gd name="T89" fmla="*/ 703 h 1160"/>
                  <a:gd name="T90" fmla="*/ 396 w 562"/>
                  <a:gd name="T91" fmla="*/ 1002 h 1160"/>
                  <a:gd name="T92" fmla="*/ 118 w 562"/>
                  <a:gd name="T93" fmla="*/ 1160 h 1160"/>
                  <a:gd name="T94" fmla="*/ 0 w 562"/>
                  <a:gd name="T95" fmla="*/ 825 h 1160"/>
                  <a:gd name="T96" fmla="*/ 0 w 562"/>
                  <a:gd name="T97" fmla="*/ 365 h 1160"/>
                  <a:gd name="T98" fmla="*/ 134 w 562"/>
                  <a:gd name="T99" fmla="*/ 0 h 1160"/>
                  <a:gd name="T100" fmla="*/ 472 w 562"/>
                  <a:gd name="T101" fmla="*/ 354 h 1160"/>
                  <a:gd name="T102" fmla="*/ 561 w 562"/>
                  <a:gd name="T103" fmla="*/ 579 h 1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2" h="1160">
                    <a:moveTo>
                      <a:pt x="217" y="531"/>
                    </a:moveTo>
                    <a:cubicBezTo>
                      <a:pt x="190" y="545"/>
                      <a:pt x="179" y="580"/>
                      <a:pt x="194" y="607"/>
                    </a:cubicBezTo>
                    <a:cubicBezTo>
                      <a:pt x="195" y="610"/>
                      <a:pt x="194" y="614"/>
                      <a:pt x="191" y="615"/>
                    </a:cubicBezTo>
                    <a:cubicBezTo>
                      <a:pt x="188" y="617"/>
                      <a:pt x="185" y="616"/>
                      <a:pt x="183" y="613"/>
                    </a:cubicBezTo>
                    <a:cubicBezTo>
                      <a:pt x="175" y="597"/>
                      <a:pt x="173" y="579"/>
                      <a:pt x="178" y="563"/>
                    </a:cubicBezTo>
                    <a:cubicBezTo>
                      <a:pt x="160" y="550"/>
                      <a:pt x="140" y="543"/>
                      <a:pt x="118" y="543"/>
                    </a:cubicBezTo>
                    <a:cubicBezTo>
                      <a:pt x="64" y="543"/>
                      <a:pt x="20" y="587"/>
                      <a:pt x="20" y="641"/>
                    </a:cubicBezTo>
                    <a:cubicBezTo>
                      <a:pt x="20" y="679"/>
                      <a:pt x="20" y="679"/>
                      <a:pt x="20" y="679"/>
                    </a:cubicBezTo>
                    <a:cubicBezTo>
                      <a:pt x="20" y="749"/>
                      <a:pt x="20" y="749"/>
                      <a:pt x="20" y="749"/>
                    </a:cubicBezTo>
                    <a:cubicBezTo>
                      <a:pt x="49" y="695"/>
                      <a:pt x="106" y="654"/>
                      <a:pt x="172" y="646"/>
                    </a:cubicBezTo>
                    <a:cubicBezTo>
                      <a:pt x="180" y="645"/>
                      <a:pt x="187" y="645"/>
                      <a:pt x="195" y="645"/>
                    </a:cubicBezTo>
                    <a:cubicBezTo>
                      <a:pt x="257" y="645"/>
                      <a:pt x="310" y="675"/>
                      <a:pt x="333" y="726"/>
                    </a:cubicBezTo>
                    <a:cubicBezTo>
                      <a:pt x="334" y="726"/>
                      <a:pt x="334" y="726"/>
                      <a:pt x="335" y="726"/>
                    </a:cubicBezTo>
                    <a:cubicBezTo>
                      <a:pt x="340" y="725"/>
                      <a:pt x="346" y="725"/>
                      <a:pt x="352" y="725"/>
                    </a:cubicBezTo>
                    <a:cubicBezTo>
                      <a:pt x="388" y="725"/>
                      <a:pt x="421" y="737"/>
                      <a:pt x="448" y="760"/>
                    </a:cubicBezTo>
                    <a:cubicBezTo>
                      <a:pt x="460" y="771"/>
                      <a:pt x="471" y="784"/>
                      <a:pt x="478" y="799"/>
                    </a:cubicBezTo>
                    <a:cubicBezTo>
                      <a:pt x="505" y="774"/>
                      <a:pt x="519" y="740"/>
                      <a:pt x="518" y="704"/>
                    </a:cubicBezTo>
                    <a:cubicBezTo>
                      <a:pt x="516" y="663"/>
                      <a:pt x="493" y="628"/>
                      <a:pt x="458" y="612"/>
                    </a:cubicBezTo>
                    <a:cubicBezTo>
                      <a:pt x="453" y="609"/>
                      <a:pt x="450" y="603"/>
                      <a:pt x="453" y="598"/>
                    </a:cubicBezTo>
                    <a:cubicBezTo>
                      <a:pt x="455" y="595"/>
                      <a:pt x="458" y="592"/>
                      <a:pt x="462" y="592"/>
                    </a:cubicBezTo>
                    <a:cubicBezTo>
                      <a:pt x="463" y="592"/>
                      <a:pt x="465" y="593"/>
                      <a:pt x="466" y="593"/>
                    </a:cubicBezTo>
                    <a:cubicBezTo>
                      <a:pt x="491" y="605"/>
                      <a:pt x="511" y="624"/>
                      <a:pt x="523" y="648"/>
                    </a:cubicBezTo>
                    <a:cubicBezTo>
                      <a:pt x="536" y="628"/>
                      <a:pt x="542" y="604"/>
                      <a:pt x="541" y="580"/>
                    </a:cubicBezTo>
                    <a:cubicBezTo>
                      <a:pt x="540" y="549"/>
                      <a:pt x="527" y="522"/>
                      <a:pt x="505" y="503"/>
                    </a:cubicBezTo>
                    <a:cubicBezTo>
                      <a:pt x="483" y="484"/>
                      <a:pt x="455" y="475"/>
                      <a:pt x="426" y="478"/>
                    </a:cubicBezTo>
                    <a:cubicBezTo>
                      <a:pt x="415" y="479"/>
                      <a:pt x="405" y="482"/>
                      <a:pt x="395" y="486"/>
                    </a:cubicBezTo>
                    <a:cubicBezTo>
                      <a:pt x="397" y="494"/>
                      <a:pt x="398" y="502"/>
                      <a:pt x="398" y="511"/>
                    </a:cubicBezTo>
                    <a:cubicBezTo>
                      <a:pt x="398" y="519"/>
                      <a:pt x="397" y="527"/>
                      <a:pt x="395" y="534"/>
                    </a:cubicBezTo>
                    <a:cubicBezTo>
                      <a:pt x="394" y="540"/>
                      <a:pt x="389" y="543"/>
                      <a:pt x="384" y="542"/>
                    </a:cubicBezTo>
                    <a:cubicBezTo>
                      <a:pt x="378" y="541"/>
                      <a:pt x="375" y="536"/>
                      <a:pt x="376" y="530"/>
                    </a:cubicBezTo>
                    <a:cubicBezTo>
                      <a:pt x="377" y="524"/>
                      <a:pt x="378" y="517"/>
                      <a:pt x="378" y="511"/>
                    </a:cubicBezTo>
                    <a:cubicBezTo>
                      <a:pt x="378" y="467"/>
                      <a:pt x="349" y="428"/>
                      <a:pt x="306" y="416"/>
                    </a:cubicBezTo>
                    <a:cubicBezTo>
                      <a:pt x="282" y="464"/>
                      <a:pt x="225" y="498"/>
                      <a:pt x="160" y="498"/>
                    </a:cubicBezTo>
                    <a:cubicBezTo>
                      <a:pt x="100" y="498"/>
                      <a:pt x="47" y="470"/>
                      <a:pt x="20" y="429"/>
                    </a:cubicBezTo>
                    <a:cubicBezTo>
                      <a:pt x="20" y="575"/>
                      <a:pt x="20" y="575"/>
                      <a:pt x="20" y="575"/>
                    </a:cubicBezTo>
                    <a:cubicBezTo>
                      <a:pt x="41" y="543"/>
                      <a:pt x="77" y="523"/>
                      <a:pt x="118" y="523"/>
                    </a:cubicBezTo>
                    <a:cubicBezTo>
                      <a:pt x="143" y="523"/>
                      <a:pt x="166" y="530"/>
                      <a:pt x="186" y="544"/>
                    </a:cubicBezTo>
                    <a:cubicBezTo>
                      <a:pt x="192" y="534"/>
                      <a:pt x="201" y="526"/>
                      <a:pt x="212" y="520"/>
                    </a:cubicBezTo>
                    <a:cubicBezTo>
                      <a:pt x="213" y="520"/>
                      <a:pt x="214" y="520"/>
                      <a:pt x="215" y="520"/>
                    </a:cubicBezTo>
                    <a:cubicBezTo>
                      <a:pt x="217" y="520"/>
                      <a:pt x="219" y="521"/>
                      <a:pt x="220" y="523"/>
                    </a:cubicBezTo>
                    <a:cubicBezTo>
                      <a:pt x="222" y="526"/>
                      <a:pt x="220" y="529"/>
                      <a:pt x="217" y="531"/>
                    </a:cubicBezTo>
                    <a:close/>
                    <a:moveTo>
                      <a:pt x="122" y="148"/>
                    </a:moveTo>
                    <a:cubicBezTo>
                      <a:pt x="111" y="177"/>
                      <a:pt x="126" y="210"/>
                      <a:pt x="155" y="221"/>
                    </a:cubicBezTo>
                    <a:cubicBezTo>
                      <a:pt x="158" y="222"/>
                      <a:pt x="160" y="226"/>
                      <a:pt x="159" y="229"/>
                    </a:cubicBezTo>
                    <a:cubicBezTo>
                      <a:pt x="158" y="232"/>
                      <a:pt x="154" y="233"/>
                      <a:pt x="151" y="232"/>
                    </a:cubicBezTo>
                    <a:cubicBezTo>
                      <a:pt x="136" y="227"/>
                      <a:pt x="125" y="217"/>
                      <a:pt x="117" y="205"/>
                    </a:cubicBezTo>
                    <a:cubicBezTo>
                      <a:pt x="64" y="205"/>
                      <a:pt x="20" y="249"/>
                      <a:pt x="20" y="303"/>
                    </a:cubicBezTo>
                    <a:cubicBezTo>
                      <a:pt x="20" y="320"/>
                      <a:pt x="20" y="320"/>
                      <a:pt x="20" y="320"/>
                    </a:cubicBezTo>
                    <a:cubicBezTo>
                      <a:pt x="20" y="365"/>
                      <a:pt x="20" y="365"/>
                      <a:pt x="20" y="365"/>
                    </a:cubicBezTo>
                    <a:cubicBezTo>
                      <a:pt x="20" y="427"/>
                      <a:pt x="83" y="478"/>
                      <a:pt x="160" y="478"/>
                    </a:cubicBezTo>
                    <a:cubicBezTo>
                      <a:pt x="236" y="478"/>
                      <a:pt x="299" y="427"/>
                      <a:pt x="299" y="365"/>
                    </a:cubicBezTo>
                    <a:cubicBezTo>
                      <a:pt x="299" y="359"/>
                      <a:pt x="303" y="355"/>
                      <a:pt x="309" y="355"/>
                    </a:cubicBezTo>
                    <a:cubicBezTo>
                      <a:pt x="314" y="355"/>
                      <a:pt x="319" y="359"/>
                      <a:pt x="319" y="365"/>
                    </a:cubicBezTo>
                    <a:cubicBezTo>
                      <a:pt x="319" y="376"/>
                      <a:pt x="317" y="387"/>
                      <a:pt x="314" y="398"/>
                    </a:cubicBezTo>
                    <a:cubicBezTo>
                      <a:pt x="349" y="408"/>
                      <a:pt x="376" y="434"/>
                      <a:pt x="389" y="467"/>
                    </a:cubicBezTo>
                    <a:cubicBezTo>
                      <a:pt x="400" y="462"/>
                      <a:pt x="412" y="460"/>
                      <a:pt x="424" y="458"/>
                    </a:cubicBezTo>
                    <a:cubicBezTo>
                      <a:pt x="428" y="458"/>
                      <a:pt x="433" y="458"/>
                      <a:pt x="437" y="458"/>
                    </a:cubicBezTo>
                    <a:cubicBezTo>
                      <a:pt x="466" y="458"/>
                      <a:pt x="494" y="468"/>
                      <a:pt x="516" y="486"/>
                    </a:cubicBezTo>
                    <a:cubicBezTo>
                      <a:pt x="517" y="478"/>
                      <a:pt x="518" y="470"/>
                      <a:pt x="518" y="462"/>
                    </a:cubicBezTo>
                    <a:cubicBezTo>
                      <a:pt x="516" y="421"/>
                      <a:pt x="493" y="386"/>
                      <a:pt x="458" y="369"/>
                    </a:cubicBezTo>
                    <a:cubicBezTo>
                      <a:pt x="458" y="369"/>
                      <a:pt x="457" y="369"/>
                      <a:pt x="457" y="369"/>
                    </a:cubicBezTo>
                    <a:cubicBezTo>
                      <a:pt x="454" y="368"/>
                      <a:pt x="451" y="364"/>
                      <a:pt x="451" y="359"/>
                    </a:cubicBezTo>
                    <a:cubicBezTo>
                      <a:pt x="454" y="330"/>
                      <a:pt x="448" y="300"/>
                      <a:pt x="435" y="272"/>
                    </a:cubicBezTo>
                    <a:cubicBezTo>
                      <a:pt x="413" y="227"/>
                      <a:pt x="375" y="196"/>
                      <a:pt x="335" y="189"/>
                    </a:cubicBezTo>
                    <a:cubicBezTo>
                      <a:pt x="336" y="190"/>
                      <a:pt x="336" y="192"/>
                      <a:pt x="336" y="193"/>
                    </a:cubicBezTo>
                    <a:cubicBezTo>
                      <a:pt x="339" y="215"/>
                      <a:pt x="338" y="235"/>
                      <a:pt x="332" y="254"/>
                    </a:cubicBezTo>
                    <a:cubicBezTo>
                      <a:pt x="347" y="257"/>
                      <a:pt x="362" y="266"/>
                      <a:pt x="372" y="279"/>
                    </a:cubicBezTo>
                    <a:cubicBezTo>
                      <a:pt x="374" y="281"/>
                      <a:pt x="373" y="285"/>
                      <a:pt x="371" y="287"/>
                    </a:cubicBezTo>
                    <a:cubicBezTo>
                      <a:pt x="368" y="289"/>
                      <a:pt x="364" y="289"/>
                      <a:pt x="362" y="286"/>
                    </a:cubicBezTo>
                    <a:cubicBezTo>
                      <a:pt x="343" y="261"/>
                      <a:pt x="307" y="257"/>
                      <a:pt x="283" y="276"/>
                    </a:cubicBezTo>
                    <a:cubicBezTo>
                      <a:pt x="280" y="278"/>
                      <a:pt x="276" y="278"/>
                      <a:pt x="274" y="275"/>
                    </a:cubicBezTo>
                    <a:cubicBezTo>
                      <a:pt x="272" y="273"/>
                      <a:pt x="273" y="269"/>
                      <a:pt x="275" y="267"/>
                    </a:cubicBezTo>
                    <a:cubicBezTo>
                      <a:pt x="286" y="258"/>
                      <a:pt x="299" y="254"/>
                      <a:pt x="312" y="253"/>
                    </a:cubicBezTo>
                    <a:cubicBezTo>
                      <a:pt x="317" y="235"/>
                      <a:pt x="319" y="216"/>
                      <a:pt x="316" y="196"/>
                    </a:cubicBezTo>
                    <a:cubicBezTo>
                      <a:pt x="301" y="81"/>
                      <a:pt x="201" y="20"/>
                      <a:pt x="134" y="20"/>
                    </a:cubicBezTo>
                    <a:cubicBezTo>
                      <a:pt x="35" y="20"/>
                      <a:pt x="20" y="93"/>
                      <a:pt x="20" y="138"/>
                    </a:cubicBezTo>
                    <a:cubicBezTo>
                      <a:pt x="20" y="237"/>
                      <a:pt x="20" y="237"/>
                      <a:pt x="20" y="237"/>
                    </a:cubicBezTo>
                    <a:cubicBezTo>
                      <a:pt x="40" y="208"/>
                      <a:pt x="72" y="188"/>
                      <a:pt x="109" y="185"/>
                    </a:cubicBezTo>
                    <a:cubicBezTo>
                      <a:pt x="105" y="172"/>
                      <a:pt x="106" y="157"/>
                      <a:pt x="111" y="144"/>
                    </a:cubicBezTo>
                    <a:cubicBezTo>
                      <a:pt x="112" y="141"/>
                      <a:pt x="114" y="140"/>
                      <a:pt x="117" y="140"/>
                    </a:cubicBezTo>
                    <a:cubicBezTo>
                      <a:pt x="117" y="140"/>
                      <a:pt x="118" y="140"/>
                      <a:pt x="119" y="140"/>
                    </a:cubicBezTo>
                    <a:cubicBezTo>
                      <a:pt x="122" y="141"/>
                      <a:pt x="123" y="145"/>
                      <a:pt x="122" y="148"/>
                    </a:cubicBezTo>
                    <a:close/>
                    <a:moveTo>
                      <a:pt x="130" y="825"/>
                    </a:moveTo>
                    <a:cubicBezTo>
                      <a:pt x="148" y="814"/>
                      <a:pt x="154" y="789"/>
                      <a:pt x="143" y="771"/>
                    </a:cubicBezTo>
                    <a:cubicBezTo>
                      <a:pt x="141" y="768"/>
                      <a:pt x="142" y="764"/>
                      <a:pt x="145" y="763"/>
                    </a:cubicBezTo>
                    <a:cubicBezTo>
                      <a:pt x="146" y="762"/>
                      <a:pt x="147" y="762"/>
                      <a:pt x="148" y="762"/>
                    </a:cubicBezTo>
                    <a:cubicBezTo>
                      <a:pt x="150" y="762"/>
                      <a:pt x="152" y="763"/>
                      <a:pt x="153" y="765"/>
                    </a:cubicBezTo>
                    <a:cubicBezTo>
                      <a:pt x="160" y="776"/>
                      <a:pt x="162" y="789"/>
                      <a:pt x="159" y="801"/>
                    </a:cubicBezTo>
                    <a:cubicBezTo>
                      <a:pt x="196" y="824"/>
                      <a:pt x="219" y="867"/>
                      <a:pt x="219" y="913"/>
                    </a:cubicBezTo>
                    <a:cubicBezTo>
                      <a:pt x="219" y="932"/>
                      <a:pt x="215" y="950"/>
                      <a:pt x="209" y="966"/>
                    </a:cubicBezTo>
                    <a:cubicBezTo>
                      <a:pt x="226" y="988"/>
                      <a:pt x="236" y="1014"/>
                      <a:pt x="236" y="1042"/>
                    </a:cubicBezTo>
                    <a:cubicBezTo>
                      <a:pt x="236" y="1053"/>
                      <a:pt x="234" y="1064"/>
                      <a:pt x="231" y="1075"/>
                    </a:cubicBezTo>
                    <a:cubicBezTo>
                      <a:pt x="236" y="1076"/>
                      <a:pt x="240" y="1077"/>
                      <a:pt x="245" y="1078"/>
                    </a:cubicBezTo>
                    <a:cubicBezTo>
                      <a:pt x="305" y="1088"/>
                      <a:pt x="365" y="1049"/>
                      <a:pt x="379" y="990"/>
                    </a:cubicBezTo>
                    <a:cubicBezTo>
                      <a:pt x="387" y="952"/>
                      <a:pt x="375" y="914"/>
                      <a:pt x="347" y="890"/>
                    </a:cubicBezTo>
                    <a:cubicBezTo>
                      <a:pt x="334" y="896"/>
                      <a:pt x="319" y="898"/>
                      <a:pt x="304" y="895"/>
                    </a:cubicBezTo>
                    <a:cubicBezTo>
                      <a:pt x="301" y="894"/>
                      <a:pt x="299" y="891"/>
                      <a:pt x="300" y="888"/>
                    </a:cubicBezTo>
                    <a:cubicBezTo>
                      <a:pt x="300" y="885"/>
                      <a:pt x="303" y="883"/>
                      <a:pt x="307" y="883"/>
                    </a:cubicBezTo>
                    <a:cubicBezTo>
                      <a:pt x="337" y="889"/>
                      <a:pt x="367" y="869"/>
                      <a:pt x="373" y="838"/>
                    </a:cubicBezTo>
                    <a:cubicBezTo>
                      <a:pt x="374" y="835"/>
                      <a:pt x="376" y="833"/>
                      <a:pt x="379" y="833"/>
                    </a:cubicBezTo>
                    <a:cubicBezTo>
                      <a:pt x="379" y="833"/>
                      <a:pt x="380" y="833"/>
                      <a:pt x="380" y="833"/>
                    </a:cubicBezTo>
                    <a:cubicBezTo>
                      <a:pt x="383" y="834"/>
                      <a:pt x="385" y="837"/>
                      <a:pt x="385" y="840"/>
                    </a:cubicBezTo>
                    <a:cubicBezTo>
                      <a:pt x="382" y="856"/>
                      <a:pt x="374" y="868"/>
                      <a:pt x="364" y="878"/>
                    </a:cubicBezTo>
                    <a:cubicBezTo>
                      <a:pt x="391" y="903"/>
                      <a:pt x="404" y="939"/>
                      <a:pt x="401" y="976"/>
                    </a:cubicBezTo>
                    <a:cubicBezTo>
                      <a:pt x="440" y="952"/>
                      <a:pt x="476" y="908"/>
                      <a:pt x="474" y="858"/>
                    </a:cubicBezTo>
                    <a:cubicBezTo>
                      <a:pt x="473" y="826"/>
                      <a:pt x="459" y="796"/>
                      <a:pt x="434" y="775"/>
                    </a:cubicBezTo>
                    <a:cubicBezTo>
                      <a:pt x="408" y="752"/>
                      <a:pt x="374" y="742"/>
                      <a:pt x="337" y="746"/>
                    </a:cubicBezTo>
                    <a:cubicBezTo>
                      <a:pt x="334" y="746"/>
                      <a:pt x="332" y="746"/>
                      <a:pt x="330" y="747"/>
                    </a:cubicBezTo>
                    <a:cubicBezTo>
                      <a:pt x="329" y="747"/>
                      <a:pt x="328" y="747"/>
                      <a:pt x="328" y="747"/>
                    </a:cubicBezTo>
                    <a:cubicBezTo>
                      <a:pt x="327" y="747"/>
                      <a:pt x="327" y="747"/>
                      <a:pt x="326" y="747"/>
                    </a:cubicBezTo>
                    <a:cubicBezTo>
                      <a:pt x="321" y="748"/>
                      <a:pt x="316" y="745"/>
                      <a:pt x="315" y="739"/>
                    </a:cubicBezTo>
                    <a:cubicBezTo>
                      <a:pt x="314" y="737"/>
                      <a:pt x="315" y="736"/>
                      <a:pt x="315" y="734"/>
                    </a:cubicBezTo>
                    <a:cubicBezTo>
                      <a:pt x="292" y="686"/>
                      <a:pt x="237" y="658"/>
                      <a:pt x="174" y="666"/>
                    </a:cubicBezTo>
                    <a:cubicBezTo>
                      <a:pt x="89" y="676"/>
                      <a:pt x="20" y="748"/>
                      <a:pt x="20" y="825"/>
                    </a:cubicBezTo>
                    <a:cubicBezTo>
                      <a:pt x="20" y="848"/>
                      <a:pt x="20" y="848"/>
                      <a:pt x="20" y="848"/>
                    </a:cubicBezTo>
                    <a:cubicBezTo>
                      <a:pt x="20" y="976"/>
                      <a:pt x="20" y="976"/>
                      <a:pt x="20" y="976"/>
                    </a:cubicBezTo>
                    <a:cubicBezTo>
                      <a:pt x="27" y="965"/>
                      <a:pt x="36" y="956"/>
                      <a:pt x="47" y="948"/>
                    </a:cubicBezTo>
                    <a:cubicBezTo>
                      <a:pt x="49" y="946"/>
                      <a:pt x="51" y="946"/>
                      <a:pt x="53" y="946"/>
                    </a:cubicBezTo>
                    <a:cubicBezTo>
                      <a:pt x="56" y="946"/>
                      <a:pt x="59" y="947"/>
                      <a:pt x="61" y="950"/>
                    </a:cubicBezTo>
                    <a:cubicBezTo>
                      <a:pt x="64" y="954"/>
                      <a:pt x="64" y="960"/>
                      <a:pt x="59" y="964"/>
                    </a:cubicBezTo>
                    <a:cubicBezTo>
                      <a:pt x="34" y="982"/>
                      <a:pt x="20" y="1011"/>
                      <a:pt x="20" y="1042"/>
                    </a:cubicBezTo>
                    <a:cubicBezTo>
                      <a:pt x="20" y="1096"/>
                      <a:pt x="64" y="1140"/>
                      <a:pt x="118" y="1140"/>
                    </a:cubicBezTo>
                    <a:cubicBezTo>
                      <a:pt x="172" y="1140"/>
                      <a:pt x="216" y="1096"/>
                      <a:pt x="216" y="1042"/>
                    </a:cubicBezTo>
                    <a:cubicBezTo>
                      <a:pt x="216" y="1022"/>
                      <a:pt x="210" y="1002"/>
                      <a:pt x="199" y="986"/>
                    </a:cubicBezTo>
                    <a:cubicBezTo>
                      <a:pt x="186" y="1006"/>
                      <a:pt x="169" y="1022"/>
                      <a:pt x="148" y="1032"/>
                    </a:cubicBezTo>
                    <a:cubicBezTo>
                      <a:pt x="143" y="1034"/>
                      <a:pt x="137" y="1032"/>
                      <a:pt x="135" y="1027"/>
                    </a:cubicBezTo>
                    <a:cubicBezTo>
                      <a:pt x="132" y="1022"/>
                      <a:pt x="134" y="1016"/>
                      <a:pt x="139" y="1014"/>
                    </a:cubicBezTo>
                    <a:cubicBezTo>
                      <a:pt x="176" y="997"/>
                      <a:pt x="199" y="957"/>
                      <a:pt x="199" y="913"/>
                    </a:cubicBezTo>
                    <a:cubicBezTo>
                      <a:pt x="199" y="875"/>
                      <a:pt x="181" y="840"/>
                      <a:pt x="152" y="820"/>
                    </a:cubicBezTo>
                    <a:cubicBezTo>
                      <a:pt x="148" y="826"/>
                      <a:pt x="142" y="831"/>
                      <a:pt x="136" y="835"/>
                    </a:cubicBezTo>
                    <a:cubicBezTo>
                      <a:pt x="133" y="837"/>
                      <a:pt x="129" y="836"/>
                      <a:pt x="128" y="833"/>
                    </a:cubicBezTo>
                    <a:cubicBezTo>
                      <a:pt x="126" y="831"/>
                      <a:pt x="127" y="827"/>
                      <a:pt x="130" y="825"/>
                    </a:cubicBezTo>
                    <a:close/>
                    <a:moveTo>
                      <a:pt x="561" y="579"/>
                    </a:moveTo>
                    <a:cubicBezTo>
                      <a:pt x="562" y="612"/>
                      <a:pt x="552" y="644"/>
                      <a:pt x="532" y="670"/>
                    </a:cubicBezTo>
                    <a:cubicBezTo>
                      <a:pt x="535" y="681"/>
                      <a:pt x="537" y="692"/>
                      <a:pt x="538" y="703"/>
                    </a:cubicBezTo>
                    <a:cubicBezTo>
                      <a:pt x="540" y="747"/>
                      <a:pt x="521" y="789"/>
                      <a:pt x="487" y="818"/>
                    </a:cubicBezTo>
                    <a:cubicBezTo>
                      <a:pt x="491" y="830"/>
                      <a:pt x="493" y="844"/>
                      <a:pt x="494" y="857"/>
                    </a:cubicBezTo>
                    <a:cubicBezTo>
                      <a:pt x="496" y="922"/>
                      <a:pt x="447" y="976"/>
                      <a:pt x="396" y="1002"/>
                    </a:cubicBezTo>
                    <a:cubicBezTo>
                      <a:pt x="377" y="1067"/>
                      <a:pt x="309" y="1109"/>
                      <a:pt x="241" y="1098"/>
                    </a:cubicBezTo>
                    <a:cubicBezTo>
                      <a:pt x="235" y="1097"/>
                      <a:pt x="230" y="1095"/>
                      <a:pt x="224" y="1094"/>
                    </a:cubicBezTo>
                    <a:cubicBezTo>
                      <a:pt x="205" y="1133"/>
                      <a:pt x="165" y="1160"/>
                      <a:pt x="118" y="1160"/>
                    </a:cubicBezTo>
                    <a:cubicBezTo>
                      <a:pt x="53" y="1160"/>
                      <a:pt x="0" y="1107"/>
                      <a:pt x="0" y="1042"/>
                    </a:cubicBezTo>
                    <a:cubicBezTo>
                      <a:pt x="0" y="848"/>
                      <a:pt x="0" y="848"/>
                      <a:pt x="0" y="848"/>
                    </a:cubicBezTo>
                    <a:cubicBezTo>
                      <a:pt x="0" y="825"/>
                      <a:pt x="0" y="825"/>
                      <a:pt x="0" y="825"/>
                    </a:cubicBezTo>
                    <a:cubicBezTo>
                      <a:pt x="0" y="679"/>
                      <a:pt x="0" y="679"/>
                      <a:pt x="0" y="679"/>
                    </a:cubicBezTo>
                    <a:cubicBezTo>
                      <a:pt x="0" y="641"/>
                      <a:pt x="0" y="641"/>
                      <a:pt x="0" y="641"/>
                    </a:cubicBezTo>
                    <a:cubicBezTo>
                      <a:pt x="0" y="365"/>
                      <a:pt x="0" y="365"/>
                      <a:pt x="0" y="365"/>
                    </a:cubicBezTo>
                    <a:cubicBezTo>
                      <a:pt x="0" y="320"/>
                      <a:pt x="0" y="320"/>
                      <a:pt x="0" y="320"/>
                    </a:cubicBezTo>
                    <a:cubicBezTo>
                      <a:pt x="0" y="138"/>
                      <a:pt x="0" y="138"/>
                      <a:pt x="0" y="138"/>
                    </a:cubicBezTo>
                    <a:cubicBezTo>
                      <a:pt x="0" y="50"/>
                      <a:pt x="49" y="0"/>
                      <a:pt x="134" y="0"/>
                    </a:cubicBezTo>
                    <a:cubicBezTo>
                      <a:pt x="203" y="0"/>
                      <a:pt x="304" y="58"/>
                      <a:pt x="331" y="168"/>
                    </a:cubicBezTo>
                    <a:cubicBezTo>
                      <a:pt x="381" y="173"/>
                      <a:pt x="427" y="209"/>
                      <a:pt x="453" y="263"/>
                    </a:cubicBezTo>
                    <a:cubicBezTo>
                      <a:pt x="466" y="292"/>
                      <a:pt x="473" y="323"/>
                      <a:pt x="472" y="354"/>
                    </a:cubicBezTo>
                    <a:cubicBezTo>
                      <a:pt x="511" y="375"/>
                      <a:pt x="536" y="415"/>
                      <a:pt x="538" y="461"/>
                    </a:cubicBezTo>
                    <a:cubicBezTo>
                      <a:pt x="538" y="475"/>
                      <a:pt x="537" y="489"/>
                      <a:pt x="533" y="503"/>
                    </a:cubicBezTo>
                    <a:cubicBezTo>
                      <a:pt x="550" y="524"/>
                      <a:pt x="560" y="550"/>
                      <a:pt x="561" y="579"/>
                    </a:cubicBezTo>
                    <a:close/>
                  </a:path>
                </a:pathLst>
              </a:custGeom>
              <a:solidFill>
                <a:schemeClr val="bg1"/>
              </a:solidFill>
              <a:ln>
                <a:noFill/>
              </a:ln>
            </p:spPr>
            <p:txBody>
              <a:bodyPr vert="horz" wrap="square" lIns="91440" tIns="45721" rIns="91440" bIns="45721" numCol="1" anchor="t" anchorCtr="0" compatLnSpc="1">
                <a:prstTxWarp prst="textNoShape">
                  <a:avLst/>
                </a:prstTxWarp>
              </a:bodyPr>
              <a:lstStyle/>
              <a:p>
                <a:endParaRPr lang="en-US" sz="1801" dirty="0"/>
              </a:p>
            </p:txBody>
          </p:sp>
        </p:grpSp>
        <p:grpSp>
          <p:nvGrpSpPr>
            <p:cNvPr id="42" name="Group 142">
              <a:extLst>
                <a:ext uri="{FF2B5EF4-FFF2-40B4-BE49-F238E27FC236}">
                  <a16:creationId xmlns:a16="http://schemas.microsoft.com/office/drawing/2014/main" id="{A40F4B81-F1CF-4EE1-BF37-322C803C86CA}"/>
                </a:ext>
              </a:extLst>
            </p:cNvPr>
            <p:cNvGrpSpPr/>
            <p:nvPr/>
          </p:nvGrpSpPr>
          <p:grpSpPr>
            <a:xfrm>
              <a:off x="3640618" y="1371730"/>
              <a:ext cx="4892478" cy="4364834"/>
              <a:chOff x="3996013" y="2111410"/>
              <a:chExt cx="4199973" cy="3747014"/>
            </a:xfrm>
          </p:grpSpPr>
          <p:sp>
            <p:nvSpPr>
              <p:cNvPr id="43" name="Oval 143">
                <a:extLst>
                  <a:ext uri="{FF2B5EF4-FFF2-40B4-BE49-F238E27FC236}">
                    <a16:creationId xmlns:a16="http://schemas.microsoft.com/office/drawing/2014/main" id="{96525A8F-770F-4E4B-8D6C-E128578B5E24}"/>
                  </a:ext>
                </a:extLst>
              </p:cNvPr>
              <p:cNvSpPr/>
              <p:nvPr/>
            </p:nvSpPr>
            <p:spPr>
              <a:xfrm>
                <a:off x="4222491" y="2111410"/>
                <a:ext cx="3747014" cy="3747014"/>
              </a:xfrm>
              <a:prstGeom prst="ellipse">
                <a:avLst/>
              </a:prstGeom>
              <a:noFill/>
              <a:ln w="635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1" rIns="91440" bIns="45721" numCol="1" spcCol="0" rtlCol="0" fromWordArt="0" anchor="ctr" anchorCtr="0" forceAA="0" compatLnSpc="1">
                <a:prstTxWarp prst="textNoShape">
                  <a:avLst/>
                </a:prstTxWarp>
                <a:noAutofit/>
              </a:bodyPr>
              <a:lstStyle/>
              <a:p>
                <a:pPr algn="ctr"/>
                <a:endParaRPr lang="en-US" sz="1801" dirty="0"/>
              </a:p>
            </p:txBody>
          </p:sp>
          <p:grpSp>
            <p:nvGrpSpPr>
              <p:cNvPr id="44" name="Group 144">
                <a:extLst>
                  <a:ext uri="{FF2B5EF4-FFF2-40B4-BE49-F238E27FC236}">
                    <a16:creationId xmlns:a16="http://schemas.microsoft.com/office/drawing/2014/main" id="{B1B4CB5E-96DA-41F7-A13D-16DD3D5FD9DE}"/>
                  </a:ext>
                </a:extLst>
              </p:cNvPr>
              <p:cNvGrpSpPr/>
              <p:nvPr/>
            </p:nvGrpSpPr>
            <p:grpSpPr>
              <a:xfrm>
                <a:off x="3996013" y="2135968"/>
                <a:ext cx="4199973" cy="3697903"/>
                <a:chOff x="3996013" y="2135968"/>
                <a:chExt cx="4199973" cy="3697903"/>
              </a:xfrm>
            </p:grpSpPr>
            <p:sp>
              <p:nvSpPr>
                <p:cNvPr id="45" name="Oval 145">
                  <a:extLst>
                    <a:ext uri="{FF2B5EF4-FFF2-40B4-BE49-F238E27FC236}">
                      <a16:creationId xmlns:a16="http://schemas.microsoft.com/office/drawing/2014/main" id="{83097326-878F-48AF-A660-CEBFF6EB2226}"/>
                    </a:ext>
                  </a:extLst>
                </p:cNvPr>
                <p:cNvSpPr/>
                <p:nvPr/>
              </p:nvSpPr>
              <p:spPr>
                <a:xfrm>
                  <a:off x="6806639" y="2135969"/>
                  <a:ext cx="452475" cy="452469"/>
                </a:xfrm>
                <a:prstGeom prst="ellipse">
                  <a:avLst/>
                </a:prstGeom>
                <a:solidFill>
                  <a:schemeClr val="bg1"/>
                </a:solidFill>
                <a:ln w="508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1" rIns="91440" bIns="45721" numCol="1" spcCol="0" rtlCol="0" fromWordArt="0" anchor="ctr" anchorCtr="0" forceAA="0" compatLnSpc="1">
                  <a:prstTxWarp prst="textNoShape">
                    <a:avLst/>
                  </a:prstTxWarp>
                  <a:noAutofit/>
                </a:bodyPr>
                <a:lstStyle/>
                <a:p>
                  <a:pPr algn="ctr"/>
                  <a:r>
                    <a:rPr lang="en-US" sz="1801" b="1" dirty="0">
                      <a:solidFill>
                        <a:schemeClr val="tx1"/>
                      </a:solidFill>
                    </a:rPr>
                    <a:t>2</a:t>
                  </a:r>
                </a:p>
              </p:txBody>
            </p:sp>
            <p:sp>
              <p:nvSpPr>
                <p:cNvPr id="46" name="Oval 146">
                  <a:extLst>
                    <a:ext uri="{FF2B5EF4-FFF2-40B4-BE49-F238E27FC236}">
                      <a16:creationId xmlns:a16="http://schemas.microsoft.com/office/drawing/2014/main" id="{8A21A54B-9F4B-4B4D-9C1F-9CB797CD59A2}"/>
                    </a:ext>
                  </a:extLst>
                </p:cNvPr>
                <p:cNvSpPr/>
                <p:nvPr/>
              </p:nvSpPr>
              <p:spPr>
                <a:xfrm>
                  <a:off x="4932887" y="5381402"/>
                  <a:ext cx="452475" cy="452469"/>
                </a:xfrm>
                <a:prstGeom prst="ellipse">
                  <a:avLst/>
                </a:prstGeom>
                <a:solidFill>
                  <a:schemeClr val="bg1"/>
                </a:solidFill>
                <a:ln w="508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1" rIns="91440" bIns="45721" numCol="1" spcCol="0" rtlCol="0" fromWordArt="0" anchor="ctr" anchorCtr="0" forceAA="0" compatLnSpc="1">
                  <a:prstTxWarp prst="textNoShape">
                    <a:avLst/>
                  </a:prstTxWarp>
                  <a:noAutofit/>
                </a:bodyPr>
                <a:lstStyle/>
                <a:p>
                  <a:pPr algn="ctr"/>
                  <a:r>
                    <a:rPr lang="en-US" sz="1801" b="1" dirty="0">
                      <a:solidFill>
                        <a:schemeClr val="tx1"/>
                      </a:solidFill>
                    </a:rPr>
                    <a:t>5</a:t>
                  </a:r>
                </a:p>
              </p:txBody>
            </p:sp>
            <p:sp>
              <p:nvSpPr>
                <p:cNvPr id="47" name="Oval 147">
                  <a:extLst>
                    <a:ext uri="{FF2B5EF4-FFF2-40B4-BE49-F238E27FC236}">
                      <a16:creationId xmlns:a16="http://schemas.microsoft.com/office/drawing/2014/main" id="{D244B0F7-9627-482A-A45B-8DDB4785AA97}"/>
                    </a:ext>
                  </a:extLst>
                </p:cNvPr>
                <p:cNvSpPr/>
                <p:nvPr/>
              </p:nvSpPr>
              <p:spPr>
                <a:xfrm>
                  <a:off x="7743517" y="3758686"/>
                  <a:ext cx="452469" cy="452469"/>
                </a:xfrm>
                <a:prstGeom prst="ellipse">
                  <a:avLst/>
                </a:prstGeom>
                <a:solidFill>
                  <a:schemeClr val="bg1"/>
                </a:solidFill>
                <a:ln w="508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1" rIns="91440" bIns="45721" numCol="1" spcCol="0" rtlCol="0" fromWordArt="0" anchor="ctr" anchorCtr="0" forceAA="0" compatLnSpc="1">
                  <a:prstTxWarp prst="textNoShape">
                    <a:avLst/>
                  </a:prstTxWarp>
                  <a:noAutofit/>
                </a:bodyPr>
                <a:lstStyle/>
                <a:p>
                  <a:pPr algn="ctr"/>
                  <a:r>
                    <a:rPr lang="en-US" sz="1801" b="1" dirty="0">
                      <a:solidFill>
                        <a:schemeClr val="tx1"/>
                      </a:solidFill>
                    </a:rPr>
                    <a:t>3</a:t>
                  </a:r>
                </a:p>
              </p:txBody>
            </p:sp>
            <p:sp>
              <p:nvSpPr>
                <p:cNvPr id="48" name="Oval 148">
                  <a:extLst>
                    <a:ext uri="{FF2B5EF4-FFF2-40B4-BE49-F238E27FC236}">
                      <a16:creationId xmlns:a16="http://schemas.microsoft.com/office/drawing/2014/main" id="{FA6B23E8-34F4-4AAC-B6DB-BEA31186D863}"/>
                    </a:ext>
                  </a:extLst>
                </p:cNvPr>
                <p:cNvSpPr/>
                <p:nvPr/>
              </p:nvSpPr>
              <p:spPr>
                <a:xfrm>
                  <a:off x="3996013" y="3758686"/>
                  <a:ext cx="452469" cy="452469"/>
                </a:xfrm>
                <a:prstGeom prst="ellipse">
                  <a:avLst/>
                </a:prstGeom>
                <a:solidFill>
                  <a:schemeClr val="bg1"/>
                </a:solidFill>
                <a:ln w="508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1" rIns="91440" bIns="45721" numCol="1" spcCol="0" rtlCol="0" fromWordArt="0" anchor="ctr" anchorCtr="0" forceAA="0" compatLnSpc="1">
                  <a:prstTxWarp prst="textNoShape">
                    <a:avLst/>
                  </a:prstTxWarp>
                  <a:noAutofit/>
                </a:bodyPr>
                <a:lstStyle/>
                <a:p>
                  <a:pPr algn="ctr"/>
                  <a:r>
                    <a:rPr lang="en-US" sz="1801" b="1" dirty="0">
                      <a:solidFill>
                        <a:schemeClr val="tx1"/>
                      </a:solidFill>
                    </a:rPr>
                    <a:t>6</a:t>
                  </a:r>
                </a:p>
              </p:txBody>
            </p:sp>
            <p:sp>
              <p:nvSpPr>
                <p:cNvPr id="49" name="Oval 149">
                  <a:extLst>
                    <a:ext uri="{FF2B5EF4-FFF2-40B4-BE49-F238E27FC236}">
                      <a16:creationId xmlns:a16="http://schemas.microsoft.com/office/drawing/2014/main" id="{D092CF4E-2349-4DD6-AED5-46A23EA328AC}"/>
                    </a:ext>
                  </a:extLst>
                </p:cNvPr>
                <p:cNvSpPr/>
                <p:nvPr/>
              </p:nvSpPr>
              <p:spPr>
                <a:xfrm>
                  <a:off x="6806642" y="5381401"/>
                  <a:ext cx="452469" cy="452469"/>
                </a:xfrm>
                <a:prstGeom prst="ellipse">
                  <a:avLst/>
                </a:prstGeom>
                <a:solidFill>
                  <a:schemeClr val="bg1"/>
                </a:solidFill>
                <a:ln w="508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1" rIns="91440" bIns="45721" numCol="1" spcCol="0" rtlCol="0" fromWordArt="0" anchor="ctr" anchorCtr="0" forceAA="0" compatLnSpc="1">
                  <a:prstTxWarp prst="textNoShape">
                    <a:avLst/>
                  </a:prstTxWarp>
                  <a:noAutofit/>
                </a:bodyPr>
                <a:lstStyle/>
                <a:p>
                  <a:pPr algn="ctr"/>
                  <a:r>
                    <a:rPr lang="en-US" sz="1801" b="1" dirty="0">
                      <a:solidFill>
                        <a:schemeClr val="tx1"/>
                      </a:solidFill>
                    </a:rPr>
                    <a:t>4</a:t>
                  </a:r>
                </a:p>
              </p:txBody>
            </p:sp>
            <p:sp>
              <p:nvSpPr>
                <p:cNvPr id="50" name="Oval 150">
                  <a:extLst>
                    <a:ext uri="{FF2B5EF4-FFF2-40B4-BE49-F238E27FC236}">
                      <a16:creationId xmlns:a16="http://schemas.microsoft.com/office/drawing/2014/main" id="{821A6FB0-7943-469C-80AF-ED6224F28CA2}"/>
                    </a:ext>
                  </a:extLst>
                </p:cNvPr>
                <p:cNvSpPr/>
                <p:nvPr/>
              </p:nvSpPr>
              <p:spPr>
                <a:xfrm>
                  <a:off x="4932890" y="2135968"/>
                  <a:ext cx="452469" cy="452469"/>
                </a:xfrm>
                <a:prstGeom prst="ellipse">
                  <a:avLst/>
                </a:prstGeom>
                <a:solidFill>
                  <a:schemeClr val="bg1"/>
                </a:solidFill>
                <a:ln w="508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1" rIns="91440" bIns="45721" numCol="1" spcCol="0" rtlCol="0" fromWordArt="0" anchor="ctr" anchorCtr="0" forceAA="0" compatLnSpc="1">
                  <a:prstTxWarp prst="textNoShape">
                    <a:avLst/>
                  </a:prstTxWarp>
                  <a:noAutofit/>
                </a:bodyPr>
                <a:lstStyle/>
                <a:p>
                  <a:pPr algn="ctr"/>
                  <a:r>
                    <a:rPr lang="en-US" sz="1801" b="1" dirty="0">
                      <a:solidFill>
                        <a:schemeClr val="tx1"/>
                      </a:solidFill>
                    </a:rPr>
                    <a:t>1</a:t>
                  </a:r>
                </a:p>
              </p:txBody>
            </p:sp>
          </p:grpSp>
        </p:grpSp>
      </p:grpSp>
      <p:grpSp>
        <p:nvGrpSpPr>
          <p:cNvPr id="53" name="千图PPT彼岸天：ID 8661124库_组合 1">
            <a:extLst>
              <a:ext uri="{FF2B5EF4-FFF2-40B4-BE49-F238E27FC236}">
                <a16:creationId xmlns:a16="http://schemas.microsoft.com/office/drawing/2014/main" id="{0AFA40F1-D633-454B-9290-8942F0A66B18}"/>
              </a:ext>
            </a:extLst>
          </p:cNvPr>
          <p:cNvGrpSpPr/>
          <p:nvPr>
            <p:custDataLst>
              <p:tags r:id="rId2"/>
            </p:custDataLst>
          </p:nvPr>
        </p:nvGrpSpPr>
        <p:grpSpPr>
          <a:xfrm>
            <a:off x="953070" y="1751290"/>
            <a:ext cx="2888468" cy="770875"/>
            <a:chOff x="953070" y="1751290"/>
            <a:chExt cx="2888468" cy="770875"/>
          </a:xfrm>
        </p:grpSpPr>
        <p:sp>
          <p:nvSpPr>
            <p:cNvPr id="54" name="Rounded Rectangle 31">
              <a:extLst>
                <a:ext uri="{FF2B5EF4-FFF2-40B4-BE49-F238E27FC236}">
                  <a16:creationId xmlns:a16="http://schemas.microsoft.com/office/drawing/2014/main" id="{AF65A599-A6E7-44FF-8D40-587E39370A33}"/>
                </a:ext>
              </a:extLst>
            </p:cNvPr>
            <p:cNvSpPr/>
            <p:nvPr/>
          </p:nvSpPr>
          <p:spPr>
            <a:xfrm>
              <a:off x="953070" y="1751290"/>
              <a:ext cx="434666" cy="434666"/>
            </a:xfrm>
            <a:prstGeom prst="ellips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cs typeface="+mn-ea"/>
                  <a:sym typeface="+mn-lt"/>
                </a:rPr>
                <a:t>1</a:t>
              </a:r>
            </a:p>
          </p:txBody>
        </p:sp>
        <p:sp>
          <p:nvSpPr>
            <p:cNvPr id="55" name="TextBox 32">
              <a:extLst>
                <a:ext uri="{FF2B5EF4-FFF2-40B4-BE49-F238E27FC236}">
                  <a16:creationId xmlns:a16="http://schemas.microsoft.com/office/drawing/2014/main" id="{5DB95EF2-0204-4CB6-A06B-A008EBFEB6A3}"/>
                </a:ext>
              </a:extLst>
            </p:cNvPr>
            <p:cNvSpPr txBox="1"/>
            <p:nvPr/>
          </p:nvSpPr>
          <p:spPr>
            <a:xfrm>
              <a:off x="1530923" y="1786707"/>
              <a:ext cx="2076659" cy="203389"/>
            </a:xfrm>
            <a:prstGeom prst="rect">
              <a:avLst/>
            </a:prstGeom>
            <a:noFill/>
          </p:spPr>
          <p:txBody>
            <a:bodyPr wrap="square" lIns="144000" tIns="0" rIns="0" bIns="0" rtlCol="0" anchor="ctr" anchorCtr="0">
              <a:noAutofit/>
            </a:bodyPr>
            <a:lstStyle/>
            <a:p>
              <a:pPr>
                <a:lnSpc>
                  <a:spcPct val="150000"/>
                </a:lnSpc>
              </a:pPr>
              <a:r>
                <a:rPr lang="zh-CN" altLang="en-US" sz="1400" b="1">
                  <a:solidFill>
                    <a:schemeClr val="accent1"/>
                  </a:solidFill>
                  <a:cs typeface="+mn-ea"/>
                  <a:sym typeface="+mn-lt"/>
                </a:rPr>
                <a:t>输入标题文本</a:t>
              </a:r>
              <a:endParaRPr lang="vi-VN" sz="1400" b="1">
                <a:solidFill>
                  <a:schemeClr val="accent1"/>
                </a:solidFill>
                <a:cs typeface="+mn-ea"/>
                <a:sym typeface="+mn-lt"/>
              </a:endParaRPr>
            </a:p>
          </p:txBody>
        </p:sp>
        <p:sp>
          <p:nvSpPr>
            <p:cNvPr id="56" name="TextBox 33">
              <a:extLst>
                <a:ext uri="{FF2B5EF4-FFF2-40B4-BE49-F238E27FC236}">
                  <a16:creationId xmlns:a16="http://schemas.microsoft.com/office/drawing/2014/main" id="{B4C7FA18-EFBF-48D5-95F8-1748E8D69E35}"/>
                </a:ext>
              </a:extLst>
            </p:cNvPr>
            <p:cNvSpPr txBox="1"/>
            <p:nvPr/>
          </p:nvSpPr>
          <p:spPr>
            <a:xfrm>
              <a:off x="1530923" y="1990096"/>
              <a:ext cx="2310615" cy="532069"/>
            </a:xfrm>
            <a:prstGeom prst="rect">
              <a:avLst/>
            </a:prstGeom>
            <a:noFill/>
          </p:spPr>
          <p:txBody>
            <a:bodyPr wrap="square" lIns="144000" tIns="0" rIns="0" bIns="0" rtlCol="0" anchor="ctr" anchorCtr="0">
              <a:noAutofit/>
            </a:bodyPr>
            <a:lstStyle/>
            <a:p>
              <a:pPr>
                <a:lnSpc>
                  <a:spcPct val="150000"/>
                </a:lnSpc>
              </a:pPr>
              <a:r>
                <a:rPr lang="zh-CN" altLang="en-US" sz="1050">
                  <a:solidFill>
                    <a:sysClr val="windowText" lastClr="000000"/>
                  </a:solidFill>
                  <a:cs typeface="+mn-ea"/>
                  <a:sym typeface="+mn-lt"/>
                </a:rPr>
                <a:t>请替换文字内容复制你的内容到此</a:t>
              </a:r>
            </a:p>
            <a:p>
              <a:pPr>
                <a:lnSpc>
                  <a:spcPct val="150000"/>
                </a:lnSpc>
              </a:pPr>
              <a:endParaRPr lang="en-US" sz="1050" dirty="0">
                <a:solidFill>
                  <a:sysClr val="windowText" lastClr="000000"/>
                </a:solidFill>
                <a:cs typeface="+mn-ea"/>
                <a:sym typeface="+mn-lt"/>
              </a:endParaRPr>
            </a:p>
          </p:txBody>
        </p:sp>
      </p:grpSp>
      <p:grpSp>
        <p:nvGrpSpPr>
          <p:cNvPr id="57" name="千图PPT彼岸天：ID 8661124库_组合 44">
            <a:extLst>
              <a:ext uri="{FF2B5EF4-FFF2-40B4-BE49-F238E27FC236}">
                <a16:creationId xmlns:a16="http://schemas.microsoft.com/office/drawing/2014/main" id="{5B00DC1F-B8D7-437C-A8D9-B61FCA01186C}"/>
              </a:ext>
            </a:extLst>
          </p:cNvPr>
          <p:cNvGrpSpPr/>
          <p:nvPr>
            <p:custDataLst>
              <p:tags r:id="rId3"/>
            </p:custDataLst>
          </p:nvPr>
        </p:nvGrpSpPr>
        <p:grpSpPr>
          <a:xfrm>
            <a:off x="953070" y="3301434"/>
            <a:ext cx="2888468" cy="770875"/>
            <a:chOff x="953070" y="3301434"/>
            <a:chExt cx="2888468" cy="770875"/>
          </a:xfrm>
        </p:grpSpPr>
        <p:sp>
          <p:nvSpPr>
            <p:cNvPr id="58" name="Rounded Rectangle 34">
              <a:extLst>
                <a:ext uri="{FF2B5EF4-FFF2-40B4-BE49-F238E27FC236}">
                  <a16:creationId xmlns:a16="http://schemas.microsoft.com/office/drawing/2014/main" id="{587B02AC-C809-4AE7-8113-AD8C2B531B67}"/>
                </a:ext>
              </a:extLst>
            </p:cNvPr>
            <p:cNvSpPr/>
            <p:nvPr/>
          </p:nvSpPr>
          <p:spPr>
            <a:xfrm>
              <a:off x="953070" y="3301434"/>
              <a:ext cx="434666" cy="434666"/>
            </a:xfrm>
            <a:prstGeom prst="ellipse">
              <a:avLst/>
            </a:prstGeom>
            <a:solidFill>
              <a:schemeClr val="accent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cs typeface="+mn-ea"/>
                  <a:sym typeface="+mn-lt"/>
                </a:rPr>
                <a:t>3</a:t>
              </a:r>
            </a:p>
          </p:txBody>
        </p:sp>
        <p:sp>
          <p:nvSpPr>
            <p:cNvPr id="59" name="TextBox 35">
              <a:extLst>
                <a:ext uri="{FF2B5EF4-FFF2-40B4-BE49-F238E27FC236}">
                  <a16:creationId xmlns:a16="http://schemas.microsoft.com/office/drawing/2014/main" id="{5A454429-EF22-4478-BEFE-C224C874DB2B}"/>
                </a:ext>
              </a:extLst>
            </p:cNvPr>
            <p:cNvSpPr txBox="1"/>
            <p:nvPr/>
          </p:nvSpPr>
          <p:spPr>
            <a:xfrm>
              <a:off x="1530923" y="3336851"/>
              <a:ext cx="2076659" cy="203389"/>
            </a:xfrm>
            <a:prstGeom prst="rect">
              <a:avLst/>
            </a:prstGeom>
            <a:noFill/>
          </p:spPr>
          <p:txBody>
            <a:bodyPr wrap="square" lIns="144000" tIns="0" rIns="0" bIns="0" rtlCol="0" anchor="ctr" anchorCtr="0">
              <a:noAutofit/>
            </a:bodyPr>
            <a:lstStyle/>
            <a:p>
              <a:pPr>
                <a:lnSpc>
                  <a:spcPct val="150000"/>
                </a:lnSpc>
              </a:pPr>
              <a:r>
                <a:rPr lang="zh-CN" altLang="en-US" sz="1400" b="1">
                  <a:solidFill>
                    <a:schemeClr val="accent3"/>
                  </a:solidFill>
                  <a:cs typeface="+mn-ea"/>
                  <a:sym typeface="+mn-lt"/>
                </a:rPr>
                <a:t>输入标题文本</a:t>
              </a:r>
              <a:endParaRPr lang="vi-VN" sz="1400" b="1">
                <a:solidFill>
                  <a:schemeClr val="accent3"/>
                </a:solidFill>
                <a:cs typeface="+mn-ea"/>
                <a:sym typeface="+mn-lt"/>
              </a:endParaRPr>
            </a:p>
          </p:txBody>
        </p:sp>
        <p:sp>
          <p:nvSpPr>
            <p:cNvPr id="60" name="TextBox 36">
              <a:extLst>
                <a:ext uri="{FF2B5EF4-FFF2-40B4-BE49-F238E27FC236}">
                  <a16:creationId xmlns:a16="http://schemas.microsoft.com/office/drawing/2014/main" id="{673E71EE-1343-47B7-99AC-EC4AA79E7D3D}"/>
                </a:ext>
              </a:extLst>
            </p:cNvPr>
            <p:cNvSpPr txBox="1"/>
            <p:nvPr/>
          </p:nvSpPr>
          <p:spPr>
            <a:xfrm>
              <a:off x="1530923" y="3540240"/>
              <a:ext cx="2310615" cy="532069"/>
            </a:xfrm>
            <a:prstGeom prst="rect">
              <a:avLst/>
            </a:prstGeom>
            <a:noFill/>
          </p:spPr>
          <p:txBody>
            <a:bodyPr wrap="square" lIns="144000" tIns="0" rIns="0" bIns="0" rtlCol="0" anchor="ctr" anchorCtr="0">
              <a:noAutofit/>
            </a:bodyPr>
            <a:lstStyle/>
            <a:p>
              <a:pPr>
                <a:lnSpc>
                  <a:spcPct val="150000"/>
                </a:lnSpc>
              </a:pPr>
              <a:r>
                <a:rPr lang="zh-CN" altLang="en-US" sz="1050">
                  <a:solidFill>
                    <a:sysClr val="windowText" lastClr="000000"/>
                  </a:solidFill>
                  <a:cs typeface="+mn-ea"/>
                  <a:sym typeface="+mn-lt"/>
                </a:rPr>
                <a:t>请替换文字内容复制你的内容到此</a:t>
              </a:r>
            </a:p>
            <a:p>
              <a:pPr>
                <a:lnSpc>
                  <a:spcPct val="150000"/>
                </a:lnSpc>
              </a:pPr>
              <a:endParaRPr lang="en-US" sz="1050" dirty="0">
                <a:solidFill>
                  <a:sysClr val="windowText" lastClr="000000"/>
                </a:solidFill>
                <a:cs typeface="+mn-ea"/>
                <a:sym typeface="+mn-lt"/>
              </a:endParaRPr>
            </a:p>
          </p:txBody>
        </p:sp>
      </p:grpSp>
      <p:grpSp>
        <p:nvGrpSpPr>
          <p:cNvPr id="61" name="千图PPT彼岸天：ID 8661124库_组合 45">
            <a:extLst>
              <a:ext uri="{FF2B5EF4-FFF2-40B4-BE49-F238E27FC236}">
                <a16:creationId xmlns:a16="http://schemas.microsoft.com/office/drawing/2014/main" id="{01A3E7A3-973D-4FCE-A9EC-67D1161D7E83}"/>
              </a:ext>
            </a:extLst>
          </p:cNvPr>
          <p:cNvGrpSpPr/>
          <p:nvPr>
            <p:custDataLst>
              <p:tags r:id="rId4"/>
            </p:custDataLst>
          </p:nvPr>
        </p:nvGrpSpPr>
        <p:grpSpPr>
          <a:xfrm>
            <a:off x="953070" y="4849373"/>
            <a:ext cx="2888468" cy="770875"/>
            <a:chOff x="953070" y="4849373"/>
            <a:chExt cx="2888468" cy="770875"/>
          </a:xfrm>
        </p:grpSpPr>
        <p:sp>
          <p:nvSpPr>
            <p:cNvPr id="62" name="Rounded Rectangle 37">
              <a:extLst>
                <a:ext uri="{FF2B5EF4-FFF2-40B4-BE49-F238E27FC236}">
                  <a16:creationId xmlns:a16="http://schemas.microsoft.com/office/drawing/2014/main" id="{83FE8D64-9BB8-495E-992C-53FAC5DDBAC9}"/>
                </a:ext>
              </a:extLst>
            </p:cNvPr>
            <p:cNvSpPr/>
            <p:nvPr/>
          </p:nvSpPr>
          <p:spPr>
            <a:xfrm>
              <a:off x="953070" y="4849373"/>
              <a:ext cx="434666" cy="434666"/>
            </a:xfrm>
            <a:prstGeom prst="ellipse">
              <a:avLst/>
            </a:prstGeom>
            <a:solidFill>
              <a:schemeClr val="accent5"/>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cs typeface="+mn-ea"/>
                  <a:sym typeface="+mn-lt"/>
                </a:rPr>
                <a:t>5</a:t>
              </a:r>
            </a:p>
          </p:txBody>
        </p:sp>
        <p:sp>
          <p:nvSpPr>
            <p:cNvPr id="63" name="TextBox 38">
              <a:extLst>
                <a:ext uri="{FF2B5EF4-FFF2-40B4-BE49-F238E27FC236}">
                  <a16:creationId xmlns:a16="http://schemas.microsoft.com/office/drawing/2014/main" id="{71708D2F-FCCD-4C5C-9DB1-194158DC81E7}"/>
                </a:ext>
              </a:extLst>
            </p:cNvPr>
            <p:cNvSpPr txBox="1"/>
            <p:nvPr/>
          </p:nvSpPr>
          <p:spPr>
            <a:xfrm>
              <a:off x="1530923" y="4884790"/>
              <a:ext cx="2076659" cy="203389"/>
            </a:xfrm>
            <a:prstGeom prst="rect">
              <a:avLst/>
            </a:prstGeom>
            <a:noFill/>
          </p:spPr>
          <p:txBody>
            <a:bodyPr wrap="square" lIns="144000" tIns="0" rIns="0" bIns="0" rtlCol="0" anchor="ctr" anchorCtr="0">
              <a:noAutofit/>
            </a:bodyPr>
            <a:lstStyle/>
            <a:p>
              <a:pPr>
                <a:lnSpc>
                  <a:spcPct val="150000"/>
                </a:lnSpc>
              </a:pPr>
              <a:r>
                <a:rPr lang="zh-CN" altLang="en-US" sz="1400" b="1">
                  <a:solidFill>
                    <a:schemeClr val="accent5"/>
                  </a:solidFill>
                  <a:cs typeface="+mn-ea"/>
                  <a:sym typeface="+mn-lt"/>
                </a:rPr>
                <a:t>输入标题文本</a:t>
              </a:r>
              <a:endParaRPr lang="vi-VN" sz="1400" b="1">
                <a:solidFill>
                  <a:schemeClr val="accent5"/>
                </a:solidFill>
                <a:cs typeface="+mn-ea"/>
                <a:sym typeface="+mn-lt"/>
              </a:endParaRPr>
            </a:p>
          </p:txBody>
        </p:sp>
        <p:sp>
          <p:nvSpPr>
            <p:cNvPr id="64" name="TextBox 39">
              <a:extLst>
                <a:ext uri="{FF2B5EF4-FFF2-40B4-BE49-F238E27FC236}">
                  <a16:creationId xmlns:a16="http://schemas.microsoft.com/office/drawing/2014/main" id="{B11CC523-CFAA-4B80-A484-5438A4E6FE2A}"/>
                </a:ext>
              </a:extLst>
            </p:cNvPr>
            <p:cNvSpPr txBox="1"/>
            <p:nvPr/>
          </p:nvSpPr>
          <p:spPr>
            <a:xfrm>
              <a:off x="1530923" y="5088179"/>
              <a:ext cx="2310615" cy="532069"/>
            </a:xfrm>
            <a:prstGeom prst="rect">
              <a:avLst/>
            </a:prstGeom>
            <a:noFill/>
          </p:spPr>
          <p:txBody>
            <a:bodyPr wrap="square" lIns="144000" tIns="0" rIns="0" bIns="0" rtlCol="0" anchor="ctr" anchorCtr="0">
              <a:noAutofit/>
            </a:bodyPr>
            <a:lstStyle/>
            <a:p>
              <a:pPr>
                <a:lnSpc>
                  <a:spcPct val="150000"/>
                </a:lnSpc>
              </a:pPr>
              <a:r>
                <a:rPr lang="zh-CN" altLang="en-US" sz="1050">
                  <a:solidFill>
                    <a:sysClr val="windowText" lastClr="000000"/>
                  </a:solidFill>
                  <a:cs typeface="+mn-ea"/>
                  <a:sym typeface="+mn-lt"/>
                </a:rPr>
                <a:t>请替换文字内容复制你的内容到此</a:t>
              </a:r>
            </a:p>
            <a:p>
              <a:pPr>
                <a:lnSpc>
                  <a:spcPct val="150000"/>
                </a:lnSpc>
              </a:pPr>
              <a:endParaRPr lang="en-US" sz="1050" dirty="0">
                <a:solidFill>
                  <a:sysClr val="windowText" lastClr="000000"/>
                </a:solidFill>
                <a:cs typeface="+mn-ea"/>
                <a:sym typeface="+mn-lt"/>
              </a:endParaRPr>
            </a:p>
          </p:txBody>
        </p:sp>
      </p:grpSp>
      <p:grpSp>
        <p:nvGrpSpPr>
          <p:cNvPr id="65" name="千图PPT彼岸天：ID 8661124库_组合 48">
            <a:extLst>
              <a:ext uri="{FF2B5EF4-FFF2-40B4-BE49-F238E27FC236}">
                <a16:creationId xmlns:a16="http://schemas.microsoft.com/office/drawing/2014/main" id="{AD68154F-3D5D-4E2B-A750-A1BC4F82CB0F}"/>
              </a:ext>
            </a:extLst>
          </p:cNvPr>
          <p:cNvGrpSpPr/>
          <p:nvPr>
            <p:custDataLst>
              <p:tags r:id="rId5"/>
            </p:custDataLst>
          </p:nvPr>
        </p:nvGrpSpPr>
        <p:grpSpPr>
          <a:xfrm>
            <a:off x="8374269" y="1751290"/>
            <a:ext cx="2864661" cy="770875"/>
            <a:chOff x="8374269" y="1751290"/>
            <a:chExt cx="2864661" cy="770875"/>
          </a:xfrm>
        </p:grpSpPr>
        <p:sp>
          <p:nvSpPr>
            <p:cNvPr id="66" name="Rounded Rectangle 40">
              <a:extLst>
                <a:ext uri="{FF2B5EF4-FFF2-40B4-BE49-F238E27FC236}">
                  <a16:creationId xmlns:a16="http://schemas.microsoft.com/office/drawing/2014/main" id="{DD685E79-E85F-4ECF-AC31-2BAC67FC634D}"/>
                </a:ext>
              </a:extLst>
            </p:cNvPr>
            <p:cNvSpPr/>
            <p:nvPr/>
          </p:nvSpPr>
          <p:spPr>
            <a:xfrm flipH="1">
              <a:off x="10804264" y="1751290"/>
              <a:ext cx="434666" cy="434666"/>
            </a:xfrm>
            <a:prstGeom prst="ellipse">
              <a:avLst/>
            </a:prstGeom>
            <a:solidFill>
              <a:schemeClr val="accent2"/>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cs typeface="+mn-ea"/>
                  <a:sym typeface="+mn-lt"/>
                </a:rPr>
                <a:t>2</a:t>
              </a:r>
            </a:p>
          </p:txBody>
        </p:sp>
        <p:sp>
          <p:nvSpPr>
            <p:cNvPr id="67" name="TextBox 41">
              <a:extLst>
                <a:ext uri="{FF2B5EF4-FFF2-40B4-BE49-F238E27FC236}">
                  <a16:creationId xmlns:a16="http://schemas.microsoft.com/office/drawing/2014/main" id="{116FA05C-62DA-4B39-A155-716D865CECCB}"/>
                </a:ext>
              </a:extLst>
            </p:cNvPr>
            <p:cNvSpPr txBox="1"/>
            <p:nvPr/>
          </p:nvSpPr>
          <p:spPr>
            <a:xfrm flipH="1">
              <a:off x="8584418" y="1786707"/>
              <a:ext cx="2076659" cy="203389"/>
            </a:xfrm>
            <a:prstGeom prst="rect">
              <a:avLst/>
            </a:prstGeom>
            <a:noFill/>
          </p:spPr>
          <p:txBody>
            <a:bodyPr wrap="square" lIns="0" tIns="0" rIns="144000" bIns="0" rtlCol="0" anchor="ctr" anchorCtr="0">
              <a:noAutofit/>
            </a:bodyPr>
            <a:lstStyle/>
            <a:p>
              <a:pPr algn="r">
                <a:lnSpc>
                  <a:spcPct val="150000"/>
                </a:lnSpc>
              </a:pPr>
              <a:r>
                <a:rPr lang="zh-CN" altLang="en-US" sz="1400" b="1">
                  <a:solidFill>
                    <a:schemeClr val="accent2"/>
                  </a:solidFill>
                  <a:cs typeface="+mn-ea"/>
                  <a:sym typeface="+mn-lt"/>
                </a:rPr>
                <a:t>输入标题文本</a:t>
              </a:r>
              <a:endParaRPr lang="vi-VN" sz="1400" b="1">
                <a:solidFill>
                  <a:schemeClr val="accent2"/>
                </a:solidFill>
                <a:cs typeface="+mn-ea"/>
                <a:sym typeface="+mn-lt"/>
              </a:endParaRPr>
            </a:p>
          </p:txBody>
        </p:sp>
        <p:sp>
          <p:nvSpPr>
            <p:cNvPr id="68" name="TextBox 42">
              <a:extLst>
                <a:ext uri="{FF2B5EF4-FFF2-40B4-BE49-F238E27FC236}">
                  <a16:creationId xmlns:a16="http://schemas.microsoft.com/office/drawing/2014/main" id="{98D2DE29-37E3-457C-A72B-3AF40238DB6C}"/>
                </a:ext>
              </a:extLst>
            </p:cNvPr>
            <p:cNvSpPr txBox="1"/>
            <p:nvPr/>
          </p:nvSpPr>
          <p:spPr>
            <a:xfrm flipH="1">
              <a:off x="8374269" y="1990096"/>
              <a:ext cx="2286807" cy="532069"/>
            </a:xfrm>
            <a:prstGeom prst="rect">
              <a:avLst/>
            </a:prstGeom>
            <a:noFill/>
          </p:spPr>
          <p:txBody>
            <a:bodyPr wrap="square" lIns="0" tIns="0" rIns="144000" bIns="0" rtlCol="0" anchor="ctr" anchorCtr="0">
              <a:noAutofit/>
            </a:bodyPr>
            <a:lstStyle/>
            <a:p>
              <a:pPr algn="r">
                <a:lnSpc>
                  <a:spcPct val="150000"/>
                </a:lnSpc>
              </a:pPr>
              <a:r>
                <a:rPr lang="zh-CN" altLang="en-US" sz="1050">
                  <a:solidFill>
                    <a:sysClr val="windowText" lastClr="000000"/>
                  </a:solidFill>
                  <a:cs typeface="+mn-ea"/>
                  <a:sym typeface="+mn-lt"/>
                </a:rPr>
                <a:t>请替换文字内容复制你的内容到此</a:t>
              </a:r>
            </a:p>
            <a:p>
              <a:pPr algn="r">
                <a:lnSpc>
                  <a:spcPct val="150000"/>
                </a:lnSpc>
              </a:pPr>
              <a:endParaRPr lang="en-US" sz="1050" dirty="0">
                <a:solidFill>
                  <a:sysClr val="windowText" lastClr="000000"/>
                </a:solidFill>
                <a:cs typeface="+mn-ea"/>
                <a:sym typeface="+mn-lt"/>
              </a:endParaRPr>
            </a:p>
          </p:txBody>
        </p:sp>
      </p:grpSp>
      <p:grpSp>
        <p:nvGrpSpPr>
          <p:cNvPr id="69" name="千图PPT彼岸天：ID 8661124库_组合 47">
            <a:extLst>
              <a:ext uri="{FF2B5EF4-FFF2-40B4-BE49-F238E27FC236}">
                <a16:creationId xmlns:a16="http://schemas.microsoft.com/office/drawing/2014/main" id="{E134A803-ADF2-44A4-8ACA-605A32592B1B}"/>
              </a:ext>
            </a:extLst>
          </p:cNvPr>
          <p:cNvGrpSpPr/>
          <p:nvPr>
            <p:custDataLst>
              <p:tags r:id="rId6"/>
            </p:custDataLst>
          </p:nvPr>
        </p:nvGrpSpPr>
        <p:grpSpPr>
          <a:xfrm>
            <a:off x="8374269" y="3301434"/>
            <a:ext cx="2864661" cy="770875"/>
            <a:chOff x="8374269" y="3301434"/>
            <a:chExt cx="2864661" cy="770875"/>
          </a:xfrm>
        </p:grpSpPr>
        <p:sp>
          <p:nvSpPr>
            <p:cNvPr id="70" name="Rounded Rectangle 43">
              <a:extLst>
                <a:ext uri="{FF2B5EF4-FFF2-40B4-BE49-F238E27FC236}">
                  <a16:creationId xmlns:a16="http://schemas.microsoft.com/office/drawing/2014/main" id="{1E6431AA-3C2C-4829-930D-045B02D0F83D}"/>
                </a:ext>
              </a:extLst>
            </p:cNvPr>
            <p:cNvSpPr/>
            <p:nvPr/>
          </p:nvSpPr>
          <p:spPr>
            <a:xfrm flipH="1">
              <a:off x="10804264" y="3301434"/>
              <a:ext cx="434666" cy="434666"/>
            </a:xfrm>
            <a:prstGeom prst="ellipse">
              <a:avLst/>
            </a:prstGeom>
            <a:solidFill>
              <a:schemeClr val="accent4"/>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cs typeface="+mn-ea"/>
                  <a:sym typeface="+mn-lt"/>
                </a:rPr>
                <a:t>4</a:t>
              </a:r>
            </a:p>
          </p:txBody>
        </p:sp>
        <p:sp>
          <p:nvSpPr>
            <p:cNvPr id="71" name="TextBox 44">
              <a:extLst>
                <a:ext uri="{FF2B5EF4-FFF2-40B4-BE49-F238E27FC236}">
                  <a16:creationId xmlns:a16="http://schemas.microsoft.com/office/drawing/2014/main" id="{7ED1B540-4175-40D4-A080-379BFBA8DE21}"/>
                </a:ext>
              </a:extLst>
            </p:cNvPr>
            <p:cNvSpPr txBox="1"/>
            <p:nvPr/>
          </p:nvSpPr>
          <p:spPr>
            <a:xfrm flipH="1">
              <a:off x="8491243" y="3336851"/>
              <a:ext cx="2076659" cy="203389"/>
            </a:xfrm>
            <a:prstGeom prst="rect">
              <a:avLst/>
            </a:prstGeom>
            <a:noFill/>
          </p:spPr>
          <p:txBody>
            <a:bodyPr wrap="square" lIns="0" tIns="0" rIns="144000" bIns="0" rtlCol="0" anchor="ctr" anchorCtr="0">
              <a:noAutofit/>
            </a:bodyPr>
            <a:lstStyle/>
            <a:p>
              <a:pPr algn="r">
                <a:lnSpc>
                  <a:spcPct val="150000"/>
                </a:lnSpc>
              </a:pPr>
              <a:r>
                <a:rPr lang="zh-CN" altLang="en-US" sz="1400" b="1">
                  <a:solidFill>
                    <a:schemeClr val="accent4"/>
                  </a:solidFill>
                  <a:cs typeface="+mn-ea"/>
                  <a:sym typeface="+mn-lt"/>
                </a:rPr>
                <a:t>输入标题文本</a:t>
              </a:r>
              <a:endParaRPr lang="vi-VN" sz="1400" b="1">
                <a:solidFill>
                  <a:schemeClr val="accent4"/>
                </a:solidFill>
                <a:cs typeface="+mn-ea"/>
                <a:sym typeface="+mn-lt"/>
              </a:endParaRPr>
            </a:p>
          </p:txBody>
        </p:sp>
        <p:sp>
          <p:nvSpPr>
            <p:cNvPr id="72" name="TextBox 45">
              <a:extLst>
                <a:ext uri="{FF2B5EF4-FFF2-40B4-BE49-F238E27FC236}">
                  <a16:creationId xmlns:a16="http://schemas.microsoft.com/office/drawing/2014/main" id="{D9D30C48-04A4-4094-B0D0-0CC34E111D59}"/>
                </a:ext>
              </a:extLst>
            </p:cNvPr>
            <p:cNvSpPr txBox="1"/>
            <p:nvPr/>
          </p:nvSpPr>
          <p:spPr>
            <a:xfrm flipH="1">
              <a:off x="8374269" y="3540240"/>
              <a:ext cx="2286807" cy="532069"/>
            </a:xfrm>
            <a:prstGeom prst="rect">
              <a:avLst/>
            </a:prstGeom>
            <a:noFill/>
          </p:spPr>
          <p:txBody>
            <a:bodyPr wrap="square" lIns="0" tIns="0" rIns="144000" bIns="0" rtlCol="0" anchor="ctr" anchorCtr="0">
              <a:noAutofit/>
            </a:bodyPr>
            <a:lstStyle/>
            <a:p>
              <a:pPr algn="r">
                <a:lnSpc>
                  <a:spcPct val="150000"/>
                </a:lnSpc>
              </a:pPr>
              <a:r>
                <a:rPr lang="zh-CN" altLang="en-US" sz="1050">
                  <a:solidFill>
                    <a:sysClr val="windowText" lastClr="000000"/>
                  </a:solidFill>
                  <a:cs typeface="+mn-ea"/>
                  <a:sym typeface="+mn-lt"/>
                </a:rPr>
                <a:t>请替换文字内容复制你的内容到此</a:t>
              </a:r>
            </a:p>
            <a:p>
              <a:pPr algn="r">
                <a:lnSpc>
                  <a:spcPct val="150000"/>
                </a:lnSpc>
              </a:pPr>
              <a:endParaRPr lang="en-US" sz="1050" dirty="0">
                <a:solidFill>
                  <a:sysClr val="windowText" lastClr="000000"/>
                </a:solidFill>
                <a:cs typeface="+mn-ea"/>
                <a:sym typeface="+mn-lt"/>
              </a:endParaRPr>
            </a:p>
          </p:txBody>
        </p:sp>
      </p:grpSp>
      <p:grpSp>
        <p:nvGrpSpPr>
          <p:cNvPr id="73" name="千图PPT彼岸天：ID 8661124库_组合 46">
            <a:extLst>
              <a:ext uri="{FF2B5EF4-FFF2-40B4-BE49-F238E27FC236}">
                <a16:creationId xmlns:a16="http://schemas.microsoft.com/office/drawing/2014/main" id="{63D7F97B-A5DC-4802-BE49-64FF7C5EA09E}"/>
              </a:ext>
            </a:extLst>
          </p:cNvPr>
          <p:cNvGrpSpPr/>
          <p:nvPr>
            <p:custDataLst>
              <p:tags r:id="rId7"/>
            </p:custDataLst>
          </p:nvPr>
        </p:nvGrpSpPr>
        <p:grpSpPr>
          <a:xfrm>
            <a:off x="8374269" y="4849373"/>
            <a:ext cx="2864661" cy="770875"/>
            <a:chOff x="8374269" y="4849373"/>
            <a:chExt cx="2864661" cy="770875"/>
          </a:xfrm>
        </p:grpSpPr>
        <p:sp>
          <p:nvSpPr>
            <p:cNvPr id="74" name="Rounded Rectangle 46">
              <a:extLst>
                <a:ext uri="{FF2B5EF4-FFF2-40B4-BE49-F238E27FC236}">
                  <a16:creationId xmlns:a16="http://schemas.microsoft.com/office/drawing/2014/main" id="{23B5E367-4E8E-4A02-9E66-765F81B8C116}"/>
                </a:ext>
              </a:extLst>
            </p:cNvPr>
            <p:cNvSpPr/>
            <p:nvPr/>
          </p:nvSpPr>
          <p:spPr>
            <a:xfrm flipH="1">
              <a:off x="10804264" y="4849373"/>
              <a:ext cx="434666" cy="434666"/>
            </a:xfrm>
            <a:prstGeom prst="ellipse">
              <a:avLst/>
            </a:prstGeom>
            <a:solidFill>
              <a:schemeClr val="accent6"/>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cs typeface="+mn-ea"/>
                  <a:sym typeface="+mn-lt"/>
                </a:rPr>
                <a:t>6</a:t>
              </a:r>
            </a:p>
          </p:txBody>
        </p:sp>
        <p:sp>
          <p:nvSpPr>
            <p:cNvPr id="75" name="TextBox 47">
              <a:extLst>
                <a:ext uri="{FF2B5EF4-FFF2-40B4-BE49-F238E27FC236}">
                  <a16:creationId xmlns:a16="http://schemas.microsoft.com/office/drawing/2014/main" id="{48724ED9-26CC-4D20-B3D7-84C105786292}"/>
                </a:ext>
              </a:extLst>
            </p:cNvPr>
            <p:cNvSpPr txBox="1"/>
            <p:nvPr/>
          </p:nvSpPr>
          <p:spPr>
            <a:xfrm flipH="1">
              <a:off x="8584418" y="4884790"/>
              <a:ext cx="2076659" cy="203389"/>
            </a:xfrm>
            <a:prstGeom prst="rect">
              <a:avLst/>
            </a:prstGeom>
            <a:noFill/>
          </p:spPr>
          <p:txBody>
            <a:bodyPr wrap="square" lIns="0" tIns="0" rIns="144000" bIns="0" rtlCol="0" anchor="ctr" anchorCtr="0">
              <a:noAutofit/>
            </a:bodyPr>
            <a:lstStyle/>
            <a:p>
              <a:pPr algn="r">
                <a:lnSpc>
                  <a:spcPct val="150000"/>
                </a:lnSpc>
              </a:pPr>
              <a:r>
                <a:rPr lang="zh-CN" altLang="en-US" sz="1400" b="1">
                  <a:solidFill>
                    <a:schemeClr val="accent6"/>
                  </a:solidFill>
                  <a:cs typeface="+mn-ea"/>
                  <a:sym typeface="+mn-lt"/>
                </a:rPr>
                <a:t>输入标题文本</a:t>
              </a:r>
              <a:endParaRPr lang="vi-VN" sz="1400" b="1">
                <a:solidFill>
                  <a:schemeClr val="accent6"/>
                </a:solidFill>
                <a:cs typeface="+mn-ea"/>
                <a:sym typeface="+mn-lt"/>
              </a:endParaRPr>
            </a:p>
          </p:txBody>
        </p:sp>
        <p:sp>
          <p:nvSpPr>
            <p:cNvPr id="76" name="TextBox 48">
              <a:extLst>
                <a:ext uri="{FF2B5EF4-FFF2-40B4-BE49-F238E27FC236}">
                  <a16:creationId xmlns:a16="http://schemas.microsoft.com/office/drawing/2014/main" id="{7CA1BE18-9EA4-4060-81BA-841BFB221304}"/>
                </a:ext>
              </a:extLst>
            </p:cNvPr>
            <p:cNvSpPr txBox="1"/>
            <p:nvPr/>
          </p:nvSpPr>
          <p:spPr>
            <a:xfrm flipH="1">
              <a:off x="8374269" y="5088179"/>
              <a:ext cx="2286807" cy="532069"/>
            </a:xfrm>
            <a:prstGeom prst="rect">
              <a:avLst/>
            </a:prstGeom>
            <a:noFill/>
          </p:spPr>
          <p:txBody>
            <a:bodyPr wrap="square" lIns="0" tIns="0" rIns="144000" bIns="0" rtlCol="0" anchor="ctr" anchorCtr="0">
              <a:noAutofit/>
            </a:bodyPr>
            <a:lstStyle/>
            <a:p>
              <a:pPr algn="r">
                <a:lnSpc>
                  <a:spcPct val="150000"/>
                </a:lnSpc>
              </a:pPr>
              <a:r>
                <a:rPr lang="zh-CN" altLang="en-US" sz="1050">
                  <a:solidFill>
                    <a:sysClr val="windowText" lastClr="000000"/>
                  </a:solidFill>
                  <a:cs typeface="+mn-ea"/>
                  <a:sym typeface="+mn-lt"/>
                </a:rPr>
                <a:t>请替换文字内容复制你的内容到此</a:t>
              </a:r>
            </a:p>
            <a:p>
              <a:pPr algn="r">
                <a:lnSpc>
                  <a:spcPct val="150000"/>
                </a:lnSpc>
              </a:pPr>
              <a:endParaRPr lang="en-US" sz="1050" dirty="0">
                <a:solidFill>
                  <a:sysClr val="windowText" lastClr="000000"/>
                </a:solidFill>
                <a:cs typeface="+mn-ea"/>
                <a:sym typeface="+mn-lt"/>
              </a:endParaRPr>
            </a:p>
          </p:txBody>
        </p:sp>
      </p:grpSp>
    </p:spTree>
    <p:extLst>
      <p:ext uri="{BB962C8B-B14F-4D97-AF65-F5344CB8AC3E}">
        <p14:creationId xmlns:p14="http://schemas.microsoft.com/office/powerpoint/2010/main" val="22115591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Tn>
                        </p:par>
                        <p:par>
                          <p:cTn id="5" fill="hold">
                            <p:stCondLst>
                              <p:cond delay="0"/>
                            </p:stCondLst>
                            <p:childTnLst>
                              <p:par>
                                <p:cTn id="6" presetID="23" presetClass="entr" presetSubtype="16" fill="hold" nodeType="afterEffect">
                                  <p:childTnLst>
                                    <p:set>
                                      <p:cBhvr>
                                        <p:cTn id="7" dur="1" fill="hold">
                                          <p:stCondLst>
                                            <p:cond delay="0"/>
                                          </p:stCondLst>
                                        </p:cTn>
                                        <p:tgtEl>
                                          <p:spTgt spid="34"/>
                                        </p:tgtEl>
                                        <p:attrNameLst>
                                          <p:attrName>style.visibility</p:attrName>
                                        </p:attrNameLst>
                                      </p:cBhvr>
                                      <p:to>
                                        <p:strVal val="visible"/>
                                      </p:to>
                                    </p:set>
                                    <p:anim calcmode="lin" valueType="num">
                                      <p:cBhvr>
                                        <p:cTn id="8" dur="500" fill="hold"/>
                                        <p:tgtEl>
                                          <p:spTgt spid="34"/>
                                        </p:tgtEl>
                                        <p:attrNameLst>
                                          <p:attrName>ppt_w</p:attrName>
                                        </p:attrNameLst>
                                      </p:cBhvr>
                                      <p:tavLst>
                                        <p:tav tm="0">
                                          <p:val>
                                            <p:fltVal val="0"/>
                                          </p:val>
                                        </p:tav>
                                        <p:tav tm="100000">
                                          <p:val>
                                            <p:strVal val="#ppt_w"/>
                                          </p:val>
                                        </p:tav>
                                      </p:tavLst>
                                    </p:anim>
                                    <p:anim calcmode="lin" valueType="num">
                                      <p:cBhvr>
                                        <p:cTn id="9" dur="500" fill="hold"/>
                                        <p:tgtEl>
                                          <p:spTgt spid="34"/>
                                        </p:tgtEl>
                                        <p:attrNameLst>
                                          <p:attrName>ppt_h</p:attrName>
                                        </p:attrNameLst>
                                      </p:cBhvr>
                                      <p:tavLst>
                                        <p:tav tm="0">
                                          <p:val>
                                            <p:fltVal val="0"/>
                                          </p:val>
                                        </p:tav>
                                        <p:tav tm="100000">
                                          <p:val>
                                            <p:strVal val="#ppt_h"/>
                                          </p:val>
                                        </p:tav>
                                      </p:tavLst>
                                    </p:anim>
                                  </p:childTnLst>
                                </p:cTn>
                              </p:par>
                            </p:childTnLst>
                          </p:cTn>
                        </p:par>
                        <p:par>
                          <p:cTn id="10" fill="hold">
                            <p:stCondLst>
                              <p:cond delay="500"/>
                            </p:stCondLst>
                            <p:childTnLst>
                              <p:par>
                                <p:cTn id="11" presetID="53" presetClass="entr" presetSubtype="0" fill="hold" nodeType="afterEffect">
                                  <p:childTnLst>
                                    <p:set>
                                      <p:cBhvr>
                                        <p:cTn id="12" dur="1" fill="hold">
                                          <p:stCondLst>
                                            <p:cond delay="0"/>
                                          </p:stCondLst>
                                        </p:cTn>
                                        <p:tgtEl>
                                          <p:spTgt spid="53"/>
                                        </p:tgtEl>
                                        <p:attrNameLst>
                                          <p:attrName>style.visibility</p:attrName>
                                        </p:attrNameLst>
                                      </p:cBhvr>
                                      <p:to>
                                        <p:strVal val="visible"/>
                                      </p:to>
                                    </p:set>
                                    <p:anim calcmode="lin" valueType="num">
                                      <p:cBhvr>
                                        <p:cTn id="13" dur="500" fill="hold"/>
                                        <p:tgtEl>
                                          <p:spTgt spid="53"/>
                                        </p:tgtEl>
                                        <p:attrNameLst>
                                          <p:attrName>ppt_w</p:attrName>
                                        </p:attrNameLst>
                                      </p:cBhvr>
                                      <p:tavLst>
                                        <p:tav tm="0">
                                          <p:val>
                                            <p:fltVal val="0"/>
                                          </p:val>
                                        </p:tav>
                                        <p:tav tm="100000">
                                          <p:val>
                                            <p:strVal val="#ppt_w"/>
                                          </p:val>
                                        </p:tav>
                                      </p:tavLst>
                                    </p:anim>
                                    <p:anim calcmode="lin" valueType="num">
                                      <p:cBhvr>
                                        <p:cTn id="14" dur="500" fill="hold"/>
                                        <p:tgtEl>
                                          <p:spTgt spid="53"/>
                                        </p:tgtEl>
                                        <p:attrNameLst>
                                          <p:attrName>ppt_h</p:attrName>
                                        </p:attrNameLst>
                                      </p:cBhvr>
                                      <p:tavLst>
                                        <p:tav tm="0">
                                          <p:val>
                                            <p:fltVal val="0"/>
                                          </p:val>
                                        </p:tav>
                                        <p:tav tm="100000">
                                          <p:val>
                                            <p:strVal val="#ppt_h"/>
                                          </p:val>
                                        </p:tav>
                                      </p:tavLst>
                                    </p:anim>
                                    <p:animEffect transition="in" filter="fade">
                                      <p:cBhvr>
                                        <p:cTn id="15" dur="500"/>
                                        <p:tgtEl>
                                          <p:spTgt spid="53"/>
                                        </p:tgtEl>
                                      </p:cBhvr>
                                    </p:animEffect>
                                    <p:anim calcmode="lin" valueType="num">
                                      <p:cBhvr>
                                        <p:cTn id="16" dur="500" fill="hold"/>
                                        <p:tgtEl>
                                          <p:spTgt spid="53"/>
                                        </p:tgtEl>
                                        <p:attrNameLst>
                                          <p:attrName>ppt_x</p:attrName>
                                        </p:attrNameLst>
                                      </p:cBhvr>
                                      <p:tavLst>
                                        <p:tav tm="0">
                                          <p:val>
                                            <p:fltVal val="0.5"/>
                                          </p:val>
                                        </p:tav>
                                        <p:tav tm="100000">
                                          <p:val>
                                            <p:strVal val="#ppt_x"/>
                                          </p:val>
                                        </p:tav>
                                      </p:tavLst>
                                    </p:anim>
                                    <p:anim calcmode="lin" valueType="num">
                                      <p:cBhvr>
                                        <p:cTn id="17" dur="500" fill="hold"/>
                                        <p:tgtEl>
                                          <p:spTgt spid="53"/>
                                        </p:tgtEl>
                                        <p:attrNameLst>
                                          <p:attrName>ppt_y</p:attrName>
                                        </p:attrNameLst>
                                      </p:cBhvr>
                                      <p:tavLst>
                                        <p:tav tm="0">
                                          <p:val>
                                            <p:fltVal val="0.5"/>
                                          </p:val>
                                        </p:tav>
                                        <p:tav tm="100000">
                                          <p:val>
                                            <p:strVal val="#ppt_y"/>
                                          </p:val>
                                        </p:tav>
                                      </p:tavLst>
                                    </p:anim>
                                  </p:childTnLst>
                                </p:cTn>
                              </p:par>
                            </p:childTnLst>
                          </p:cTn>
                        </p:par>
                        <p:par>
                          <p:cTn id="18" fill="hold">
                            <p:stCondLst>
                              <p:cond delay="1000"/>
                            </p:stCondLst>
                            <p:childTnLst>
                              <p:par>
                                <p:cTn id="19" presetID="53" presetClass="entr" presetSubtype="0" fill="hold" nodeType="afterEffect">
                                  <p:childTnLst>
                                    <p:set>
                                      <p:cBhvr>
                                        <p:cTn id="20" dur="1" fill="hold">
                                          <p:stCondLst>
                                            <p:cond delay="0"/>
                                          </p:stCondLst>
                                        </p:cTn>
                                        <p:tgtEl>
                                          <p:spTgt spid="65"/>
                                        </p:tgtEl>
                                        <p:attrNameLst>
                                          <p:attrName>style.visibility</p:attrName>
                                        </p:attrNameLst>
                                      </p:cBhvr>
                                      <p:to>
                                        <p:strVal val="visible"/>
                                      </p:to>
                                    </p:set>
                                    <p:anim calcmode="lin" valueType="num">
                                      <p:cBhvr>
                                        <p:cTn id="21" dur="500" fill="hold"/>
                                        <p:tgtEl>
                                          <p:spTgt spid="65"/>
                                        </p:tgtEl>
                                        <p:attrNameLst>
                                          <p:attrName>ppt_w</p:attrName>
                                        </p:attrNameLst>
                                      </p:cBhvr>
                                      <p:tavLst>
                                        <p:tav tm="0">
                                          <p:val>
                                            <p:fltVal val="0"/>
                                          </p:val>
                                        </p:tav>
                                        <p:tav tm="100000">
                                          <p:val>
                                            <p:strVal val="#ppt_w"/>
                                          </p:val>
                                        </p:tav>
                                      </p:tavLst>
                                    </p:anim>
                                    <p:anim calcmode="lin" valueType="num">
                                      <p:cBhvr>
                                        <p:cTn id="22" dur="500" fill="hold"/>
                                        <p:tgtEl>
                                          <p:spTgt spid="65"/>
                                        </p:tgtEl>
                                        <p:attrNameLst>
                                          <p:attrName>ppt_h</p:attrName>
                                        </p:attrNameLst>
                                      </p:cBhvr>
                                      <p:tavLst>
                                        <p:tav tm="0">
                                          <p:val>
                                            <p:fltVal val="0"/>
                                          </p:val>
                                        </p:tav>
                                        <p:tav tm="100000">
                                          <p:val>
                                            <p:strVal val="#ppt_h"/>
                                          </p:val>
                                        </p:tav>
                                      </p:tavLst>
                                    </p:anim>
                                    <p:animEffect transition="in" filter="fade">
                                      <p:cBhvr>
                                        <p:cTn id="23" dur="500"/>
                                        <p:tgtEl>
                                          <p:spTgt spid="65"/>
                                        </p:tgtEl>
                                      </p:cBhvr>
                                    </p:animEffect>
                                    <p:anim calcmode="lin" valueType="num">
                                      <p:cBhvr>
                                        <p:cTn id="24" dur="500" fill="hold"/>
                                        <p:tgtEl>
                                          <p:spTgt spid="65"/>
                                        </p:tgtEl>
                                        <p:attrNameLst>
                                          <p:attrName>ppt_x</p:attrName>
                                        </p:attrNameLst>
                                      </p:cBhvr>
                                      <p:tavLst>
                                        <p:tav tm="0">
                                          <p:val>
                                            <p:fltVal val="0.5"/>
                                          </p:val>
                                        </p:tav>
                                        <p:tav tm="100000">
                                          <p:val>
                                            <p:strVal val="#ppt_x"/>
                                          </p:val>
                                        </p:tav>
                                      </p:tavLst>
                                    </p:anim>
                                    <p:anim calcmode="lin" valueType="num">
                                      <p:cBhvr>
                                        <p:cTn id="25" dur="500" fill="hold"/>
                                        <p:tgtEl>
                                          <p:spTgt spid="65"/>
                                        </p:tgtEl>
                                        <p:attrNameLst>
                                          <p:attrName>ppt_y</p:attrName>
                                        </p:attrNameLst>
                                      </p:cBhvr>
                                      <p:tavLst>
                                        <p:tav tm="0">
                                          <p:val>
                                            <p:fltVal val="0.5"/>
                                          </p:val>
                                        </p:tav>
                                        <p:tav tm="100000">
                                          <p:val>
                                            <p:strVal val="#ppt_y"/>
                                          </p:val>
                                        </p:tav>
                                      </p:tavLst>
                                    </p:anim>
                                  </p:childTnLst>
                                </p:cTn>
                              </p:par>
                            </p:childTnLst>
                          </p:cTn>
                        </p:par>
                        <p:par>
                          <p:cTn id="26" fill="hold">
                            <p:stCondLst>
                              <p:cond delay="1500"/>
                            </p:stCondLst>
                            <p:childTnLst>
                              <p:par>
                                <p:cTn id="27" presetID="53" presetClass="entr" presetSubtype="0" fill="hold" nodeType="afterEffect">
                                  <p:childTnLst>
                                    <p:set>
                                      <p:cBhvr>
                                        <p:cTn id="28" dur="1" fill="hold">
                                          <p:stCondLst>
                                            <p:cond delay="0"/>
                                          </p:stCondLst>
                                        </p:cTn>
                                        <p:tgtEl>
                                          <p:spTgt spid="57"/>
                                        </p:tgtEl>
                                        <p:attrNameLst>
                                          <p:attrName>style.visibility</p:attrName>
                                        </p:attrNameLst>
                                      </p:cBhvr>
                                      <p:to>
                                        <p:strVal val="visible"/>
                                      </p:to>
                                    </p:set>
                                    <p:anim calcmode="lin" valueType="num">
                                      <p:cBhvr>
                                        <p:cTn id="29" dur="500" fill="hold"/>
                                        <p:tgtEl>
                                          <p:spTgt spid="57"/>
                                        </p:tgtEl>
                                        <p:attrNameLst>
                                          <p:attrName>ppt_w</p:attrName>
                                        </p:attrNameLst>
                                      </p:cBhvr>
                                      <p:tavLst>
                                        <p:tav tm="0">
                                          <p:val>
                                            <p:fltVal val="0"/>
                                          </p:val>
                                        </p:tav>
                                        <p:tav tm="100000">
                                          <p:val>
                                            <p:strVal val="#ppt_w"/>
                                          </p:val>
                                        </p:tav>
                                      </p:tavLst>
                                    </p:anim>
                                    <p:anim calcmode="lin" valueType="num">
                                      <p:cBhvr>
                                        <p:cTn id="30" dur="500" fill="hold"/>
                                        <p:tgtEl>
                                          <p:spTgt spid="57"/>
                                        </p:tgtEl>
                                        <p:attrNameLst>
                                          <p:attrName>ppt_h</p:attrName>
                                        </p:attrNameLst>
                                      </p:cBhvr>
                                      <p:tavLst>
                                        <p:tav tm="0">
                                          <p:val>
                                            <p:fltVal val="0"/>
                                          </p:val>
                                        </p:tav>
                                        <p:tav tm="100000">
                                          <p:val>
                                            <p:strVal val="#ppt_h"/>
                                          </p:val>
                                        </p:tav>
                                      </p:tavLst>
                                    </p:anim>
                                    <p:animEffect transition="in" filter="fade">
                                      <p:cBhvr>
                                        <p:cTn id="31" dur="500"/>
                                        <p:tgtEl>
                                          <p:spTgt spid="57"/>
                                        </p:tgtEl>
                                      </p:cBhvr>
                                    </p:animEffect>
                                    <p:anim calcmode="lin" valueType="num">
                                      <p:cBhvr>
                                        <p:cTn id="32" dur="500" fill="hold"/>
                                        <p:tgtEl>
                                          <p:spTgt spid="57"/>
                                        </p:tgtEl>
                                        <p:attrNameLst>
                                          <p:attrName>ppt_x</p:attrName>
                                        </p:attrNameLst>
                                      </p:cBhvr>
                                      <p:tavLst>
                                        <p:tav tm="0">
                                          <p:val>
                                            <p:fltVal val="0.5"/>
                                          </p:val>
                                        </p:tav>
                                        <p:tav tm="100000">
                                          <p:val>
                                            <p:strVal val="#ppt_x"/>
                                          </p:val>
                                        </p:tav>
                                      </p:tavLst>
                                    </p:anim>
                                    <p:anim calcmode="lin" valueType="num">
                                      <p:cBhvr>
                                        <p:cTn id="33" dur="500" fill="hold"/>
                                        <p:tgtEl>
                                          <p:spTgt spid="57"/>
                                        </p:tgtEl>
                                        <p:attrNameLst>
                                          <p:attrName>ppt_y</p:attrName>
                                        </p:attrNameLst>
                                      </p:cBhvr>
                                      <p:tavLst>
                                        <p:tav tm="0">
                                          <p:val>
                                            <p:fltVal val="0.5"/>
                                          </p:val>
                                        </p:tav>
                                        <p:tav tm="100000">
                                          <p:val>
                                            <p:strVal val="#ppt_y"/>
                                          </p:val>
                                        </p:tav>
                                      </p:tavLst>
                                    </p:anim>
                                  </p:childTnLst>
                                </p:cTn>
                              </p:par>
                            </p:childTnLst>
                          </p:cTn>
                        </p:par>
                        <p:par>
                          <p:cTn id="34" fill="hold">
                            <p:stCondLst>
                              <p:cond delay="2000"/>
                            </p:stCondLst>
                            <p:childTnLst>
                              <p:par>
                                <p:cTn id="35" presetID="53" presetClass="entr" presetSubtype="0" fill="hold" nodeType="afterEffect">
                                  <p:childTnLst>
                                    <p:set>
                                      <p:cBhvr>
                                        <p:cTn id="36" dur="1" fill="hold">
                                          <p:stCondLst>
                                            <p:cond delay="0"/>
                                          </p:stCondLst>
                                        </p:cTn>
                                        <p:tgtEl>
                                          <p:spTgt spid="69"/>
                                        </p:tgtEl>
                                        <p:attrNameLst>
                                          <p:attrName>style.visibility</p:attrName>
                                        </p:attrNameLst>
                                      </p:cBhvr>
                                      <p:to>
                                        <p:strVal val="visible"/>
                                      </p:to>
                                    </p:set>
                                    <p:anim calcmode="lin" valueType="num">
                                      <p:cBhvr>
                                        <p:cTn id="37" dur="500" fill="hold"/>
                                        <p:tgtEl>
                                          <p:spTgt spid="69"/>
                                        </p:tgtEl>
                                        <p:attrNameLst>
                                          <p:attrName>ppt_w</p:attrName>
                                        </p:attrNameLst>
                                      </p:cBhvr>
                                      <p:tavLst>
                                        <p:tav tm="0">
                                          <p:val>
                                            <p:fltVal val="0"/>
                                          </p:val>
                                        </p:tav>
                                        <p:tav tm="100000">
                                          <p:val>
                                            <p:strVal val="#ppt_w"/>
                                          </p:val>
                                        </p:tav>
                                      </p:tavLst>
                                    </p:anim>
                                    <p:anim calcmode="lin" valueType="num">
                                      <p:cBhvr>
                                        <p:cTn id="38" dur="500" fill="hold"/>
                                        <p:tgtEl>
                                          <p:spTgt spid="69"/>
                                        </p:tgtEl>
                                        <p:attrNameLst>
                                          <p:attrName>ppt_h</p:attrName>
                                        </p:attrNameLst>
                                      </p:cBhvr>
                                      <p:tavLst>
                                        <p:tav tm="0">
                                          <p:val>
                                            <p:fltVal val="0"/>
                                          </p:val>
                                        </p:tav>
                                        <p:tav tm="100000">
                                          <p:val>
                                            <p:strVal val="#ppt_h"/>
                                          </p:val>
                                        </p:tav>
                                      </p:tavLst>
                                    </p:anim>
                                    <p:animEffect transition="in" filter="fade">
                                      <p:cBhvr>
                                        <p:cTn id="39" dur="500"/>
                                        <p:tgtEl>
                                          <p:spTgt spid="69"/>
                                        </p:tgtEl>
                                      </p:cBhvr>
                                    </p:animEffect>
                                    <p:anim calcmode="lin" valueType="num">
                                      <p:cBhvr>
                                        <p:cTn id="40" dur="500" fill="hold"/>
                                        <p:tgtEl>
                                          <p:spTgt spid="69"/>
                                        </p:tgtEl>
                                        <p:attrNameLst>
                                          <p:attrName>ppt_x</p:attrName>
                                        </p:attrNameLst>
                                      </p:cBhvr>
                                      <p:tavLst>
                                        <p:tav tm="0">
                                          <p:val>
                                            <p:fltVal val="0.5"/>
                                          </p:val>
                                        </p:tav>
                                        <p:tav tm="100000">
                                          <p:val>
                                            <p:strVal val="#ppt_x"/>
                                          </p:val>
                                        </p:tav>
                                      </p:tavLst>
                                    </p:anim>
                                    <p:anim calcmode="lin" valueType="num">
                                      <p:cBhvr>
                                        <p:cTn id="41" dur="500" fill="hold"/>
                                        <p:tgtEl>
                                          <p:spTgt spid="69"/>
                                        </p:tgtEl>
                                        <p:attrNameLst>
                                          <p:attrName>ppt_y</p:attrName>
                                        </p:attrNameLst>
                                      </p:cBhvr>
                                      <p:tavLst>
                                        <p:tav tm="0">
                                          <p:val>
                                            <p:fltVal val="0.5"/>
                                          </p:val>
                                        </p:tav>
                                        <p:tav tm="100000">
                                          <p:val>
                                            <p:strVal val="#ppt_y"/>
                                          </p:val>
                                        </p:tav>
                                      </p:tavLst>
                                    </p:anim>
                                  </p:childTnLst>
                                </p:cTn>
                              </p:par>
                            </p:childTnLst>
                          </p:cTn>
                        </p:par>
                        <p:par>
                          <p:cTn id="42" fill="hold">
                            <p:stCondLst>
                              <p:cond delay="2500"/>
                            </p:stCondLst>
                            <p:childTnLst>
                              <p:par>
                                <p:cTn id="43" presetID="53" presetClass="entr" presetSubtype="0" fill="hold" nodeType="afterEffect">
                                  <p:childTnLst>
                                    <p:set>
                                      <p:cBhvr>
                                        <p:cTn id="44" dur="1" fill="hold">
                                          <p:stCondLst>
                                            <p:cond delay="0"/>
                                          </p:stCondLst>
                                        </p:cTn>
                                        <p:tgtEl>
                                          <p:spTgt spid="61"/>
                                        </p:tgtEl>
                                        <p:attrNameLst>
                                          <p:attrName>style.visibility</p:attrName>
                                        </p:attrNameLst>
                                      </p:cBhvr>
                                      <p:to>
                                        <p:strVal val="visible"/>
                                      </p:to>
                                    </p:set>
                                    <p:anim calcmode="lin" valueType="num">
                                      <p:cBhvr>
                                        <p:cTn id="45" dur="500" fill="hold"/>
                                        <p:tgtEl>
                                          <p:spTgt spid="61"/>
                                        </p:tgtEl>
                                        <p:attrNameLst>
                                          <p:attrName>ppt_w</p:attrName>
                                        </p:attrNameLst>
                                      </p:cBhvr>
                                      <p:tavLst>
                                        <p:tav tm="0">
                                          <p:val>
                                            <p:fltVal val="0"/>
                                          </p:val>
                                        </p:tav>
                                        <p:tav tm="100000">
                                          <p:val>
                                            <p:strVal val="#ppt_w"/>
                                          </p:val>
                                        </p:tav>
                                      </p:tavLst>
                                    </p:anim>
                                    <p:anim calcmode="lin" valueType="num">
                                      <p:cBhvr>
                                        <p:cTn id="46" dur="500" fill="hold"/>
                                        <p:tgtEl>
                                          <p:spTgt spid="61"/>
                                        </p:tgtEl>
                                        <p:attrNameLst>
                                          <p:attrName>ppt_h</p:attrName>
                                        </p:attrNameLst>
                                      </p:cBhvr>
                                      <p:tavLst>
                                        <p:tav tm="0">
                                          <p:val>
                                            <p:fltVal val="0"/>
                                          </p:val>
                                        </p:tav>
                                        <p:tav tm="100000">
                                          <p:val>
                                            <p:strVal val="#ppt_h"/>
                                          </p:val>
                                        </p:tav>
                                      </p:tavLst>
                                    </p:anim>
                                    <p:animEffect transition="in" filter="fade">
                                      <p:cBhvr>
                                        <p:cTn id="47" dur="500"/>
                                        <p:tgtEl>
                                          <p:spTgt spid="61"/>
                                        </p:tgtEl>
                                      </p:cBhvr>
                                    </p:animEffect>
                                    <p:anim calcmode="lin" valueType="num">
                                      <p:cBhvr>
                                        <p:cTn id="48" dur="500" fill="hold"/>
                                        <p:tgtEl>
                                          <p:spTgt spid="61"/>
                                        </p:tgtEl>
                                        <p:attrNameLst>
                                          <p:attrName>ppt_x</p:attrName>
                                        </p:attrNameLst>
                                      </p:cBhvr>
                                      <p:tavLst>
                                        <p:tav tm="0">
                                          <p:val>
                                            <p:fltVal val="0.5"/>
                                          </p:val>
                                        </p:tav>
                                        <p:tav tm="100000">
                                          <p:val>
                                            <p:strVal val="#ppt_x"/>
                                          </p:val>
                                        </p:tav>
                                      </p:tavLst>
                                    </p:anim>
                                    <p:anim calcmode="lin" valueType="num">
                                      <p:cBhvr>
                                        <p:cTn id="49" dur="500" fill="hold"/>
                                        <p:tgtEl>
                                          <p:spTgt spid="61"/>
                                        </p:tgtEl>
                                        <p:attrNameLst>
                                          <p:attrName>ppt_y</p:attrName>
                                        </p:attrNameLst>
                                      </p:cBhvr>
                                      <p:tavLst>
                                        <p:tav tm="0">
                                          <p:val>
                                            <p:fltVal val="0.5"/>
                                          </p:val>
                                        </p:tav>
                                        <p:tav tm="100000">
                                          <p:val>
                                            <p:strVal val="#ppt_y"/>
                                          </p:val>
                                        </p:tav>
                                      </p:tavLst>
                                    </p:anim>
                                  </p:childTnLst>
                                </p:cTn>
                              </p:par>
                            </p:childTnLst>
                          </p:cTn>
                        </p:par>
                        <p:par>
                          <p:cTn id="50" fill="hold">
                            <p:stCondLst>
                              <p:cond delay="3000"/>
                            </p:stCondLst>
                            <p:childTnLst>
                              <p:par>
                                <p:cTn id="51" presetID="53" presetClass="entr" presetSubtype="0" fill="hold" nodeType="afterEffect">
                                  <p:childTnLst>
                                    <p:set>
                                      <p:cBhvr>
                                        <p:cTn id="52" dur="1" fill="hold">
                                          <p:stCondLst>
                                            <p:cond delay="0"/>
                                          </p:stCondLst>
                                        </p:cTn>
                                        <p:tgtEl>
                                          <p:spTgt spid="73"/>
                                        </p:tgtEl>
                                        <p:attrNameLst>
                                          <p:attrName>style.visibility</p:attrName>
                                        </p:attrNameLst>
                                      </p:cBhvr>
                                      <p:to>
                                        <p:strVal val="visible"/>
                                      </p:to>
                                    </p:set>
                                    <p:anim calcmode="lin" valueType="num">
                                      <p:cBhvr>
                                        <p:cTn id="53" dur="500" fill="hold"/>
                                        <p:tgtEl>
                                          <p:spTgt spid="73"/>
                                        </p:tgtEl>
                                        <p:attrNameLst>
                                          <p:attrName>ppt_w</p:attrName>
                                        </p:attrNameLst>
                                      </p:cBhvr>
                                      <p:tavLst>
                                        <p:tav tm="0">
                                          <p:val>
                                            <p:fltVal val="0"/>
                                          </p:val>
                                        </p:tav>
                                        <p:tav tm="100000">
                                          <p:val>
                                            <p:strVal val="#ppt_w"/>
                                          </p:val>
                                        </p:tav>
                                      </p:tavLst>
                                    </p:anim>
                                    <p:anim calcmode="lin" valueType="num">
                                      <p:cBhvr>
                                        <p:cTn id="54" dur="500" fill="hold"/>
                                        <p:tgtEl>
                                          <p:spTgt spid="73"/>
                                        </p:tgtEl>
                                        <p:attrNameLst>
                                          <p:attrName>ppt_h</p:attrName>
                                        </p:attrNameLst>
                                      </p:cBhvr>
                                      <p:tavLst>
                                        <p:tav tm="0">
                                          <p:val>
                                            <p:fltVal val="0"/>
                                          </p:val>
                                        </p:tav>
                                        <p:tav tm="100000">
                                          <p:val>
                                            <p:strVal val="#ppt_h"/>
                                          </p:val>
                                        </p:tav>
                                      </p:tavLst>
                                    </p:anim>
                                    <p:animEffect transition="in" filter="fade">
                                      <p:cBhvr>
                                        <p:cTn id="55" dur="500"/>
                                        <p:tgtEl>
                                          <p:spTgt spid="73"/>
                                        </p:tgtEl>
                                      </p:cBhvr>
                                    </p:animEffect>
                                    <p:anim calcmode="lin" valueType="num">
                                      <p:cBhvr>
                                        <p:cTn id="56" dur="500" fill="hold"/>
                                        <p:tgtEl>
                                          <p:spTgt spid="73"/>
                                        </p:tgtEl>
                                        <p:attrNameLst>
                                          <p:attrName>ppt_x</p:attrName>
                                        </p:attrNameLst>
                                      </p:cBhvr>
                                      <p:tavLst>
                                        <p:tav tm="0">
                                          <p:val>
                                            <p:fltVal val="0.5"/>
                                          </p:val>
                                        </p:tav>
                                        <p:tav tm="100000">
                                          <p:val>
                                            <p:strVal val="#ppt_x"/>
                                          </p:val>
                                        </p:tav>
                                      </p:tavLst>
                                    </p:anim>
                                    <p:anim calcmode="lin" valueType="num">
                                      <p:cBhvr>
                                        <p:cTn id="57" dur="500" fill="hold"/>
                                        <p:tgtEl>
                                          <p:spTgt spid="73"/>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公司前景</a:t>
            </a:r>
          </a:p>
        </p:txBody>
      </p:sp>
      <p:sp>
        <p:nvSpPr>
          <p:cNvPr id="3" name="矩形 2"/>
          <p:cNvSpPr/>
          <p:nvPr/>
        </p:nvSpPr>
        <p:spPr>
          <a:xfrm>
            <a:off x="2699656" y="2940341"/>
            <a:ext cx="6792686" cy="323668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114261" y="2597426"/>
            <a:ext cx="5936974" cy="3922644"/>
          </a:xfrm>
          <a:prstGeom prst="rect">
            <a:avLst/>
          </a:prstGeom>
        </p:spPr>
      </p:pic>
      <p:sp>
        <p:nvSpPr>
          <p:cNvPr id="5" name="矩形 4"/>
          <p:cNvSpPr/>
          <p:nvPr/>
        </p:nvSpPr>
        <p:spPr>
          <a:xfrm>
            <a:off x="0" y="4582507"/>
            <a:ext cx="12192000" cy="1611085"/>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4702628" y="1044622"/>
            <a:ext cx="2786743" cy="707886"/>
          </a:xfrm>
          <a:prstGeom prst="rect">
            <a:avLst/>
          </a:prstGeom>
          <a:noFill/>
        </p:spPr>
        <p:txBody>
          <a:bodyPr wrap="square" rtlCol="0">
            <a:spAutoFit/>
          </a:bodyPr>
          <a:lstStyle/>
          <a:p>
            <a:pPr algn="ctr"/>
            <a:r>
              <a:rPr lang="zh-CN" altLang="en-US" sz="4000"/>
              <a:t>关键词</a:t>
            </a:r>
          </a:p>
        </p:txBody>
      </p:sp>
      <p:sp>
        <p:nvSpPr>
          <p:cNvPr id="7" name="文本框 6"/>
          <p:cNvSpPr txBox="1"/>
          <p:nvPr/>
        </p:nvSpPr>
        <p:spPr>
          <a:xfrm>
            <a:off x="4702628" y="1752508"/>
            <a:ext cx="2786743" cy="461665"/>
          </a:xfrm>
          <a:prstGeom prst="rect">
            <a:avLst/>
          </a:prstGeom>
          <a:noFill/>
        </p:spPr>
        <p:txBody>
          <a:bodyPr wrap="square" rtlCol="0">
            <a:spAutoFit/>
          </a:bodyPr>
          <a:lstStyle/>
          <a:p>
            <a:pPr algn="ctr"/>
            <a:r>
              <a:rPr lang="zh-CN" altLang="en-US" sz="2400"/>
              <a:t>关键词的简单描述</a:t>
            </a:r>
          </a:p>
        </p:txBody>
      </p:sp>
      <p:sp>
        <p:nvSpPr>
          <p:cNvPr id="8" name="文本框 7"/>
          <p:cNvSpPr txBox="1"/>
          <p:nvPr/>
        </p:nvSpPr>
        <p:spPr>
          <a:xfrm>
            <a:off x="1507386" y="5061751"/>
            <a:ext cx="1901156" cy="400110"/>
          </a:xfrm>
          <a:prstGeom prst="rect">
            <a:avLst/>
          </a:prstGeom>
          <a:noFill/>
        </p:spPr>
        <p:txBody>
          <a:bodyPr wrap="square" rtlCol="0">
            <a:spAutoFit/>
          </a:bodyPr>
          <a:lstStyle/>
          <a:p>
            <a:pPr algn="ctr"/>
            <a:r>
              <a:rPr lang="zh-CN" altLang="en-US" sz="2000">
                <a:solidFill>
                  <a:schemeClr val="bg1"/>
                </a:solidFill>
              </a:rPr>
              <a:t>在此输入内容</a:t>
            </a:r>
          </a:p>
        </p:txBody>
      </p:sp>
      <p:sp>
        <p:nvSpPr>
          <p:cNvPr id="9" name="文本框 8"/>
          <p:cNvSpPr txBox="1"/>
          <p:nvPr/>
        </p:nvSpPr>
        <p:spPr>
          <a:xfrm>
            <a:off x="3299900" y="5061751"/>
            <a:ext cx="1901156" cy="400110"/>
          </a:xfrm>
          <a:prstGeom prst="rect">
            <a:avLst/>
          </a:prstGeom>
          <a:noFill/>
        </p:spPr>
        <p:txBody>
          <a:bodyPr wrap="square" rtlCol="0">
            <a:spAutoFit/>
          </a:bodyPr>
          <a:lstStyle/>
          <a:p>
            <a:pPr algn="ctr"/>
            <a:r>
              <a:rPr lang="zh-CN" altLang="en-US" sz="2000">
                <a:solidFill>
                  <a:schemeClr val="bg1"/>
                </a:solidFill>
              </a:rPr>
              <a:t>在此输入内容</a:t>
            </a:r>
          </a:p>
        </p:txBody>
      </p:sp>
      <p:sp>
        <p:nvSpPr>
          <p:cNvPr id="10" name="文本框 9"/>
          <p:cNvSpPr txBox="1"/>
          <p:nvPr/>
        </p:nvSpPr>
        <p:spPr>
          <a:xfrm>
            <a:off x="5092414" y="5061751"/>
            <a:ext cx="1901156" cy="400110"/>
          </a:xfrm>
          <a:prstGeom prst="rect">
            <a:avLst/>
          </a:prstGeom>
          <a:noFill/>
        </p:spPr>
        <p:txBody>
          <a:bodyPr wrap="square" rtlCol="0">
            <a:spAutoFit/>
          </a:bodyPr>
          <a:lstStyle/>
          <a:p>
            <a:pPr algn="ctr"/>
            <a:r>
              <a:rPr lang="zh-CN" altLang="en-US" sz="2000">
                <a:solidFill>
                  <a:schemeClr val="bg1"/>
                </a:solidFill>
              </a:rPr>
              <a:t>在此输入内容</a:t>
            </a:r>
          </a:p>
        </p:txBody>
      </p:sp>
      <p:sp>
        <p:nvSpPr>
          <p:cNvPr id="11" name="文本框 10"/>
          <p:cNvSpPr txBox="1"/>
          <p:nvPr/>
        </p:nvSpPr>
        <p:spPr>
          <a:xfrm>
            <a:off x="6884928" y="5061751"/>
            <a:ext cx="1901156" cy="400110"/>
          </a:xfrm>
          <a:prstGeom prst="rect">
            <a:avLst/>
          </a:prstGeom>
          <a:noFill/>
        </p:spPr>
        <p:txBody>
          <a:bodyPr wrap="square" rtlCol="0">
            <a:spAutoFit/>
          </a:bodyPr>
          <a:lstStyle/>
          <a:p>
            <a:pPr algn="ctr"/>
            <a:r>
              <a:rPr lang="zh-CN" altLang="en-US" sz="2000">
                <a:solidFill>
                  <a:schemeClr val="bg1"/>
                </a:solidFill>
              </a:rPr>
              <a:t>在此输入内容</a:t>
            </a:r>
          </a:p>
        </p:txBody>
      </p:sp>
      <p:sp>
        <p:nvSpPr>
          <p:cNvPr id="12" name="文本框 11"/>
          <p:cNvSpPr txBox="1"/>
          <p:nvPr/>
        </p:nvSpPr>
        <p:spPr>
          <a:xfrm>
            <a:off x="8677442" y="5061751"/>
            <a:ext cx="1901156" cy="400110"/>
          </a:xfrm>
          <a:prstGeom prst="rect">
            <a:avLst/>
          </a:prstGeom>
          <a:noFill/>
        </p:spPr>
        <p:txBody>
          <a:bodyPr wrap="square" rtlCol="0">
            <a:spAutoFit/>
          </a:bodyPr>
          <a:lstStyle/>
          <a:p>
            <a:pPr algn="ctr"/>
            <a:r>
              <a:rPr lang="zh-CN" altLang="en-US" sz="2000">
                <a:solidFill>
                  <a:schemeClr val="bg1"/>
                </a:solidFill>
              </a:rPr>
              <a:t>在此输入内容</a:t>
            </a:r>
          </a:p>
        </p:txBody>
      </p:sp>
      <p:sp>
        <p:nvSpPr>
          <p:cNvPr id="13" name="文本框 12"/>
          <p:cNvSpPr txBox="1"/>
          <p:nvPr/>
        </p:nvSpPr>
        <p:spPr>
          <a:xfrm>
            <a:off x="1608878" y="5523416"/>
            <a:ext cx="1698171" cy="307777"/>
          </a:xfrm>
          <a:prstGeom prst="rect">
            <a:avLst/>
          </a:prstGeom>
          <a:noFill/>
        </p:spPr>
        <p:txBody>
          <a:bodyPr wrap="square" rtlCol="0">
            <a:spAutoFit/>
          </a:bodyPr>
          <a:lstStyle/>
          <a:p>
            <a:pPr algn="ctr"/>
            <a:r>
              <a:rPr lang="en-US" altLang="zh-CN" sz="1400" dirty="0">
                <a:solidFill>
                  <a:schemeClr val="bg1"/>
                </a:solidFill>
              </a:rPr>
              <a:t>ENGLISH</a:t>
            </a:r>
            <a:endParaRPr lang="zh-CN" altLang="en-US" sz="1400">
              <a:solidFill>
                <a:schemeClr val="bg1"/>
              </a:solidFill>
            </a:endParaRPr>
          </a:p>
        </p:txBody>
      </p:sp>
      <p:sp>
        <p:nvSpPr>
          <p:cNvPr id="14" name="文本框 13"/>
          <p:cNvSpPr txBox="1"/>
          <p:nvPr/>
        </p:nvSpPr>
        <p:spPr>
          <a:xfrm>
            <a:off x="3401392" y="5523416"/>
            <a:ext cx="1698171" cy="307777"/>
          </a:xfrm>
          <a:prstGeom prst="rect">
            <a:avLst/>
          </a:prstGeom>
          <a:noFill/>
        </p:spPr>
        <p:txBody>
          <a:bodyPr wrap="square" rtlCol="0">
            <a:spAutoFit/>
          </a:bodyPr>
          <a:lstStyle/>
          <a:p>
            <a:pPr algn="ctr"/>
            <a:r>
              <a:rPr lang="en-US" altLang="zh-CN" sz="1400" dirty="0">
                <a:solidFill>
                  <a:schemeClr val="bg1"/>
                </a:solidFill>
              </a:rPr>
              <a:t>ENGLISH</a:t>
            </a:r>
            <a:endParaRPr lang="zh-CN" altLang="en-US" sz="1400">
              <a:solidFill>
                <a:schemeClr val="bg1"/>
              </a:solidFill>
            </a:endParaRPr>
          </a:p>
        </p:txBody>
      </p:sp>
      <p:sp>
        <p:nvSpPr>
          <p:cNvPr id="15" name="文本框 14"/>
          <p:cNvSpPr txBox="1"/>
          <p:nvPr/>
        </p:nvSpPr>
        <p:spPr>
          <a:xfrm>
            <a:off x="5193906" y="5523416"/>
            <a:ext cx="1698171" cy="307777"/>
          </a:xfrm>
          <a:prstGeom prst="rect">
            <a:avLst/>
          </a:prstGeom>
          <a:noFill/>
        </p:spPr>
        <p:txBody>
          <a:bodyPr wrap="square" rtlCol="0">
            <a:spAutoFit/>
          </a:bodyPr>
          <a:lstStyle/>
          <a:p>
            <a:pPr algn="ctr"/>
            <a:r>
              <a:rPr lang="en-US" altLang="zh-CN" sz="1400" dirty="0">
                <a:solidFill>
                  <a:schemeClr val="bg1"/>
                </a:solidFill>
              </a:rPr>
              <a:t>ENGLISH</a:t>
            </a:r>
            <a:endParaRPr lang="zh-CN" altLang="en-US" sz="1400">
              <a:solidFill>
                <a:schemeClr val="bg1"/>
              </a:solidFill>
            </a:endParaRPr>
          </a:p>
        </p:txBody>
      </p:sp>
      <p:sp>
        <p:nvSpPr>
          <p:cNvPr id="16" name="文本框 15"/>
          <p:cNvSpPr txBox="1"/>
          <p:nvPr/>
        </p:nvSpPr>
        <p:spPr>
          <a:xfrm>
            <a:off x="6986420" y="5523416"/>
            <a:ext cx="1698171" cy="307777"/>
          </a:xfrm>
          <a:prstGeom prst="rect">
            <a:avLst/>
          </a:prstGeom>
          <a:noFill/>
        </p:spPr>
        <p:txBody>
          <a:bodyPr wrap="square" rtlCol="0">
            <a:spAutoFit/>
          </a:bodyPr>
          <a:lstStyle/>
          <a:p>
            <a:pPr algn="ctr"/>
            <a:r>
              <a:rPr lang="en-US" altLang="zh-CN" sz="1400" dirty="0">
                <a:solidFill>
                  <a:schemeClr val="bg1"/>
                </a:solidFill>
              </a:rPr>
              <a:t>ENGLISH</a:t>
            </a:r>
            <a:endParaRPr lang="zh-CN" altLang="en-US" sz="1400">
              <a:solidFill>
                <a:schemeClr val="bg1"/>
              </a:solidFill>
            </a:endParaRPr>
          </a:p>
        </p:txBody>
      </p:sp>
      <p:sp>
        <p:nvSpPr>
          <p:cNvPr id="17" name="文本框 16"/>
          <p:cNvSpPr txBox="1"/>
          <p:nvPr/>
        </p:nvSpPr>
        <p:spPr>
          <a:xfrm>
            <a:off x="8778934" y="5523416"/>
            <a:ext cx="1698171" cy="307777"/>
          </a:xfrm>
          <a:prstGeom prst="rect">
            <a:avLst/>
          </a:prstGeom>
          <a:noFill/>
        </p:spPr>
        <p:txBody>
          <a:bodyPr wrap="square" rtlCol="0">
            <a:spAutoFit/>
          </a:bodyPr>
          <a:lstStyle/>
          <a:p>
            <a:pPr algn="ctr"/>
            <a:r>
              <a:rPr lang="en-US" altLang="zh-CN" sz="1400" dirty="0">
                <a:solidFill>
                  <a:schemeClr val="bg1"/>
                </a:solidFill>
              </a:rPr>
              <a:t>ENGLISH</a:t>
            </a:r>
            <a:endParaRPr lang="zh-CN" altLang="en-US" sz="1400">
              <a:solidFill>
                <a:schemeClr val="bg1"/>
              </a:solidFill>
            </a:endParaRPr>
          </a:p>
        </p:txBody>
      </p:sp>
    </p:spTree>
    <p:extLst>
      <p:ext uri="{BB962C8B-B14F-4D97-AF65-F5344CB8AC3E}">
        <p14:creationId xmlns:p14="http://schemas.microsoft.com/office/powerpoint/2010/main" val="16881993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Tn>
                        </p:par>
                        <p:par>
                          <p:cTn id="5" fill="hold" nodeType="afterGroup">
                            <p:stCondLst>
                              <p:cond delay="0"/>
                            </p:stCondLst>
                            <p:childTnLst>
                              <p:par>
                                <p:cTn id="6" presetID="53" presetClass="entr" presetSubtype="0" fill="hold" nodeType="afterEffect">
                                  <p:childTnLst>
                                    <p:set>
                                      <p:cBhvr>
                                        <p:cTn id="7" dur="1" fill="hold">
                                          <p:stCondLst>
                                            <p:cond delay="0"/>
                                          </p:stCondLst>
                                        </p:cTn>
                                        <p:tgtEl>
                                          <p:spTgt spid="4"/>
                                        </p:tgtEl>
                                        <p:attrNameLst>
                                          <p:attrName>style.visibility</p:attrName>
                                        </p:attrNameLst>
                                      </p:cBhvr>
                                      <p:to>
                                        <p:strVal val="visible"/>
                                      </p:to>
                                    </p:set>
                                    <p:anim calcmode="lin" valueType="num">
                                      <p:cBhvr>
                                        <p:cTn id="8" dur="500" fill="hold"/>
                                        <p:tgtEl>
                                          <p:spTgt spid="4"/>
                                        </p:tgtEl>
                                        <p:attrNameLst>
                                          <p:attrName>ppt_w</p:attrName>
                                        </p:attrNameLst>
                                      </p:cBhvr>
                                      <p:tavLst>
                                        <p:tav tm="0">
                                          <p:val>
                                            <p:fltVal val="0"/>
                                          </p:val>
                                        </p:tav>
                                        <p:tav tm="100000">
                                          <p:val>
                                            <p:strVal val="#ppt_w"/>
                                          </p:val>
                                        </p:tav>
                                      </p:tavLst>
                                    </p:anim>
                                    <p:anim calcmode="lin" valueType="num">
                                      <p:cBhvr>
                                        <p:cTn id="9" dur="500" fill="hold"/>
                                        <p:tgtEl>
                                          <p:spTgt spid="4"/>
                                        </p:tgtEl>
                                        <p:attrNameLst>
                                          <p:attrName>ppt_h</p:attrName>
                                        </p:attrNameLst>
                                      </p:cBhvr>
                                      <p:tavLst>
                                        <p:tav tm="0">
                                          <p:val>
                                            <p:fltVal val="0"/>
                                          </p:val>
                                        </p:tav>
                                        <p:tav tm="100000">
                                          <p:val>
                                            <p:strVal val="#ppt_h"/>
                                          </p:val>
                                        </p:tav>
                                      </p:tavLst>
                                    </p:anim>
                                    <p:animEffect transition="in" filter="fade">
                                      <p:cBhvr>
                                        <p:cTn id="10" dur="500"/>
                                        <p:tgtEl>
                                          <p:spTgt spid="4"/>
                                        </p:tgtEl>
                                      </p:cBhvr>
                                    </p:animEffect>
                                  </p:childTnLst>
                                </p:cTn>
                              </p:par>
                              <p:par>
                                <p:cTn id="11" presetID="53" presetClass="entr" presetSubtype="0" fill="hold" grpId="0" nodeType="withEffec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par>
                          <p:cTn id="16" fill="hold" nodeType="withGroup">
                            <p:stCondLst>
                              <p:cond delay="500"/>
                            </p:stCondLst>
                            <p:childTnLst>
                              <p:par>
                                <p:cTn id="17" presetID="47" presetClass="entr" presetSubtype="0" fill="hold" grpId="2" nodeType="afterEffec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anim calcmode="lin" valueType="num">
                                      <p:cBhvr>
                                        <p:cTn id="20" dur="500" fill="hold"/>
                                        <p:tgtEl>
                                          <p:spTgt spid="6"/>
                                        </p:tgtEl>
                                        <p:attrNameLst>
                                          <p:attrName>ppt_x</p:attrName>
                                        </p:attrNameLst>
                                      </p:cBhvr>
                                      <p:tavLst>
                                        <p:tav tm="0">
                                          <p:val>
                                            <p:strVal val="#ppt_x"/>
                                          </p:val>
                                        </p:tav>
                                        <p:tav tm="100000">
                                          <p:val>
                                            <p:strVal val="#ppt_x"/>
                                          </p:val>
                                        </p:tav>
                                      </p:tavLst>
                                    </p:anim>
                                    <p:anim calcmode="lin" valueType="num">
                                      <p:cBhvr>
                                        <p:cTn id="21" dur="500" fill="hold"/>
                                        <p:tgtEl>
                                          <p:spTgt spid="6"/>
                                        </p:tgtEl>
                                        <p:attrNameLst>
                                          <p:attrName>ppt_y</p:attrName>
                                        </p:attrNameLst>
                                      </p:cBhvr>
                                      <p:tavLst>
                                        <p:tav tm="0">
                                          <p:val>
                                            <p:strVal val="#ppt_y-.1"/>
                                          </p:val>
                                        </p:tav>
                                        <p:tav tm="100000">
                                          <p:val>
                                            <p:strVal val="#ppt_y"/>
                                          </p:val>
                                        </p:tav>
                                      </p:tavLst>
                                    </p:anim>
                                  </p:childTnLst>
                                </p:cTn>
                              </p:par>
                              <p:par>
                                <p:cTn id="22" presetID="42" presetClass="entr" presetSubtype="0" fill="hold" grpId="3" nodeType="withEffec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anim calcmode="lin" valueType="num">
                                      <p:cBhvr>
                                        <p:cTn id="25" dur="500" fill="hold"/>
                                        <p:tgtEl>
                                          <p:spTgt spid="7"/>
                                        </p:tgtEl>
                                        <p:attrNameLst>
                                          <p:attrName>ppt_x</p:attrName>
                                        </p:attrNameLst>
                                      </p:cBhvr>
                                      <p:tavLst>
                                        <p:tav tm="0">
                                          <p:val>
                                            <p:strVal val="#ppt_x"/>
                                          </p:val>
                                        </p:tav>
                                        <p:tav tm="100000">
                                          <p:val>
                                            <p:strVal val="#ppt_x"/>
                                          </p:val>
                                        </p:tav>
                                      </p:tavLst>
                                    </p:anim>
                                    <p:anim calcmode="lin" valueType="num">
                                      <p:cBhvr>
                                        <p:cTn id="26" dur="500" fill="hold"/>
                                        <p:tgtEl>
                                          <p:spTgt spid="7"/>
                                        </p:tgtEl>
                                        <p:attrNameLst>
                                          <p:attrName>ppt_y</p:attrName>
                                        </p:attrNameLst>
                                      </p:cBhvr>
                                      <p:tavLst>
                                        <p:tav tm="0">
                                          <p:val>
                                            <p:strVal val="#ppt_y+.1"/>
                                          </p:val>
                                        </p:tav>
                                        <p:tav tm="100000">
                                          <p:val>
                                            <p:strVal val="#ppt_y"/>
                                          </p:val>
                                        </p:tav>
                                      </p:tavLst>
                                    </p:anim>
                                  </p:childTnLst>
                                </p:cTn>
                              </p:par>
                            </p:childTnLst>
                          </p:cTn>
                        </p:par>
                        <p:par>
                          <p:cTn id="27" fill="hold" nodeType="withGroup">
                            <p:stCondLst>
                              <p:cond delay="1000"/>
                            </p:stCondLst>
                            <p:childTnLst>
                              <p:par>
                                <p:cTn id="28" presetID="22" presetClass="entr" presetSubtype="8" fill="hold" grpId="1" nodeType="afterEffect">
                                  <p:childTnLst>
                                    <p:set>
                                      <p:cBhvr>
                                        <p:cTn id="29" dur="1" fill="hold">
                                          <p:stCondLst>
                                            <p:cond delay="0"/>
                                          </p:stCondLst>
                                        </p:cTn>
                                        <p:tgtEl>
                                          <p:spTgt spid="5"/>
                                        </p:tgtEl>
                                        <p:attrNameLst>
                                          <p:attrName>style.visibility</p:attrName>
                                        </p:attrNameLst>
                                      </p:cBhvr>
                                      <p:to>
                                        <p:strVal val="visible"/>
                                      </p:to>
                                    </p:set>
                                    <p:animEffect transition="in" filter="wipe(left)">
                                      <p:cBhvr>
                                        <p:cTn id="30" dur="500"/>
                                        <p:tgtEl>
                                          <p:spTgt spid="5"/>
                                        </p:tgtEl>
                                      </p:cBhvr>
                                    </p:animEffect>
                                  </p:childTnLst>
                                </p:cTn>
                              </p:par>
                            </p:childTnLst>
                          </p:cTn>
                        </p:par>
                        <p:par>
                          <p:cTn id="31" fill="hold" nodeType="withGroup">
                            <p:stCondLst>
                              <p:cond delay="1500"/>
                            </p:stCondLst>
                            <p:childTnLst>
                              <p:par>
                                <p:cTn id="32" presetID="10" presetClass="entr" presetSubtype="0" fill="hold" grpId="4" nodeType="afterEffec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par>
                                <p:cTn id="35" presetID="10" presetClass="entr" presetSubtype="0" fill="hold" grpId="9" nodeType="withEffec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par>
                          <p:cTn id="38" fill="hold" nodeType="withGroup">
                            <p:stCondLst>
                              <p:cond delay="2250"/>
                            </p:stCondLst>
                            <p:childTnLst>
                              <p:par>
                                <p:cTn id="39" presetID="10" presetClass="entr" presetSubtype="0" fill="hold" grpId="5" nodeType="afterEffec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childTnLst>
                                </p:cTn>
                              </p:par>
                              <p:par>
                                <p:cTn id="42" presetID="10" presetClass="entr" presetSubtype="0" fill="hold" grpId="10" nodeType="withEffec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par>
                          <p:cTn id="45" fill="hold" nodeType="withGroup">
                            <p:stCondLst>
                              <p:cond delay="3000"/>
                            </p:stCondLst>
                            <p:childTnLst>
                              <p:par>
                                <p:cTn id="46" presetID="10" presetClass="entr" presetSubtype="0" fill="hold" grpId="6" nodeType="afterEffect">
                                  <p:childTnLst>
                                    <p:set>
                                      <p:cBhvr>
                                        <p:cTn id="47" dur="1" fill="hold">
                                          <p:stCondLst>
                                            <p:cond delay="0"/>
                                          </p:stCondLst>
                                        </p:cTn>
                                        <p:tgtEl>
                                          <p:spTgt spid="10"/>
                                        </p:tgtEl>
                                        <p:attrNameLst>
                                          <p:attrName>style.visibility</p:attrName>
                                        </p:attrNameLst>
                                      </p:cBhvr>
                                      <p:to>
                                        <p:strVal val="visible"/>
                                      </p:to>
                                    </p:set>
                                    <p:animEffect transition="in" filter="fade">
                                      <p:cBhvr>
                                        <p:cTn id="48" dur="500"/>
                                        <p:tgtEl>
                                          <p:spTgt spid="10"/>
                                        </p:tgtEl>
                                      </p:cBhvr>
                                    </p:animEffect>
                                  </p:childTnLst>
                                </p:cTn>
                              </p:par>
                              <p:par>
                                <p:cTn id="49" presetID="10" presetClass="entr" presetSubtype="0" fill="hold" grpId="11" nodeType="withEffect">
                                  <p:childTnLst>
                                    <p:set>
                                      <p:cBhvr>
                                        <p:cTn id="50" dur="1" fill="hold">
                                          <p:stCondLst>
                                            <p:cond delay="0"/>
                                          </p:stCondLst>
                                        </p:cTn>
                                        <p:tgtEl>
                                          <p:spTgt spid="15"/>
                                        </p:tgtEl>
                                        <p:attrNameLst>
                                          <p:attrName>style.visibility</p:attrName>
                                        </p:attrNameLst>
                                      </p:cBhvr>
                                      <p:to>
                                        <p:strVal val="visible"/>
                                      </p:to>
                                    </p:set>
                                    <p:animEffect transition="in" filter="fade">
                                      <p:cBhvr>
                                        <p:cTn id="51" dur="500"/>
                                        <p:tgtEl>
                                          <p:spTgt spid="15"/>
                                        </p:tgtEl>
                                      </p:cBhvr>
                                    </p:animEffect>
                                  </p:childTnLst>
                                </p:cTn>
                              </p:par>
                            </p:childTnLst>
                          </p:cTn>
                        </p:par>
                        <p:par>
                          <p:cTn id="52" fill="hold" nodeType="withGroup">
                            <p:stCondLst>
                              <p:cond delay="3750"/>
                            </p:stCondLst>
                            <p:childTnLst>
                              <p:par>
                                <p:cTn id="53" presetID="10" presetClass="entr" presetSubtype="0" fill="hold" grpId="7" nodeType="afterEffect">
                                  <p:childTnLst>
                                    <p:set>
                                      <p:cBhvr>
                                        <p:cTn id="54" dur="1" fill="hold">
                                          <p:stCondLst>
                                            <p:cond delay="0"/>
                                          </p:stCondLst>
                                        </p:cTn>
                                        <p:tgtEl>
                                          <p:spTgt spid="11"/>
                                        </p:tgtEl>
                                        <p:attrNameLst>
                                          <p:attrName>style.visibility</p:attrName>
                                        </p:attrNameLst>
                                      </p:cBhvr>
                                      <p:to>
                                        <p:strVal val="visible"/>
                                      </p:to>
                                    </p:set>
                                    <p:animEffect transition="in" filter="fade">
                                      <p:cBhvr>
                                        <p:cTn id="55" dur="500"/>
                                        <p:tgtEl>
                                          <p:spTgt spid="11"/>
                                        </p:tgtEl>
                                      </p:cBhvr>
                                    </p:animEffect>
                                  </p:childTnLst>
                                </p:cTn>
                              </p:par>
                              <p:par>
                                <p:cTn id="56" presetID="10" presetClass="entr" presetSubtype="0" fill="hold" grpId="12" nodeType="withEffect">
                                  <p:childTnLst>
                                    <p:set>
                                      <p:cBhvr>
                                        <p:cTn id="57" dur="1" fill="hold">
                                          <p:stCondLst>
                                            <p:cond delay="0"/>
                                          </p:stCondLst>
                                        </p:cTn>
                                        <p:tgtEl>
                                          <p:spTgt spid="16"/>
                                        </p:tgtEl>
                                        <p:attrNameLst>
                                          <p:attrName>style.visibility</p:attrName>
                                        </p:attrNameLst>
                                      </p:cBhvr>
                                      <p:to>
                                        <p:strVal val="visible"/>
                                      </p:to>
                                    </p:set>
                                    <p:animEffect transition="in" filter="fade">
                                      <p:cBhvr>
                                        <p:cTn id="58" dur="500"/>
                                        <p:tgtEl>
                                          <p:spTgt spid="16"/>
                                        </p:tgtEl>
                                      </p:cBhvr>
                                    </p:animEffect>
                                  </p:childTnLst>
                                </p:cTn>
                              </p:par>
                            </p:childTnLst>
                          </p:cTn>
                        </p:par>
                        <p:par>
                          <p:cTn id="59" fill="hold" nodeType="withGroup">
                            <p:stCondLst>
                              <p:cond delay="4500"/>
                            </p:stCondLst>
                            <p:childTnLst>
                              <p:par>
                                <p:cTn id="60" presetID="10" presetClass="entr" presetSubtype="0" fill="hold" grpId="8" nodeType="afterEffect">
                                  <p:childTnLst>
                                    <p:set>
                                      <p:cBhvr>
                                        <p:cTn id="61" dur="1" fill="hold">
                                          <p:stCondLst>
                                            <p:cond delay="0"/>
                                          </p:stCondLst>
                                        </p:cTn>
                                        <p:tgtEl>
                                          <p:spTgt spid="12"/>
                                        </p:tgtEl>
                                        <p:attrNameLst>
                                          <p:attrName>style.visibility</p:attrName>
                                        </p:attrNameLst>
                                      </p:cBhvr>
                                      <p:to>
                                        <p:strVal val="visible"/>
                                      </p:to>
                                    </p:set>
                                    <p:animEffect transition="in" filter="fade">
                                      <p:cBhvr>
                                        <p:cTn id="62" dur="500"/>
                                        <p:tgtEl>
                                          <p:spTgt spid="12"/>
                                        </p:tgtEl>
                                      </p:cBhvr>
                                    </p:animEffect>
                                  </p:childTnLst>
                                </p:cTn>
                              </p:par>
                              <p:par>
                                <p:cTn id="63" presetID="10" presetClass="entr" presetSubtype="0" fill="hold" grpId="13" nodeType="withEffect">
                                  <p:childTnLst>
                                    <p:set>
                                      <p:cBhvr>
                                        <p:cTn id="64" dur="1" fill="hold">
                                          <p:stCondLst>
                                            <p:cond delay="0"/>
                                          </p:stCondLst>
                                        </p:cTn>
                                        <p:tgtEl>
                                          <p:spTgt spid="17"/>
                                        </p:tgtEl>
                                        <p:attrNameLst>
                                          <p:attrName>style.visibility</p:attrName>
                                        </p:attrNameLst>
                                      </p:cBhvr>
                                      <p:to>
                                        <p:strVal val="visible"/>
                                      </p:to>
                                    </p:set>
                                    <p:animEffect transition="in" filter="fade">
                                      <p:cBhvr>
                                        <p:cTn id="6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1" animBg="1"/>
      <p:bldP spid="6" grpId="2"/>
      <p:bldP spid="7" grpId="3"/>
      <p:bldP spid="8" grpId="4"/>
      <p:bldP spid="9" grpId="5"/>
      <p:bldP spid="10" grpId="6"/>
      <p:bldP spid="11" grpId="7"/>
      <p:bldP spid="12" grpId="8"/>
      <p:bldP spid="13" grpId="9"/>
      <p:bldP spid="14" grpId="10"/>
      <p:bldP spid="15" grpId="11"/>
      <p:bldP spid="16" grpId="12"/>
      <p:bldP spid="17" grpId="13"/>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团队介绍</a:t>
            </a:r>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71217" y="2158885"/>
            <a:ext cx="5234332" cy="3274366"/>
          </a:xfrm>
          <a:prstGeom prst="rect">
            <a:avLst/>
          </a:prstGeom>
        </p:spPr>
      </p:pic>
      <p:sp>
        <p:nvSpPr>
          <p:cNvPr id="4" name="矩形 3"/>
          <p:cNvSpPr/>
          <p:nvPr/>
        </p:nvSpPr>
        <p:spPr>
          <a:xfrm>
            <a:off x="5975153" y="2158885"/>
            <a:ext cx="1385537" cy="13855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a:latin typeface="微软雅黑" pitchFamily="34" charset="-122"/>
                <a:ea typeface="微软雅黑" pitchFamily="34" charset="-122"/>
              </a:rPr>
              <a:t>专业</a:t>
            </a:r>
            <a:endParaRPr lang="en-US" altLang="zh-CN" sz="4000" dirty="0">
              <a:latin typeface="微软雅黑" pitchFamily="34" charset="-122"/>
              <a:ea typeface="微软雅黑" pitchFamily="34" charset="-122"/>
            </a:endParaRPr>
          </a:p>
          <a:p>
            <a:pPr algn="ctr"/>
            <a:r>
              <a:rPr lang="en-US" altLang="zh-CN" sz="1400" dirty="0">
                <a:latin typeface="微软雅黑" pitchFamily="34" charset="-122"/>
                <a:ea typeface="微软雅黑" pitchFamily="34" charset="-122"/>
              </a:rPr>
              <a:t>PROFESSION</a:t>
            </a:r>
            <a:endParaRPr lang="zh-CN" altLang="en-US" sz="1400">
              <a:latin typeface="微软雅黑" pitchFamily="34" charset="-122"/>
              <a:ea typeface="微软雅黑" pitchFamily="34" charset="-122"/>
            </a:endParaRPr>
          </a:p>
        </p:txBody>
      </p:sp>
      <p:sp>
        <p:nvSpPr>
          <p:cNvPr id="5" name="矩形 4"/>
          <p:cNvSpPr/>
          <p:nvPr/>
        </p:nvSpPr>
        <p:spPr>
          <a:xfrm>
            <a:off x="10365111" y="2158885"/>
            <a:ext cx="1385537" cy="138553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a:latin typeface="微软雅黑" pitchFamily="34" charset="-122"/>
                <a:ea typeface="微软雅黑" pitchFamily="34" charset="-122"/>
              </a:rPr>
              <a:t>激情</a:t>
            </a:r>
            <a:r>
              <a:rPr lang="en-US" altLang="zh-CN" sz="1400" dirty="0">
                <a:latin typeface="微软雅黑" pitchFamily="34" charset="-122"/>
                <a:ea typeface="微软雅黑" pitchFamily="34" charset="-122"/>
              </a:rPr>
              <a:t>ENTHUSIASM</a:t>
            </a:r>
            <a:endParaRPr lang="zh-CN" altLang="en-US" sz="1400">
              <a:latin typeface="微软雅黑" pitchFamily="34" charset="-122"/>
              <a:ea typeface="微软雅黑" pitchFamily="34" charset="-122"/>
            </a:endParaRPr>
          </a:p>
        </p:txBody>
      </p:sp>
      <p:sp>
        <p:nvSpPr>
          <p:cNvPr id="6" name="矩形 5"/>
          <p:cNvSpPr/>
          <p:nvPr/>
        </p:nvSpPr>
        <p:spPr>
          <a:xfrm>
            <a:off x="7438472" y="2158885"/>
            <a:ext cx="1385537" cy="138553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a:latin typeface="微软雅黑" pitchFamily="34" charset="-122"/>
                <a:ea typeface="微软雅黑" pitchFamily="34" charset="-122"/>
              </a:rPr>
              <a:t>执行</a:t>
            </a:r>
            <a:r>
              <a:rPr lang="en-US" altLang="zh-CN" sz="1400" dirty="0">
                <a:latin typeface="微软雅黑" pitchFamily="34" charset="-122"/>
                <a:ea typeface="微软雅黑" pitchFamily="34" charset="-122"/>
              </a:rPr>
              <a:t>ACTION</a:t>
            </a:r>
            <a:endParaRPr lang="zh-CN" altLang="en-US" sz="1400">
              <a:latin typeface="微软雅黑" pitchFamily="34" charset="-122"/>
              <a:ea typeface="微软雅黑" pitchFamily="34" charset="-122"/>
            </a:endParaRPr>
          </a:p>
        </p:txBody>
      </p:sp>
      <p:sp>
        <p:nvSpPr>
          <p:cNvPr id="7" name="矩形 6"/>
          <p:cNvSpPr/>
          <p:nvPr/>
        </p:nvSpPr>
        <p:spPr>
          <a:xfrm>
            <a:off x="8901791" y="2158885"/>
            <a:ext cx="1385537" cy="13855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a:latin typeface="微软雅黑" pitchFamily="34" charset="-122"/>
                <a:ea typeface="微软雅黑" pitchFamily="34" charset="-122"/>
              </a:rPr>
              <a:t>梦想</a:t>
            </a:r>
            <a:endParaRPr lang="en-US" altLang="zh-CN" sz="4000" dirty="0">
              <a:latin typeface="微软雅黑" pitchFamily="34" charset="-122"/>
              <a:ea typeface="微软雅黑" pitchFamily="34" charset="-122"/>
            </a:endParaRPr>
          </a:p>
          <a:p>
            <a:pPr algn="ctr"/>
            <a:r>
              <a:rPr lang="en-US" altLang="zh-CN" sz="1400" dirty="0">
                <a:latin typeface="微软雅黑" pitchFamily="34" charset="-122"/>
                <a:ea typeface="微软雅黑" pitchFamily="34" charset="-122"/>
              </a:rPr>
              <a:t>DREAM</a:t>
            </a:r>
            <a:endParaRPr lang="zh-CN" altLang="en-US"/>
          </a:p>
        </p:txBody>
      </p:sp>
      <p:sp>
        <p:nvSpPr>
          <p:cNvPr id="8" name="文本框 7"/>
          <p:cNvSpPr txBox="1"/>
          <p:nvPr/>
        </p:nvSpPr>
        <p:spPr>
          <a:xfrm>
            <a:off x="5975152" y="3704573"/>
            <a:ext cx="5775495" cy="1823576"/>
          </a:xfrm>
          <a:prstGeom prst="rect">
            <a:avLst/>
          </a:prstGeom>
          <a:noFill/>
        </p:spPr>
        <p:txBody>
          <a:bodyPr wrap="square" rtlCol="0">
            <a:spAutoFit/>
          </a:bodyPr>
          <a:lstStyle/>
          <a:p>
            <a:pPr>
              <a:lnSpc>
                <a:spcPct val="125000"/>
              </a:lnSpc>
              <a:spcAft>
                <a:spcPts val="600"/>
              </a:spcAft>
            </a:pPr>
            <a:r>
              <a:rPr lang="zh-CN" altLang="en-US">
                <a:latin typeface="微软雅黑" pitchFamily="34" charset="-122"/>
                <a:ea typeface="微软雅黑" pitchFamily="34" charset="-122"/>
              </a:rPr>
              <a:t>在此输入团队的介绍。团队的建立背景（为什么要组建团队、团队的意向和目标等）；团队定位（团队在企业中处于什么位置，由谁选择和决定团队的成员，团队最终应对谁负责）；团队人数和结构；团队之前合作的的案例以及取得的主要成就。</a:t>
            </a:r>
          </a:p>
        </p:txBody>
      </p:sp>
    </p:spTree>
    <p:extLst>
      <p:ext uri="{BB962C8B-B14F-4D97-AF65-F5344CB8AC3E}">
        <p14:creationId xmlns:p14="http://schemas.microsoft.com/office/powerpoint/2010/main" val="5119493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528" fill="hold" grpId="0" nodeType="withEffec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 calcmode="lin" valueType="num">
                                      <p:cBhvr>
                                        <p:cTn id="9" dur="500" fill="hold"/>
                                        <p:tgtEl>
                                          <p:spTgt spid="4"/>
                                        </p:tgtEl>
                                        <p:attrNameLst>
                                          <p:attrName>ppt_x</p:attrName>
                                        </p:attrNameLst>
                                      </p:cBhvr>
                                      <p:tavLst>
                                        <p:tav tm="0">
                                          <p:val>
                                            <p:fltVal val="0.5"/>
                                          </p:val>
                                        </p:tav>
                                        <p:tav tm="100000">
                                          <p:val>
                                            <p:strVal val="#ppt_x"/>
                                          </p:val>
                                        </p:tav>
                                      </p:tavLst>
                                    </p:anim>
                                    <p:anim calcmode="lin" valueType="num">
                                      <p:cBhvr>
                                        <p:cTn id="10" dur="500" fill="hold"/>
                                        <p:tgtEl>
                                          <p:spTgt spid="4"/>
                                        </p:tgtEl>
                                        <p:attrNameLst>
                                          <p:attrName>ppt_y</p:attrName>
                                        </p:attrNameLst>
                                      </p:cBhvr>
                                      <p:tavLst>
                                        <p:tav tm="0">
                                          <p:val>
                                            <p:fltVal val="0.5"/>
                                          </p:val>
                                        </p:tav>
                                        <p:tav tm="100000">
                                          <p:val>
                                            <p:strVal val="#ppt_y"/>
                                          </p:val>
                                        </p:tav>
                                      </p:tavLst>
                                    </p:anim>
                                  </p:childTnLst>
                                </p:cTn>
                              </p:par>
                              <p:par>
                                <p:cTn id="11" presetID="23" presetClass="entr" presetSubtype="528" fill="hold" grpId="2" nodeType="withEffec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 calcmode="lin" valueType="num">
                                      <p:cBhvr>
                                        <p:cTn id="15" dur="500" fill="hold"/>
                                        <p:tgtEl>
                                          <p:spTgt spid="6"/>
                                        </p:tgtEl>
                                        <p:attrNameLst>
                                          <p:attrName>ppt_x</p:attrName>
                                        </p:attrNameLst>
                                      </p:cBhvr>
                                      <p:tavLst>
                                        <p:tav tm="0">
                                          <p:val>
                                            <p:fltVal val="0.5"/>
                                          </p:val>
                                        </p:tav>
                                        <p:tav tm="100000">
                                          <p:val>
                                            <p:strVal val="#ppt_x"/>
                                          </p:val>
                                        </p:tav>
                                      </p:tavLst>
                                    </p:anim>
                                    <p:anim calcmode="lin" valueType="num">
                                      <p:cBhvr>
                                        <p:cTn id="16" dur="500" fill="hold"/>
                                        <p:tgtEl>
                                          <p:spTgt spid="6"/>
                                        </p:tgtEl>
                                        <p:attrNameLst>
                                          <p:attrName>ppt_y</p:attrName>
                                        </p:attrNameLst>
                                      </p:cBhvr>
                                      <p:tavLst>
                                        <p:tav tm="0">
                                          <p:val>
                                            <p:fltVal val="0.5"/>
                                          </p:val>
                                        </p:tav>
                                        <p:tav tm="100000">
                                          <p:val>
                                            <p:strVal val="#ppt_y"/>
                                          </p:val>
                                        </p:tav>
                                      </p:tavLst>
                                    </p:anim>
                                  </p:childTnLst>
                                </p:cTn>
                              </p:par>
                              <p:par>
                                <p:cTn id="17" presetID="23" presetClass="entr" presetSubtype="528" fill="hold" grpId="3" nodeType="withEffec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 calcmode="lin" valueType="num">
                                      <p:cBhvr>
                                        <p:cTn id="21" dur="500" fill="hold"/>
                                        <p:tgtEl>
                                          <p:spTgt spid="7"/>
                                        </p:tgtEl>
                                        <p:attrNameLst>
                                          <p:attrName>ppt_x</p:attrName>
                                        </p:attrNameLst>
                                      </p:cBhvr>
                                      <p:tavLst>
                                        <p:tav tm="0">
                                          <p:val>
                                            <p:fltVal val="0.5"/>
                                          </p:val>
                                        </p:tav>
                                        <p:tav tm="100000">
                                          <p:val>
                                            <p:strVal val="#ppt_x"/>
                                          </p:val>
                                        </p:tav>
                                      </p:tavLst>
                                    </p:anim>
                                    <p:anim calcmode="lin" valueType="num">
                                      <p:cBhvr>
                                        <p:cTn id="22" dur="500" fill="hold"/>
                                        <p:tgtEl>
                                          <p:spTgt spid="7"/>
                                        </p:tgtEl>
                                        <p:attrNameLst>
                                          <p:attrName>ppt_y</p:attrName>
                                        </p:attrNameLst>
                                      </p:cBhvr>
                                      <p:tavLst>
                                        <p:tav tm="0">
                                          <p:val>
                                            <p:fltVal val="0.5"/>
                                          </p:val>
                                        </p:tav>
                                        <p:tav tm="100000">
                                          <p:val>
                                            <p:strVal val="#ppt_y"/>
                                          </p:val>
                                        </p:tav>
                                      </p:tavLst>
                                    </p:anim>
                                  </p:childTnLst>
                                </p:cTn>
                              </p:par>
                              <p:par>
                                <p:cTn id="23" presetID="23" presetClass="entr" presetSubtype="528" fill="hold" grpId="1" nodeType="withEffect">
                                  <p:childTnLst>
                                    <p:set>
                                      <p:cBhvr>
                                        <p:cTn id="24" dur="1" fill="hold">
                                          <p:stCondLst>
                                            <p:cond delay="0"/>
                                          </p:stCondLst>
                                        </p:cTn>
                                        <p:tgtEl>
                                          <p:spTgt spid="5"/>
                                        </p:tgtEl>
                                        <p:attrNameLst>
                                          <p:attrName>style.visibility</p:attrName>
                                        </p:attrNameLst>
                                      </p:cBhvr>
                                      <p:to>
                                        <p:strVal val="visible"/>
                                      </p:to>
                                    </p:set>
                                    <p:anim calcmode="lin" valueType="num">
                                      <p:cBhvr>
                                        <p:cTn id="25" dur="500" fill="hold"/>
                                        <p:tgtEl>
                                          <p:spTgt spid="5"/>
                                        </p:tgtEl>
                                        <p:attrNameLst>
                                          <p:attrName>ppt_w</p:attrName>
                                        </p:attrNameLst>
                                      </p:cBhvr>
                                      <p:tavLst>
                                        <p:tav tm="0">
                                          <p:val>
                                            <p:fltVal val="0"/>
                                          </p:val>
                                        </p:tav>
                                        <p:tav tm="100000">
                                          <p:val>
                                            <p:strVal val="#ppt_w"/>
                                          </p:val>
                                        </p:tav>
                                      </p:tavLst>
                                    </p:anim>
                                    <p:anim calcmode="lin" valueType="num">
                                      <p:cBhvr>
                                        <p:cTn id="26" dur="500" fill="hold"/>
                                        <p:tgtEl>
                                          <p:spTgt spid="5"/>
                                        </p:tgtEl>
                                        <p:attrNameLst>
                                          <p:attrName>ppt_h</p:attrName>
                                        </p:attrNameLst>
                                      </p:cBhvr>
                                      <p:tavLst>
                                        <p:tav tm="0">
                                          <p:val>
                                            <p:fltVal val="0"/>
                                          </p:val>
                                        </p:tav>
                                        <p:tav tm="100000">
                                          <p:val>
                                            <p:strVal val="#ppt_h"/>
                                          </p:val>
                                        </p:tav>
                                      </p:tavLst>
                                    </p:anim>
                                    <p:anim calcmode="lin" valueType="num">
                                      <p:cBhvr>
                                        <p:cTn id="27" dur="500" fill="hold"/>
                                        <p:tgtEl>
                                          <p:spTgt spid="5"/>
                                        </p:tgtEl>
                                        <p:attrNameLst>
                                          <p:attrName>ppt_x</p:attrName>
                                        </p:attrNameLst>
                                      </p:cBhvr>
                                      <p:tavLst>
                                        <p:tav tm="0">
                                          <p:val>
                                            <p:fltVal val="0.5"/>
                                          </p:val>
                                        </p:tav>
                                        <p:tav tm="100000">
                                          <p:val>
                                            <p:strVal val="#ppt_x"/>
                                          </p:val>
                                        </p:tav>
                                      </p:tavLst>
                                    </p:anim>
                                    <p:anim calcmode="lin" valueType="num">
                                      <p:cBhvr>
                                        <p:cTn id="28" dur="500" fill="hold"/>
                                        <p:tgtEl>
                                          <p:spTgt spid="5"/>
                                        </p:tgtEl>
                                        <p:attrNameLst>
                                          <p:attrName>ppt_y</p:attrName>
                                        </p:attrNameLst>
                                      </p:cBhvr>
                                      <p:tavLst>
                                        <p:tav tm="0">
                                          <p:val>
                                            <p:fltVal val="0.5"/>
                                          </p:val>
                                        </p:tav>
                                        <p:tav tm="100000">
                                          <p:val>
                                            <p:strVal val="#ppt_y"/>
                                          </p:val>
                                        </p:tav>
                                      </p:tavLst>
                                    </p:anim>
                                  </p:childTnLst>
                                </p:cTn>
                              </p:par>
                            </p:childTnLst>
                          </p:cTn>
                        </p:par>
                        <p:par>
                          <p:cTn id="29" fill="hold" nodeType="withGroup">
                            <p:stCondLst>
                              <p:cond delay="1250"/>
                            </p:stCondLst>
                            <p:childTnLst>
                              <p:par>
                                <p:cTn id="30" presetID="10" presetClass="entr" presetSubtype="0" fill="hold" grpId="4" nodeType="afterEffect">
                                  <p:iterate type="lt">
                                    <p:tmPct val="3000"/>
                                  </p:iterate>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par>
                          <p:cTn id="33" fill="hold" nodeType="withGroup">
                            <p:stCondLst>
                              <p:cond delay="3355"/>
                            </p:stCondLst>
                            <p:childTnLst>
                              <p:par>
                                <p:cTn id="34" presetID="23" presetClass="entr" presetSubtype="528" fill="hold" nodeType="afterEffect">
                                  <p:childTnLst>
                                    <p:set>
                                      <p:cBhvr>
                                        <p:cTn id="35" dur="1" fill="hold">
                                          <p:stCondLst>
                                            <p:cond delay="0"/>
                                          </p:stCondLst>
                                        </p:cTn>
                                        <p:tgtEl>
                                          <p:spTgt spid="3"/>
                                        </p:tgtEl>
                                        <p:attrNameLst>
                                          <p:attrName>style.visibility</p:attrName>
                                        </p:attrNameLst>
                                      </p:cBhvr>
                                      <p:to>
                                        <p:strVal val="visible"/>
                                      </p:to>
                                    </p:set>
                                    <p:anim calcmode="lin" valueType="num">
                                      <p:cBhvr>
                                        <p:cTn id="36" dur="500" fill="hold"/>
                                        <p:tgtEl>
                                          <p:spTgt spid="3"/>
                                        </p:tgtEl>
                                        <p:attrNameLst>
                                          <p:attrName>ppt_w</p:attrName>
                                        </p:attrNameLst>
                                      </p:cBhvr>
                                      <p:tavLst>
                                        <p:tav tm="0">
                                          <p:val>
                                            <p:fltVal val="0"/>
                                          </p:val>
                                        </p:tav>
                                        <p:tav tm="100000">
                                          <p:val>
                                            <p:strVal val="#ppt_w"/>
                                          </p:val>
                                        </p:tav>
                                      </p:tavLst>
                                    </p:anim>
                                    <p:anim calcmode="lin" valueType="num">
                                      <p:cBhvr>
                                        <p:cTn id="37" dur="500" fill="hold"/>
                                        <p:tgtEl>
                                          <p:spTgt spid="3"/>
                                        </p:tgtEl>
                                        <p:attrNameLst>
                                          <p:attrName>ppt_h</p:attrName>
                                        </p:attrNameLst>
                                      </p:cBhvr>
                                      <p:tavLst>
                                        <p:tav tm="0">
                                          <p:val>
                                            <p:fltVal val="0"/>
                                          </p:val>
                                        </p:tav>
                                        <p:tav tm="100000">
                                          <p:val>
                                            <p:strVal val="#ppt_h"/>
                                          </p:val>
                                        </p:tav>
                                      </p:tavLst>
                                    </p:anim>
                                    <p:anim calcmode="lin" valueType="num">
                                      <p:cBhvr>
                                        <p:cTn id="38" dur="500" fill="hold"/>
                                        <p:tgtEl>
                                          <p:spTgt spid="3"/>
                                        </p:tgtEl>
                                        <p:attrNameLst>
                                          <p:attrName>ppt_x</p:attrName>
                                        </p:attrNameLst>
                                      </p:cBhvr>
                                      <p:tavLst>
                                        <p:tav tm="0">
                                          <p:val>
                                            <p:fltVal val="0.5"/>
                                          </p:val>
                                        </p:tav>
                                        <p:tav tm="100000">
                                          <p:val>
                                            <p:strVal val="#ppt_x"/>
                                          </p:val>
                                        </p:tav>
                                      </p:tavLst>
                                    </p:anim>
                                    <p:anim calcmode="lin" valueType="num">
                                      <p:cBhvr>
                                        <p:cTn id="39" dur="500" fill="hold"/>
                                        <p:tgtEl>
                                          <p:spTgt spid="3"/>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1" animBg="1"/>
      <p:bldP spid="6" grpId="2" animBg="1"/>
      <p:bldP spid="7" grpId="3" animBg="1"/>
      <p:bldP spid="8" grpId="4"/>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V="1">
            <a:off x="0" y="0"/>
            <a:ext cx="12192000" cy="6858000"/>
          </a:xfrm>
          <a:prstGeom prst="rect">
            <a:avLst/>
          </a:prstGeom>
        </p:spPr>
      </p:pic>
      <p:pic>
        <p:nvPicPr>
          <p:cNvPr id="47" name="图片 46"/>
          <p:cNvPicPr>
            <a:picLocks noChangeAspect="1"/>
          </p:cNvPicPr>
          <p:nvPr/>
        </p:nvPicPr>
        <p:blipFill>
          <a:blip r:embed="rId4" cstate="print">
            <a:lum bright="70000" contrast="-70000"/>
            <a:extLst>
              <a:ext uri="{28A0092B-C50C-407E-A947-70E740481C1C}">
                <a14:useLocalDpi xmlns:a14="http://schemas.microsoft.com/office/drawing/2010/main" val="0"/>
              </a:ext>
            </a:extLst>
          </a:blip>
          <a:srcRect/>
          <a:stretch/>
        </p:blipFill>
        <p:spPr>
          <a:xfrm flipH="1">
            <a:off x="4916719" y="941000"/>
            <a:ext cx="2007618" cy="2409143"/>
          </a:xfrm>
          <a:prstGeom prst="rect">
            <a:avLst/>
          </a:prstGeom>
        </p:spPr>
      </p:pic>
      <p:sp>
        <p:nvSpPr>
          <p:cNvPr id="18" name="文本框 17"/>
          <p:cNvSpPr txBox="1"/>
          <p:nvPr/>
        </p:nvSpPr>
        <p:spPr>
          <a:xfrm>
            <a:off x="5642786" y="1776370"/>
            <a:ext cx="1653955" cy="646331"/>
          </a:xfrm>
          <a:prstGeom prst="rect">
            <a:avLst/>
          </a:prstGeom>
          <a:noFill/>
        </p:spPr>
        <p:txBody>
          <a:bodyPr wrap="square" rtlCol="0">
            <a:spAutoFit/>
          </a:bodyPr>
          <a:lstStyle/>
          <a:p>
            <a:r>
              <a:rPr lang="zh-CN" altLang="en-US" sz="3600">
                <a:solidFill>
                  <a:schemeClr val="bg1"/>
                </a:solidFill>
                <a:cs typeface="+mn-ea"/>
                <a:sym typeface="+mn-lt"/>
              </a:rPr>
              <a:t>目录</a:t>
            </a:r>
          </a:p>
        </p:txBody>
      </p:sp>
      <p:sp>
        <p:nvSpPr>
          <p:cNvPr id="28" name="文本框 27"/>
          <p:cNvSpPr txBox="1"/>
          <p:nvPr/>
        </p:nvSpPr>
        <p:spPr>
          <a:xfrm>
            <a:off x="498685" y="5242592"/>
            <a:ext cx="2268669" cy="338554"/>
          </a:xfrm>
          <a:prstGeom prst="rect">
            <a:avLst/>
          </a:prstGeom>
          <a:noFill/>
        </p:spPr>
        <p:txBody>
          <a:bodyPr wrap="square" lIns="0" rIns="0" rtlCol="0">
            <a:spAutoFit/>
          </a:bodyPr>
          <a:lstStyle/>
          <a:p>
            <a:pPr algn="ctr"/>
            <a:r>
              <a:rPr lang="en-US" altLang="zh-CN" sz="1600" dirty="0">
                <a:solidFill>
                  <a:schemeClr val="bg1"/>
                </a:solidFill>
                <a:latin typeface="+mn-ea"/>
                <a:cs typeface="+mn-ea"/>
                <a:sym typeface="+mn-lt"/>
              </a:rPr>
              <a:t>ABOUT US</a:t>
            </a:r>
            <a:endParaRPr lang="zh-CN" altLang="en-US" sz="1600">
              <a:solidFill>
                <a:schemeClr val="bg1"/>
              </a:solidFill>
              <a:latin typeface="+mn-ea"/>
              <a:cs typeface="+mn-ea"/>
              <a:sym typeface="+mn-lt"/>
            </a:endParaRPr>
          </a:p>
        </p:txBody>
      </p:sp>
      <p:sp>
        <p:nvSpPr>
          <p:cNvPr id="29" name="文本框 28"/>
          <p:cNvSpPr txBox="1"/>
          <p:nvPr/>
        </p:nvSpPr>
        <p:spPr>
          <a:xfrm>
            <a:off x="3012139" y="4871226"/>
            <a:ext cx="1704740" cy="461665"/>
          </a:xfrm>
          <a:prstGeom prst="rect">
            <a:avLst/>
          </a:prstGeom>
          <a:noFill/>
        </p:spPr>
        <p:txBody>
          <a:bodyPr wrap="square" lIns="0" rIns="0" rtlCol="0">
            <a:spAutoFit/>
          </a:bodyPr>
          <a:lstStyle/>
          <a:p>
            <a:pPr algn="ctr"/>
            <a:r>
              <a:rPr lang="zh-CN" altLang="en-US" sz="2400">
                <a:solidFill>
                  <a:schemeClr val="bg1"/>
                </a:solidFill>
                <a:cs typeface="+mn-ea"/>
                <a:sym typeface="+mn-lt"/>
              </a:rPr>
              <a:t>企业文化</a:t>
            </a:r>
          </a:p>
        </p:txBody>
      </p:sp>
      <p:sp>
        <p:nvSpPr>
          <p:cNvPr id="30" name="文本框 29"/>
          <p:cNvSpPr txBox="1"/>
          <p:nvPr/>
        </p:nvSpPr>
        <p:spPr>
          <a:xfrm>
            <a:off x="2626591" y="5242592"/>
            <a:ext cx="2268669" cy="338554"/>
          </a:xfrm>
          <a:prstGeom prst="rect">
            <a:avLst/>
          </a:prstGeom>
          <a:noFill/>
        </p:spPr>
        <p:txBody>
          <a:bodyPr wrap="square" lIns="0" rIns="0" rtlCol="0">
            <a:spAutoFit/>
          </a:bodyPr>
          <a:lstStyle/>
          <a:p>
            <a:pPr algn="ctr"/>
            <a:r>
              <a:rPr lang="en-US" altLang="zh-CN" sz="1600" dirty="0">
                <a:solidFill>
                  <a:schemeClr val="bg1"/>
                </a:solidFill>
                <a:latin typeface="+mn-ea"/>
                <a:cs typeface="+mn-ea"/>
                <a:sym typeface="+mn-lt"/>
              </a:rPr>
              <a:t>COMPANY CULTRUE</a:t>
            </a:r>
            <a:endParaRPr lang="zh-CN" altLang="en-US" sz="1600">
              <a:solidFill>
                <a:schemeClr val="bg1"/>
              </a:solidFill>
              <a:latin typeface="+mn-ea"/>
              <a:cs typeface="+mn-ea"/>
              <a:sym typeface="+mn-lt"/>
            </a:endParaRPr>
          </a:p>
        </p:txBody>
      </p:sp>
      <p:sp>
        <p:nvSpPr>
          <p:cNvPr id="31" name="文本框 30"/>
          <p:cNvSpPr txBox="1"/>
          <p:nvPr/>
        </p:nvSpPr>
        <p:spPr>
          <a:xfrm>
            <a:off x="5243629" y="4871226"/>
            <a:ext cx="1704740" cy="461665"/>
          </a:xfrm>
          <a:prstGeom prst="rect">
            <a:avLst/>
          </a:prstGeom>
          <a:noFill/>
        </p:spPr>
        <p:txBody>
          <a:bodyPr wrap="square" lIns="0" rIns="0" rtlCol="0">
            <a:spAutoFit/>
          </a:bodyPr>
          <a:lstStyle/>
          <a:p>
            <a:pPr algn="ctr"/>
            <a:r>
              <a:rPr lang="zh-CN" altLang="en-US" sz="2400">
                <a:solidFill>
                  <a:schemeClr val="bg1"/>
                </a:solidFill>
                <a:cs typeface="+mn-ea"/>
                <a:sym typeface="+mn-lt"/>
              </a:rPr>
              <a:t>产品服务</a:t>
            </a:r>
          </a:p>
        </p:txBody>
      </p:sp>
      <p:sp>
        <p:nvSpPr>
          <p:cNvPr id="37" name="文本框 36"/>
          <p:cNvSpPr txBox="1"/>
          <p:nvPr/>
        </p:nvSpPr>
        <p:spPr>
          <a:xfrm>
            <a:off x="4754497" y="5242592"/>
            <a:ext cx="2683007" cy="338554"/>
          </a:xfrm>
          <a:prstGeom prst="rect">
            <a:avLst/>
          </a:prstGeom>
          <a:noFill/>
        </p:spPr>
        <p:txBody>
          <a:bodyPr wrap="square" lIns="0" rIns="0" rtlCol="0">
            <a:spAutoFit/>
          </a:bodyPr>
          <a:lstStyle/>
          <a:p>
            <a:pPr algn="ctr"/>
            <a:r>
              <a:rPr lang="en-US" altLang="zh-CN" sz="1600" dirty="0">
                <a:solidFill>
                  <a:schemeClr val="bg1"/>
                </a:solidFill>
                <a:latin typeface="+mn-ea"/>
                <a:cs typeface="+mn-ea"/>
                <a:sym typeface="+mn-lt"/>
              </a:rPr>
              <a:t>PRODUCT&amp;SERVICES</a:t>
            </a:r>
            <a:endParaRPr lang="zh-CN" altLang="en-US" sz="1600">
              <a:solidFill>
                <a:schemeClr val="bg1"/>
              </a:solidFill>
              <a:latin typeface="+mn-ea"/>
              <a:cs typeface="+mn-ea"/>
              <a:sym typeface="+mn-lt"/>
            </a:endParaRPr>
          </a:p>
        </p:txBody>
      </p:sp>
      <p:sp>
        <p:nvSpPr>
          <p:cNvPr id="38" name="文本框 37"/>
          <p:cNvSpPr txBox="1"/>
          <p:nvPr/>
        </p:nvSpPr>
        <p:spPr>
          <a:xfrm>
            <a:off x="7475119" y="4871226"/>
            <a:ext cx="1704740" cy="461665"/>
          </a:xfrm>
          <a:prstGeom prst="rect">
            <a:avLst/>
          </a:prstGeom>
          <a:noFill/>
        </p:spPr>
        <p:txBody>
          <a:bodyPr wrap="square" lIns="0" rIns="0" rtlCol="0">
            <a:spAutoFit/>
          </a:bodyPr>
          <a:lstStyle/>
          <a:p>
            <a:pPr algn="ctr"/>
            <a:r>
              <a:rPr lang="zh-CN" altLang="en-US" sz="2400">
                <a:solidFill>
                  <a:schemeClr val="bg1"/>
                </a:solidFill>
                <a:cs typeface="+mn-ea"/>
                <a:sym typeface="+mn-lt"/>
              </a:rPr>
              <a:t>公司实力</a:t>
            </a:r>
          </a:p>
        </p:txBody>
      </p:sp>
      <p:sp>
        <p:nvSpPr>
          <p:cNvPr id="39" name="文本框 38"/>
          <p:cNvSpPr txBox="1"/>
          <p:nvPr/>
        </p:nvSpPr>
        <p:spPr>
          <a:xfrm>
            <a:off x="7296741" y="5242592"/>
            <a:ext cx="2268669" cy="338554"/>
          </a:xfrm>
          <a:prstGeom prst="rect">
            <a:avLst/>
          </a:prstGeom>
          <a:noFill/>
        </p:spPr>
        <p:txBody>
          <a:bodyPr wrap="square" lIns="0" rIns="0" rtlCol="0">
            <a:spAutoFit/>
          </a:bodyPr>
          <a:lstStyle/>
          <a:p>
            <a:pPr algn="ctr"/>
            <a:r>
              <a:rPr lang="en-US" altLang="zh-CN" sz="1600" dirty="0">
                <a:solidFill>
                  <a:schemeClr val="bg1"/>
                </a:solidFill>
                <a:latin typeface="+mn-ea"/>
                <a:cs typeface="+mn-ea"/>
                <a:sym typeface="+mn-lt"/>
              </a:rPr>
              <a:t>COMPANY POWER</a:t>
            </a:r>
            <a:endParaRPr lang="zh-CN" altLang="en-US" sz="1600">
              <a:solidFill>
                <a:schemeClr val="bg1"/>
              </a:solidFill>
              <a:latin typeface="+mn-ea"/>
              <a:cs typeface="+mn-ea"/>
              <a:sym typeface="+mn-lt"/>
            </a:endParaRPr>
          </a:p>
        </p:txBody>
      </p:sp>
      <p:sp>
        <p:nvSpPr>
          <p:cNvPr id="40" name="文本框 39"/>
          <p:cNvSpPr txBox="1"/>
          <p:nvPr/>
        </p:nvSpPr>
        <p:spPr>
          <a:xfrm>
            <a:off x="9706610" y="4871226"/>
            <a:ext cx="1704740" cy="461665"/>
          </a:xfrm>
          <a:prstGeom prst="rect">
            <a:avLst/>
          </a:prstGeom>
          <a:noFill/>
        </p:spPr>
        <p:txBody>
          <a:bodyPr wrap="square" lIns="0" rIns="0" rtlCol="0">
            <a:spAutoFit/>
          </a:bodyPr>
          <a:lstStyle/>
          <a:p>
            <a:pPr algn="ctr"/>
            <a:r>
              <a:rPr lang="zh-CN" altLang="en-US" sz="2400">
                <a:solidFill>
                  <a:schemeClr val="bg1"/>
                </a:solidFill>
                <a:cs typeface="+mn-ea"/>
                <a:sym typeface="+mn-lt"/>
              </a:rPr>
              <a:t>未来展望</a:t>
            </a:r>
          </a:p>
        </p:txBody>
      </p:sp>
      <p:sp>
        <p:nvSpPr>
          <p:cNvPr id="41" name="文本框 40"/>
          <p:cNvSpPr txBox="1"/>
          <p:nvPr/>
        </p:nvSpPr>
        <p:spPr>
          <a:xfrm>
            <a:off x="9424646" y="5242592"/>
            <a:ext cx="2268669" cy="338554"/>
          </a:xfrm>
          <a:prstGeom prst="rect">
            <a:avLst/>
          </a:prstGeom>
          <a:noFill/>
        </p:spPr>
        <p:txBody>
          <a:bodyPr wrap="square" lIns="0" rIns="0" rtlCol="0">
            <a:spAutoFit/>
          </a:bodyPr>
          <a:lstStyle/>
          <a:p>
            <a:pPr algn="ctr"/>
            <a:r>
              <a:rPr lang="en-US" altLang="zh-CN" sz="1600" dirty="0">
                <a:solidFill>
                  <a:schemeClr val="bg1"/>
                </a:solidFill>
                <a:latin typeface="+mn-ea"/>
                <a:cs typeface="+mn-ea"/>
                <a:sym typeface="+mn-lt"/>
              </a:rPr>
              <a:t>LOOKING TO FUTURE</a:t>
            </a:r>
            <a:endParaRPr lang="zh-CN" altLang="en-US" sz="1600">
              <a:solidFill>
                <a:schemeClr val="bg1"/>
              </a:solidFill>
              <a:latin typeface="+mn-ea"/>
              <a:cs typeface="+mn-ea"/>
              <a:sym typeface="+mn-lt"/>
            </a:endParaRPr>
          </a:p>
        </p:txBody>
      </p:sp>
      <p:sp>
        <p:nvSpPr>
          <p:cNvPr id="25" name="文本框 24"/>
          <p:cNvSpPr txBox="1"/>
          <p:nvPr/>
        </p:nvSpPr>
        <p:spPr>
          <a:xfrm>
            <a:off x="5642786" y="2318468"/>
            <a:ext cx="3647258" cy="461665"/>
          </a:xfrm>
          <a:prstGeom prst="rect">
            <a:avLst/>
          </a:prstGeom>
          <a:noFill/>
        </p:spPr>
        <p:txBody>
          <a:bodyPr wrap="square" rtlCol="0">
            <a:spAutoFit/>
          </a:bodyPr>
          <a:lstStyle/>
          <a:p>
            <a:r>
              <a:rPr lang="en-US" altLang="zh-CN" sz="2400" dirty="0">
                <a:solidFill>
                  <a:schemeClr val="bg1"/>
                </a:solidFill>
                <a:cs typeface="+mn-ea"/>
                <a:sym typeface="+mn-lt"/>
              </a:rPr>
              <a:t>CONTENTS</a:t>
            </a:r>
            <a:endParaRPr lang="zh-CN" altLang="en-US" sz="2400">
              <a:solidFill>
                <a:schemeClr val="bg1"/>
              </a:solidFill>
              <a:cs typeface="+mn-ea"/>
              <a:sym typeface="+mn-lt"/>
            </a:endParaRPr>
          </a:p>
        </p:txBody>
      </p:sp>
      <p:sp>
        <p:nvSpPr>
          <p:cNvPr id="34" name="任意多边形 33"/>
          <p:cNvSpPr>
            <a:spLocks noChangeAspect="1"/>
          </p:cNvSpPr>
          <p:nvPr/>
        </p:nvSpPr>
        <p:spPr>
          <a:xfrm>
            <a:off x="10392467" y="4435299"/>
            <a:ext cx="333026" cy="324000"/>
          </a:xfrm>
          <a:custGeom>
            <a:avLst/>
            <a:gdLst>
              <a:gd name="connsiteX0" fmla="*/ 3767944 w 4447469"/>
              <a:gd name="connsiteY0" fmla="*/ 676597 h 4326925"/>
              <a:gd name="connsiteX1" fmla="*/ 720511 w 4447469"/>
              <a:gd name="connsiteY1" fmla="*/ 2247891 h 4326925"/>
              <a:gd name="connsiteX2" fmla="*/ 2077102 w 4447469"/>
              <a:gd name="connsiteY2" fmla="*/ 2247891 h 4326925"/>
              <a:gd name="connsiteX3" fmla="*/ 2077102 w 4447469"/>
              <a:gd name="connsiteY3" fmla="*/ 2356224 h 4326925"/>
              <a:gd name="connsiteX4" fmla="*/ 2090753 w 4447469"/>
              <a:gd name="connsiteY4" fmla="*/ 2356224 h 4326925"/>
              <a:gd name="connsiteX5" fmla="*/ 2090753 w 4447469"/>
              <a:gd name="connsiteY5" fmla="*/ 3675247 h 4326925"/>
              <a:gd name="connsiteX6" fmla="*/ 4447469 w 4447469"/>
              <a:gd name="connsiteY6" fmla="*/ 0 h 4326925"/>
              <a:gd name="connsiteX7" fmla="*/ 4110337 w 4447469"/>
              <a:gd name="connsiteY7" fmla="*/ 649743 h 4326925"/>
              <a:gd name="connsiteX8" fmla="*/ 4112328 w 4447469"/>
              <a:gd name="connsiteY8" fmla="*/ 650857 h 4326925"/>
              <a:gd name="connsiteX9" fmla="*/ 4076792 w 4447469"/>
              <a:gd name="connsiteY9" fmla="*/ 714393 h 4326925"/>
              <a:gd name="connsiteX10" fmla="*/ 3988907 w 4447469"/>
              <a:gd name="connsiteY10" fmla="*/ 883769 h 4326925"/>
              <a:gd name="connsiteX11" fmla="*/ 3984514 w 4447469"/>
              <a:gd name="connsiteY11" fmla="*/ 879375 h 4326925"/>
              <a:gd name="connsiteX12" fmla="*/ 2056247 w 4447469"/>
              <a:gd name="connsiteY12" fmla="*/ 4326925 h 4326925"/>
              <a:gd name="connsiteX13" fmla="*/ 1815388 w 4447469"/>
              <a:gd name="connsiteY13" fmla="*/ 4192208 h 4326925"/>
              <a:gd name="connsiteX14" fmla="*/ 1802753 w 4447469"/>
              <a:gd name="connsiteY14" fmla="*/ 4192208 h 4326925"/>
              <a:gd name="connsiteX15" fmla="*/ 1802753 w 4447469"/>
              <a:gd name="connsiteY15" fmla="*/ 2535891 h 4326925"/>
              <a:gd name="connsiteX16" fmla="*/ 161952 w 4447469"/>
              <a:gd name="connsiteY16" fmla="*/ 2535891 h 4326925"/>
              <a:gd name="connsiteX17" fmla="*/ 131984 w 4447469"/>
              <a:gd name="connsiteY17" fmla="*/ 2551343 h 4326925"/>
              <a:gd name="connsiteX18" fmla="*/ 0 w 4447469"/>
              <a:gd name="connsiteY18" fmla="*/ 2295366 h 4326925"/>
              <a:gd name="connsiteX19" fmla="*/ 3743658 w 4447469"/>
              <a:gd name="connsiteY19" fmla="*/ 365089 h 4326925"/>
              <a:gd name="connsiteX20" fmla="*/ 3743697 w 4447469"/>
              <a:gd name="connsiteY20" fmla="*/ 365166 h 4326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447469" h="4326925">
                <a:moveTo>
                  <a:pt x="3767944" y="676597"/>
                </a:moveTo>
                <a:lnTo>
                  <a:pt x="720511" y="2247891"/>
                </a:lnTo>
                <a:lnTo>
                  <a:pt x="2077102" y="2247891"/>
                </a:lnTo>
                <a:lnTo>
                  <a:pt x="2077102" y="2356224"/>
                </a:lnTo>
                <a:lnTo>
                  <a:pt x="2090753" y="2356224"/>
                </a:lnTo>
                <a:lnTo>
                  <a:pt x="2090753" y="3675247"/>
                </a:lnTo>
                <a:close/>
                <a:moveTo>
                  <a:pt x="4447469" y="0"/>
                </a:moveTo>
                <a:lnTo>
                  <a:pt x="4110337" y="649743"/>
                </a:lnTo>
                <a:lnTo>
                  <a:pt x="4112328" y="650857"/>
                </a:lnTo>
                <a:lnTo>
                  <a:pt x="4076792" y="714393"/>
                </a:lnTo>
                <a:lnTo>
                  <a:pt x="3988907" y="883769"/>
                </a:lnTo>
                <a:lnTo>
                  <a:pt x="3984514" y="879375"/>
                </a:lnTo>
                <a:lnTo>
                  <a:pt x="2056247" y="4326925"/>
                </a:lnTo>
                <a:lnTo>
                  <a:pt x="1815388" y="4192208"/>
                </a:lnTo>
                <a:lnTo>
                  <a:pt x="1802753" y="4192208"/>
                </a:lnTo>
                <a:lnTo>
                  <a:pt x="1802753" y="2535891"/>
                </a:lnTo>
                <a:lnTo>
                  <a:pt x="161952" y="2535891"/>
                </a:lnTo>
                <a:lnTo>
                  <a:pt x="131984" y="2551343"/>
                </a:lnTo>
                <a:lnTo>
                  <a:pt x="0" y="2295366"/>
                </a:lnTo>
                <a:lnTo>
                  <a:pt x="3743658" y="365089"/>
                </a:lnTo>
                <a:lnTo>
                  <a:pt x="3743697" y="36516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任意多边形 34"/>
          <p:cNvSpPr>
            <a:spLocks noChangeAspect="1"/>
          </p:cNvSpPr>
          <p:nvPr/>
        </p:nvSpPr>
        <p:spPr>
          <a:xfrm>
            <a:off x="1532292" y="4435299"/>
            <a:ext cx="201453" cy="324000"/>
          </a:xfrm>
          <a:custGeom>
            <a:avLst/>
            <a:gdLst>
              <a:gd name="connsiteX0" fmla="*/ 677901 w 2374831"/>
              <a:gd name="connsiteY0" fmla="*/ 3412116 h 3819479"/>
              <a:gd name="connsiteX1" fmla="*/ 1644059 w 2374831"/>
              <a:gd name="connsiteY1" fmla="*/ 3412116 h 3819479"/>
              <a:gd name="connsiteX2" fmla="*/ 1644059 w 2374831"/>
              <a:gd name="connsiteY2" fmla="*/ 3636403 h 3819479"/>
              <a:gd name="connsiteX3" fmla="*/ 1452135 w 2374831"/>
              <a:gd name="connsiteY3" fmla="*/ 3636403 h 3819479"/>
              <a:gd name="connsiteX4" fmla="*/ 1406366 w 2374831"/>
              <a:gd name="connsiteY4" fmla="*/ 3819479 h 3819479"/>
              <a:gd name="connsiteX5" fmla="*/ 904644 w 2374831"/>
              <a:gd name="connsiteY5" fmla="*/ 3819479 h 3819479"/>
              <a:gd name="connsiteX6" fmla="*/ 858875 w 2374831"/>
              <a:gd name="connsiteY6" fmla="*/ 3636403 h 3819479"/>
              <a:gd name="connsiteX7" fmla="*/ 677901 w 2374831"/>
              <a:gd name="connsiteY7" fmla="*/ 3636403 h 3819479"/>
              <a:gd name="connsiteX8" fmla="*/ 1210563 w 2374831"/>
              <a:gd name="connsiteY8" fmla="*/ 214813 h 3819479"/>
              <a:gd name="connsiteX9" fmla="*/ 234135 w 2374831"/>
              <a:gd name="connsiteY9" fmla="*/ 1200968 h 3819479"/>
              <a:gd name="connsiteX10" fmla="*/ 530439 w 2374831"/>
              <a:gd name="connsiteY10" fmla="*/ 2356594 h 3819479"/>
              <a:gd name="connsiteX11" fmla="*/ 629422 w 2374831"/>
              <a:gd name="connsiteY11" fmla="*/ 2455121 h 3819479"/>
              <a:gd name="connsiteX12" fmla="*/ 632955 w 2374831"/>
              <a:gd name="connsiteY12" fmla="*/ 2454082 h 3819479"/>
              <a:gd name="connsiteX13" fmla="*/ 634850 w 2374831"/>
              <a:gd name="connsiteY13" fmla="*/ 2460524 h 3819479"/>
              <a:gd name="connsiteX14" fmla="*/ 645415 w 2374831"/>
              <a:gd name="connsiteY14" fmla="*/ 2471041 h 3819479"/>
              <a:gd name="connsiteX15" fmla="*/ 640611 w 2374831"/>
              <a:gd name="connsiteY15" fmla="*/ 2480115 h 3819479"/>
              <a:gd name="connsiteX16" fmla="*/ 825141 w 2374831"/>
              <a:gd name="connsiteY16" fmla="*/ 3107541 h 3819479"/>
              <a:gd name="connsiteX17" fmla="*/ 1520487 w 2374831"/>
              <a:gd name="connsiteY17" fmla="*/ 3107541 h 3819479"/>
              <a:gd name="connsiteX18" fmla="*/ 1697625 w 2374831"/>
              <a:gd name="connsiteY18" fmla="*/ 2505248 h 3819479"/>
              <a:gd name="connsiteX19" fmla="*/ 1694714 w 2374831"/>
              <a:gd name="connsiteY19" fmla="*/ 2499211 h 3819479"/>
              <a:gd name="connsiteX20" fmla="*/ 1701121 w 2374831"/>
              <a:gd name="connsiteY20" fmla="*/ 2493362 h 3819479"/>
              <a:gd name="connsiteX21" fmla="*/ 1703057 w 2374831"/>
              <a:gd name="connsiteY21" fmla="*/ 2486779 h 3819479"/>
              <a:gd name="connsiteX22" fmla="*/ 1707047 w 2374831"/>
              <a:gd name="connsiteY22" fmla="*/ 2487952 h 3819479"/>
              <a:gd name="connsiteX23" fmla="*/ 1814604 w 2374831"/>
              <a:gd name="connsiteY23" fmla="*/ 2389768 h 3819479"/>
              <a:gd name="connsiteX24" fmla="*/ 2146142 w 2374831"/>
              <a:gd name="connsiteY24" fmla="*/ 1237621 h 3819479"/>
              <a:gd name="connsiteX25" fmla="*/ 1210563 w 2374831"/>
              <a:gd name="connsiteY25" fmla="*/ 214813 h 3819479"/>
              <a:gd name="connsiteX26" fmla="*/ 1214591 w 2374831"/>
              <a:gd name="connsiteY26" fmla="*/ 383 h 3819479"/>
              <a:gd name="connsiteX27" fmla="*/ 2356115 w 2374831"/>
              <a:gd name="connsiteY27" fmla="*/ 1191705 h 3819479"/>
              <a:gd name="connsiteX28" fmla="*/ 1940101 w 2374831"/>
              <a:gd name="connsiteY28" fmla="*/ 2566662 h 3819479"/>
              <a:gd name="connsiteX29" fmla="*/ 1858280 w 2374831"/>
              <a:gd name="connsiteY29" fmla="*/ 2636176 h 3819479"/>
              <a:gd name="connsiteX30" fmla="*/ 1662374 w 2374831"/>
              <a:gd name="connsiteY30" fmla="*/ 3302282 h 3819479"/>
              <a:gd name="connsiteX31" fmla="*/ 1642818 w 2374831"/>
              <a:gd name="connsiteY31" fmla="*/ 3296530 h 3819479"/>
              <a:gd name="connsiteX32" fmla="*/ 1642365 w 2374831"/>
              <a:gd name="connsiteY32" fmla="*/ 3298341 h 3819479"/>
              <a:gd name="connsiteX33" fmla="*/ 668645 w 2374831"/>
              <a:gd name="connsiteY33" fmla="*/ 3298341 h 3819479"/>
              <a:gd name="connsiteX34" fmla="*/ 620945 w 2374831"/>
              <a:gd name="connsiteY34" fmla="*/ 3107541 h 3819479"/>
              <a:gd name="connsiteX35" fmla="*/ 625980 w 2374831"/>
              <a:gd name="connsiteY35" fmla="*/ 3107541 h 3819479"/>
              <a:gd name="connsiteX36" fmla="*/ 477257 w 2374831"/>
              <a:gd name="connsiteY36" fmla="*/ 2601865 h 3819479"/>
              <a:gd name="connsiteX37" fmla="*/ 398351 w 2374831"/>
              <a:gd name="connsiteY37" fmla="*/ 2528795 h 3819479"/>
              <a:gd name="connsiteX38" fmla="*/ 25870 w 2374831"/>
              <a:gd name="connsiteY38" fmla="*/ 1147159 h 3819479"/>
              <a:gd name="connsiteX39" fmla="*/ 1214591 w 2374831"/>
              <a:gd name="connsiteY39" fmla="*/ 383 h 3819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374831" h="3819479">
                <a:moveTo>
                  <a:pt x="677901" y="3412116"/>
                </a:moveTo>
                <a:lnTo>
                  <a:pt x="1644059" y="3412116"/>
                </a:lnTo>
                <a:lnTo>
                  <a:pt x="1644059" y="3636403"/>
                </a:lnTo>
                <a:lnTo>
                  <a:pt x="1452135" y="3636403"/>
                </a:lnTo>
                <a:lnTo>
                  <a:pt x="1406366" y="3819479"/>
                </a:lnTo>
                <a:lnTo>
                  <a:pt x="904644" y="3819479"/>
                </a:lnTo>
                <a:lnTo>
                  <a:pt x="858875" y="3636403"/>
                </a:lnTo>
                <a:lnTo>
                  <a:pt x="677901" y="3636403"/>
                </a:lnTo>
                <a:close/>
                <a:moveTo>
                  <a:pt x="1210563" y="214813"/>
                </a:moveTo>
                <a:cubicBezTo>
                  <a:pt x="739590" y="200611"/>
                  <a:pt x="328256" y="616042"/>
                  <a:pt x="234135" y="1200968"/>
                </a:cubicBezTo>
                <a:cubicBezTo>
                  <a:pt x="165163" y="1629602"/>
                  <a:pt x="280924" y="2067284"/>
                  <a:pt x="530439" y="2356594"/>
                </a:cubicBezTo>
                <a:lnTo>
                  <a:pt x="629422" y="2455121"/>
                </a:lnTo>
                <a:lnTo>
                  <a:pt x="632955" y="2454082"/>
                </a:lnTo>
                <a:lnTo>
                  <a:pt x="634850" y="2460524"/>
                </a:lnTo>
                <a:lnTo>
                  <a:pt x="645415" y="2471041"/>
                </a:lnTo>
                <a:lnTo>
                  <a:pt x="640611" y="2480115"/>
                </a:lnTo>
                <a:lnTo>
                  <a:pt x="825141" y="3107541"/>
                </a:lnTo>
                <a:lnTo>
                  <a:pt x="1520487" y="3107541"/>
                </a:lnTo>
                <a:lnTo>
                  <a:pt x="1697625" y="2505248"/>
                </a:lnTo>
                <a:lnTo>
                  <a:pt x="1694714" y="2499211"/>
                </a:lnTo>
                <a:lnTo>
                  <a:pt x="1701121" y="2493362"/>
                </a:lnTo>
                <a:lnTo>
                  <a:pt x="1703057" y="2486779"/>
                </a:lnTo>
                <a:lnTo>
                  <a:pt x="1707047" y="2487952"/>
                </a:lnTo>
                <a:lnTo>
                  <a:pt x="1814604" y="2389768"/>
                </a:lnTo>
                <a:cubicBezTo>
                  <a:pt x="2075917" y="2110708"/>
                  <a:pt x="2205489" y="1673395"/>
                  <a:pt x="2146142" y="1237621"/>
                </a:cubicBezTo>
                <a:cubicBezTo>
                  <a:pt x="2067107" y="657287"/>
                  <a:pt x="1675186" y="228824"/>
                  <a:pt x="1210563" y="214813"/>
                </a:cubicBezTo>
                <a:close/>
                <a:moveTo>
                  <a:pt x="1214591" y="383"/>
                </a:moveTo>
                <a:cubicBezTo>
                  <a:pt x="1779092" y="16134"/>
                  <a:pt x="2256408" y="514273"/>
                  <a:pt x="2356115" y="1191705"/>
                </a:cubicBezTo>
                <a:cubicBezTo>
                  <a:pt x="2432917" y="1713508"/>
                  <a:pt x="2269282" y="2238010"/>
                  <a:pt x="1940101" y="2566662"/>
                </a:cubicBezTo>
                <a:lnTo>
                  <a:pt x="1858280" y="2636176"/>
                </a:lnTo>
                <a:lnTo>
                  <a:pt x="1662374" y="3302282"/>
                </a:lnTo>
                <a:lnTo>
                  <a:pt x="1642818" y="3296530"/>
                </a:lnTo>
                <a:lnTo>
                  <a:pt x="1642365" y="3298341"/>
                </a:lnTo>
                <a:lnTo>
                  <a:pt x="668645" y="3298341"/>
                </a:lnTo>
                <a:lnTo>
                  <a:pt x="620945" y="3107541"/>
                </a:lnTo>
                <a:lnTo>
                  <a:pt x="625980" y="3107541"/>
                </a:lnTo>
                <a:lnTo>
                  <a:pt x="477257" y="2601865"/>
                </a:lnTo>
                <a:lnTo>
                  <a:pt x="398351" y="2528795"/>
                </a:lnTo>
                <a:cubicBezTo>
                  <a:pt x="83040" y="2187205"/>
                  <a:pt x="-63507" y="1661104"/>
                  <a:pt x="25870" y="1147159"/>
                </a:cubicBezTo>
                <a:cubicBezTo>
                  <a:pt x="144292" y="466195"/>
                  <a:pt x="643655" y="-15547"/>
                  <a:pt x="1214591" y="38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任意多边形 35"/>
          <p:cNvSpPr/>
          <p:nvPr/>
        </p:nvSpPr>
        <p:spPr>
          <a:xfrm>
            <a:off x="3684509" y="4435565"/>
            <a:ext cx="360000" cy="324000"/>
          </a:xfrm>
          <a:custGeom>
            <a:avLst/>
            <a:gdLst>
              <a:gd name="connsiteX0" fmla="*/ 233325 w 327309"/>
              <a:gd name="connsiteY0" fmla="*/ 56528 h 327309"/>
              <a:gd name="connsiteX1" fmla="*/ 50285 w 327309"/>
              <a:gd name="connsiteY1" fmla="*/ 239568 h 327309"/>
              <a:gd name="connsiteX2" fmla="*/ 87741 w 327309"/>
              <a:gd name="connsiteY2" fmla="*/ 277025 h 327309"/>
              <a:gd name="connsiteX3" fmla="*/ 270781 w 327309"/>
              <a:gd name="connsiteY3" fmla="*/ 93985 h 327309"/>
              <a:gd name="connsiteX4" fmla="*/ 239171 w 327309"/>
              <a:gd name="connsiteY4" fmla="*/ 31038 h 327309"/>
              <a:gd name="connsiteX5" fmla="*/ 296272 w 327309"/>
              <a:gd name="connsiteY5" fmla="*/ 88139 h 327309"/>
              <a:gd name="connsiteX6" fmla="*/ 80982 w 327309"/>
              <a:gd name="connsiteY6" fmla="*/ 303429 h 327309"/>
              <a:gd name="connsiteX7" fmla="*/ 59606 w 327309"/>
              <a:gd name="connsiteY7" fmla="*/ 282053 h 327309"/>
              <a:gd name="connsiteX8" fmla="*/ 59606 w 327309"/>
              <a:gd name="connsiteY8" fmla="*/ 282053 h 327309"/>
              <a:gd name="connsiteX9" fmla="*/ 80982 w 327309"/>
              <a:gd name="connsiteY9" fmla="*/ 303429 h 327309"/>
              <a:gd name="connsiteX10" fmla="*/ 0 w 327309"/>
              <a:gd name="connsiteY10" fmla="*/ 327309 h 327309"/>
              <a:gd name="connsiteX11" fmla="*/ 23881 w 327309"/>
              <a:gd name="connsiteY11" fmla="*/ 246328 h 327309"/>
              <a:gd name="connsiteX12" fmla="*/ 38193 w 327309"/>
              <a:gd name="connsiteY12" fmla="*/ 260640 h 327309"/>
              <a:gd name="connsiteX13" fmla="*/ 38193 w 327309"/>
              <a:gd name="connsiteY13" fmla="*/ 260640 h 327309"/>
              <a:gd name="connsiteX14" fmla="*/ 23881 w 327309"/>
              <a:gd name="connsiteY14" fmla="*/ 246328 h 327309"/>
              <a:gd name="connsiteX15" fmla="*/ 278071 w 327309"/>
              <a:gd name="connsiteY15" fmla="*/ 63 h 327309"/>
              <a:gd name="connsiteX16" fmla="*/ 292270 w 327309"/>
              <a:gd name="connsiteY16" fmla="*/ 4998 h 327309"/>
              <a:gd name="connsiteX17" fmla="*/ 322311 w 327309"/>
              <a:gd name="connsiteY17" fmla="*/ 35039 h 327309"/>
              <a:gd name="connsiteX18" fmla="*/ 320026 w 327309"/>
              <a:gd name="connsiteY18" fmla="*/ 64385 h 327309"/>
              <a:gd name="connsiteX19" fmla="*/ 304210 w 327309"/>
              <a:gd name="connsiteY19" fmla="*/ 80200 h 327309"/>
              <a:gd name="connsiteX20" fmla="*/ 247109 w 327309"/>
              <a:gd name="connsiteY20" fmla="*/ 23099 h 327309"/>
              <a:gd name="connsiteX21" fmla="*/ 262925 w 327309"/>
              <a:gd name="connsiteY21" fmla="*/ 7284 h 327309"/>
              <a:gd name="connsiteX22" fmla="*/ 278071 w 327309"/>
              <a:gd name="connsiteY22" fmla="*/ 63 h 327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27309" h="327309">
                <a:moveTo>
                  <a:pt x="233325" y="56528"/>
                </a:moveTo>
                <a:lnTo>
                  <a:pt x="50285" y="239568"/>
                </a:lnTo>
                <a:lnTo>
                  <a:pt x="87741" y="277025"/>
                </a:lnTo>
                <a:lnTo>
                  <a:pt x="270781" y="93985"/>
                </a:lnTo>
                <a:close/>
                <a:moveTo>
                  <a:pt x="239171" y="31038"/>
                </a:moveTo>
                <a:lnTo>
                  <a:pt x="296272" y="88139"/>
                </a:lnTo>
                <a:lnTo>
                  <a:pt x="80982" y="303429"/>
                </a:lnTo>
                <a:lnTo>
                  <a:pt x="59606" y="282053"/>
                </a:lnTo>
                <a:lnTo>
                  <a:pt x="59606" y="282053"/>
                </a:lnTo>
                <a:lnTo>
                  <a:pt x="80982" y="303429"/>
                </a:lnTo>
                <a:lnTo>
                  <a:pt x="0" y="327309"/>
                </a:lnTo>
                <a:lnTo>
                  <a:pt x="23881" y="246328"/>
                </a:lnTo>
                <a:lnTo>
                  <a:pt x="38193" y="260640"/>
                </a:lnTo>
                <a:lnTo>
                  <a:pt x="38193" y="260640"/>
                </a:lnTo>
                <a:lnTo>
                  <a:pt x="23881" y="246328"/>
                </a:lnTo>
                <a:close/>
                <a:moveTo>
                  <a:pt x="278071" y="63"/>
                </a:moveTo>
                <a:cubicBezTo>
                  <a:pt x="283381" y="-350"/>
                  <a:pt x="288534" y="1262"/>
                  <a:pt x="292270" y="4998"/>
                </a:cubicBezTo>
                <a:lnTo>
                  <a:pt x="322311" y="35039"/>
                </a:lnTo>
                <a:cubicBezTo>
                  <a:pt x="329784" y="42512"/>
                  <a:pt x="328760" y="55650"/>
                  <a:pt x="320026" y="64385"/>
                </a:cubicBezTo>
                <a:cubicBezTo>
                  <a:pt x="314754" y="69657"/>
                  <a:pt x="309482" y="74928"/>
                  <a:pt x="304210" y="80200"/>
                </a:cubicBezTo>
                <a:lnTo>
                  <a:pt x="247109" y="23099"/>
                </a:lnTo>
                <a:lnTo>
                  <a:pt x="262925" y="7284"/>
                </a:lnTo>
                <a:cubicBezTo>
                  <a:pt x="267292" y="2917"/>
                  <a:pt x="272760" y="477"/>
                  <a:pt x="278071" y="6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任意多边形 47"/>
          <p:cNvSpPr>
            <a:spLocks noChangeAspect="1"/>
          </p:cNvSpPr>
          <p:nvPr/>
        </p:nvSpPr>
        <p:spPr>
          <a:xfrm>
            <a:off x="8179707" y="4435299"/>
            <a:ext cx="295563" cy="324000"/>
          </a:xfrm>
          <a:custGeom>
            <a:avLst/>
            <a:gdLst>
              <a:gd name="connsiteX0" fmla="*/ 1864628 w 4326339"/>
              <a:gd name="connsiteY0" fmla="*/ 3283995 h 4742597"/>
              <a:gd name="connsiteX1" fmla="*/ 1864628 w 4326339"/>
              <a:gd name="connsiteY1" fmla="*/ 4461109 h 4742597"/>
              <a:gd name="connsiteX2" fmla="*/ 2461711 w 4326339"/>
              <a:gd name="connsiteY2" fmla="*/ 4461109 h 4742597"/>
              <a:gd name="connsiteX3" fmla="*/ 2461711 w 4326339"/>
              <a:gd name="connsiteY3" fmla="*/ 3283995 h 4742597"/>
              <a:gd name="connsiteX4" fmla="*/ 1583140 w 4326339"/>
              <a:gd name="connsiteY4" fmla="*/ 3002507 h 4742597"/>
              <a:gd name="connsiteX5" fmla="*/ 2743199 w 4326339"/>
              <a:gd name="connsiteY5" fmla="*/ 3002507 h 4742597"/>
              <a:gd name="connsiteX6" fmla="*/ 2743199 w 4326339"/>
              <a:gd name="connsiteY6" fmla="*/ 4742597 h 4742597"/>
              <a:gd name="connsiteX7" fmla="*/ 1583140 w 4326339"/>
              <a:gd name="connsiteY7" fmla="*/ 4742597 h 4742597"/>
              <a:gd name="connsiteX8" fmla="*/ 281488 w 4326339"/>
              <a:gd name="connsiteY8" fmla="*/ 1850981 h 4742597"/>
              <a:gd name="connsiteX9" fmla="*/ 281488 w 4326339"/>
              <a:gd name="connsiteY9" fmla="*/ 4461109 h 4742597"/>
              <a:gd name="connsiteX10" fmla="*/ 878571 w 4326339"/>
              <a:gd name="connsiteY10" fmla="*/ 4461109 h 4742597"/>
              <a:gd name="connsiteX11" fmla="*/ 878571 w 4326339"/>
              <a:gd name="connsiteY11" fmla="*/ 1850981 h 4742597"/>
              <a:gd name="connsiteX12" fmla="*/ 0 w 4326339"/>
              <a:gd name="connsiteY12" fmla="*/ 1569493 h 4742597"/>
              <a:gd name="connsiteX13" fmla="*/ 1160059 w 4326339"/>
              <a:gd name="connsiteY13" fmla="*/ 1569493 h 4742597"/>
              <a:gd name="connsiteX14" fmla="*/ 1160059 w 4326339"/>
              <a:gd name="connsiteY14" fmla="*/ 4742597 h 4742597"/>
              <a:gd name="connsiteX15" fmla="*/ 0 w 4326339"/>
              <a:gd name="connsiteY15" fmla="*/ 4742597 h 4742597"/>
              <a:gd name="connsiteX16" fmla="*/ 3447768 w 4326339"/>
              <a:gd name="connsiteY16" fmla="*/ 281488 h 4742597"/>
              <a:gd name="connsiteX17" fmla="*/ 3447768 w 4326339"/>
              <a:gd name="connsiteY17" fmla="*/ 4461109 h 4742597"/>
              <a:gd name="connsiteX18" fmla="*/ 4044851 w 4326339"/>
              <a:gd name="connsiteY18" fmla="*/ 4461109 h 4742597"/>
              <a:gd name="connsiteX19" fmla="*/ 4044851 w 4326339"/>
              <a:gd name="connsiteY19" fmla="*/ 281488 h 4742597"/>
              <a:gd name="connsiteX20" fmla="*/ 3166280 w 4326339"/>
              <a:gd name="connsiteY20" fmla="*/ 0 h 4742597"/>
              <a:gd name="connsiteX21" fmla="*/ 4326339 w 4326339"/>
              <a:gd name="connsiteY21" fmla="*/ 0 h 4742597"/>
              <a:gd name="connsiteX22" fmla="*/ 4326339 w 4326339"/>
              <a:gd name="connsiteY22" fmla="*/ 4742597 h 4742597"/>
              <a:gd name="connsiteX23" fmla="*/ 3166280 w 4326339"/>
              <a:gd name="connsiteY23" fmla="*/ 4742597 h 4742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326339" h="4742597">
                <a:moveTo>
                  <a:pt x="1864628" y="3283995"/>
                </a:moveTo>
                <a:lnTo>
                  <a:pt x="1864628" y="4461109"/>
                </a:lnTo>
                <a:lnTo>
                  <a:pt x="2461711" y="4461109"/>
                </a:lnTo>
                <a:lnTo>
                  <a:pt x="2461711" y="3283995"/>
                </a:lnTo>
                <a:close/>
                <a:moveTo>
                  <a:pt x="1583140" y="3002507"/>
                </a:moveTo>
                <a:lnTo>
                  <a:pt x="2743199" y="3002507"/>
                </a:lnTo>
                <a:lnTo>
                  <a:pt x="2743199" y="4742597"/>
                </a:lnTo>
                <a:lnTo>
                  <a:pt x="1583140" y="4742597"/>
                </a:lnTo>
                <a:close/>
                <a:moveTo>
                  <a:pt x="281488" y="1850981"/>
                </a:moveTo>
                <a:lnTo>
                  <a:pt x="281488" y="4461109"/>
                </a:lnTo>
                <a:lnTo>
                  <a:pt x="878571" y="4461109"/>
                </a:lnTo>
                <a:lnTo>
                  <a:pt x="878571" y="1850981"/>
                </a:lnTo>
                <a:close/>
                <a:moveTo>
                  <a:pt x="0" y="1569493"/>
                </a:moveTo>
                <a:lnTo>
                  <a:pt x="1160059" y="1569493"/>
                </a:lnTo>
                <a:lnTo>
                  <a:pt x="1160059" y="4742597"/>
                </a:lnTo>
                <a:lnTo>
                  <a:pt x="0" y="4742597"/>
                </a:lnTo>
                <a:close/>
                <a:moveTo>
                  <a:pt x="3447768" y="281488"/>
                </a:moveTo>
                <a:lnTo>
                  <a:pt x="3447768" y="4461109"/>
                </a:lnTo>
                <a:lnTo>
                  <a:pt x="4044851" y="4461109"/>
                </a:lnTo>
                <a:lnTo>
                  <a:pt x="4044851" y="281488"/>
                </a:lnTo>
                <a:close/>
                <a:moveTo>
                  <a:pt x="3166280" y="0"/>
                </a:moveTo>
                <a:lnTo>
                  <a:pt x="4326339" y="0"/>
                </a:lnTo>
                <a:lnTo>
                  <a:pt x="4326339" y="4742597"/>
                </a:lnTo>
                <a:lnTo>
                  <a:pt x="3166280" y="474259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9" name="任意多边形 48"/>
          <p:cNvSpPr>
            <a:spLocks noChangeAspect="1"/>
          </p:cNvSpPr>
          <p:nvPr/>
        </p:nvSpPr>
        <p:spPr>
          <a:xfrm>
            <a:off x="5961793" y="4435299"/>
            <a:ext cx="268411" cy="324000"/>
          </a:xfrm>
          <a:custGeom>
            <a:avLst/>
            <a:gdLst>
              <a:gd name="connsiteX0" fmla="*/ 2540739 w 5081480"/>
              <a:gd name="connsiteY0" fmla="*/ 1728231 h 6133889"/>
              <a:gd name="connsiteX1" fmla="*/ 1728230 w 5081480"/>
              <a:gd name="connsiteY1" fmla="*/ 2540740 h 6133889"/>
              <a:gd name="connsiteX2" fmla="*/ 2540739 w 5081480"/>
              <a:gd name="connsiteY2" fmla="*/ 3353249 h 6133889"/>
              <a:gd name="connsiteX3" fmla="*/ 3353248 w 5081480"/>
              <a:gd name="connsiteY3" fmla="*/ 2540740 h 6133889"/>
              <a:gd name="connsiteX4" fmla="*/ 2540739 w 5081480"/>
              <a:gd name="connsiteY4" fmla="*/ 1728231 h 6133889"/>
              <a:gd name="connsiteX5" fmla="*/ 2540740 w 5081480"/>
              <a:gd name="connsiteY5" fmla="*/ 1407975 h 6133889"/>
              <a:gd name="connsiteX6" fmla="*/ 3673505 w 5081480"/>
              <a:gd name="connsiteY6" fmla="*/ 2540740 h 6133889"/>
              <a:gd name="connsiteX7" fmla="*/ 2540740 w 5081480"/>
              <a:gd name="connsiteY7" fmla="*/ 3673505 h 6133889"/>
              <a:gd name="connsiteX8" fmla="*/ 1407975 w 5081480"/>
              <a:gd name="connsiteY8" fmla="*/ 2540740 h 6133889"/>
              <a:gd name="connsiteX9" fmla="*/ 2540740 w 5081480"/>
              <a:gd name="connsiteY9" fmla="*/ 1407975 h 6133889"/>
              <a:gd name="connsiteX10" fmla="*/ 2540740 w 5081480"/>
              <a:gd name="connsiteY10" fmla="*/ 305592 h 6133889"/>
              <a:gd name="connsiteX11" fmla="*/ 960252 w 5081480"/>
              <a:gd name="connsiteY11" fmla="*/ 960252 h 6133889"/>
              <a:gd name="connsiteX12" fmla="*/ 960252 w 5081480"/>
              <a:gd name="connsiteY12" fmla="*/ 4121228 h 6133889"/>
              <a:gd name="connsiteX13" fmla="*/ 2540740 w 5081480"/>
              <a:gd name="connsiteY13" fmla="*/ 5701715 h 6133889"/>
              <a:gd name="connsiteX14" fmla="*/ 4121228 w 5081480"/>
              <a:gd name="connsiteY14" fmla="*/ 4121228 h 6133889"/>
              <a:gd name="connsiteX15" fmla="*/ 4121228 w 5081480"/>
              <a:gd name="connsiteY15" fmla="*/ 960252 h 6133889"/>
              <a:gd name="connsiteX16" fmla="*/ 2540740 w 5081480"/>
              <a:gd name="connsiteY16" fmla="*/ 305592 h 6133889"/>
              <a:gd name="connsiteX17" fmla="*/ 2540741 w 5081480"/>
              <a:gd name="connsiteY17" fmla="*/ 0 h 6133889"/>
              <a:gd name="connsiteX18" fmla="*/ 4337315 w 5081480"/>
              <a:gd name="connsiteY18" fmla="*/ 744165 h 6133889"/>
              <a:gd name="connsiteX19" fmla="*/ 4337315 w 5081480"/>
              <a:gd name="connsiteY19" fmla="*/ 4337315 h 6133889"/>
              <a:gd name="connsiteX20" fmla="*/ 2540740 w 5081480"/>
              <a:gd name="connsiteY20" fmla="*/ 6133889 h 6133889"/>
              <a:gd name="connsiteX21" fmla="*/ 744165 w 5081480"/>
              <a:gd name="connsiteY21" fmla="*/ 4337315 h 6133889"/>
              <a:gd name="connsiteX22" fmla="*/ 744165 w 5081480"/>
              <a:gd name="connsiteY22" fmla="*/ 744165 h 6133889"/>
              <a:gd name="connsiteX23" fmla="*/ 2540741 w 5081480"/>
              <a:gd name="connsiteY23" fmla="*/ 0 h 6133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081480" h="6133889">
                <a:moveTo>
                  <a:pt x="2540739" y="1728231"/>
                </a:moveTo>
                <a:cubicBezTo>
                  <a:pt x="2092003" y="1728231"/>
                  <a:pt x="1728230" y="2092004"/>
                  <a:pt x="1728230" y="2540740"/>
                </a:cubicBezTo>
                <a:cubicBezTo>
                  <a:pt x="1728230" y="2989476"/>
                  <a:pt x="2092003" y="3353249"/>
                  <a:pt x="2540739" y="3353249"/>
                </a:cubicBezTo>
                <a:cubicBezTo>
                  <a:pt x="2989475" y="3353249"/>
                  <a:pt x="3353248" y="2989476"/>
                  <a:pt x="3353248" y="2540740"/>
                </a:cubicBezTo>
                <a:cubicBezTo>
                  <a:pt x="3353248" y="2092004"/>
                  <a:pt x="2989475" y="1728231"/>
                  <a:pt x="2540739" y="1728231"/>
                </a:cubicBezTo>
                <a:close/>
                <a:moveTo>
                  <a:pt x="2540740" y="1407975"/>
                </a:moveTo>
                <a:cubicBezTo>
                  <a:pt x="3166349" y="1407975"/>
                  <a:pt x="3673505" y="1915131"/>
                  <a:pt x="3673505" y="2540740"/>
                </a:cubicBezTo>
                <a:cubicBezTo>
                  <a:pt x="3673505" y="3166349"/>
                  <a:pt x="3166349" y="3673505"/>
                  <a:pt x="2540740" y="3673505"/>
                </a:cubicBezTo>
                <a:cubicBezTo>
                  <a:pt x="1915131" y="3673505"/>
                  <a:pt x="1407975" y="3166349"/>
                  <a:pt x="1407975" y="2540740"/>
                </a:cubicBezTo>
                <a:cubicBezTo>
                  <a:pt x="1407975" y="1915131"/>
                  <a:pt x="1915131" y="1407975"/>
                  <a:pt x="2540740" y="1407975"/>
                </a:cubicBezTo>
                <a:close/>
                <a:moveTo>
                  <a:pt x="2540740" y="305592"/>
                </a:moveTo>
                <a:cubicBezTo>
                  <a:pt x="1968716" y="305592"/>
                  <a:pt x="1396692" y="523813"/>
                  <a:pt x="960252" y="960252"/>
                </a:cubicBezTo>
                <a:cubicBezTo>
                  <a:pt x="87373" y="1833132"/>
                  <a:pt x="87373" y="3248348"/>
                  <a:pt x="960252" y="4121228"/>
                </a:cubicBezTo>
                <a:lnTo>
                  <a:pt x="2540740" y="5701715"/>
                </a:lnTo>
                <a:lnTo>
                  <a:pt x="4121228" y="4121228"/>
                </a:lnTo>
                <a:cubicBezTo>
                  <a:pt x="4994107" y="3248348"/>
                  <a:pt x="4994107" y="1833132"/>
                  <a:pt x="4121228" y="960252"/>
                </a:cubicBezTo>
                <a:cubicBezTo>
                  <a:pt x="3684788" y="523813"/>
                  <a:pt x="3112764" y="305592"/>
                  <a:pt x="2540740" y="305592"/>
                </a:cubicBezTo>
                <a:close/>
                <a:moveTo>
                  <a:pt x="2540741" y="0"/>
                </a:moveTo>
                <a:cubicBezTo>
                  <a:pt x="3190972" y="0"/>
                  <a:pt x="3841205" y="248054"/>
                  <a:pt x="4337315" y="744165"/>
                </a:cubicBezTo>
                <a:cubicBezTo>
                  <a:pt x="5329535" y="1736387"/>
                  <a:pt x="5329535" y="3345095"/>
                  <a:pt x="4337315" y="4337315"/>
                </a:cubicBezTo>
                <a:lnTo>
                  <a:pt x="2540740" y="6133889"/>
                </a:lnTo>
                <a:lnTo>
                  <a:pt x="744165" y="4337315"/>
                </a:lnTo>
                <a:cubicBezTo>
                  <a:pt x="-248055" y="3345094"/>
                  <a:pt x="-248055" y="1736387"/>
                  <a:pt x="744165" y="744165"/>
                </a:cubicBezTo>
                <a:cubicBezTo>
                  <a:pt x="1240276" y="248055"/>
                  <a:pt x="1890508" y="0"/>
                  <a:pt x="254074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35145346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Tn>
                        </p:par>
                        <p:par>
                          <p:cTn id="5" fill="hold" nodeType="afterGroup">
                            <p:stCondLst>
                              <p:cond delay="0"/>
                            </p:stCondLst>
                            <p:childTnLst>
                              <p:par>
                                <p:cTn id="6" presetID="9" presetClass="entr" presetSubtype="0" fill="hold" nodeType="afterEffect">
                                  <p:childTnLst>
                                    <p:set>
                                      <p:cBhvr>
                                        <p:cTn id="7" dur="1" fill="hold">
                                          <p:stCondLst>
                                            <p:cond delay="0"/>
                                          </p:stCondLst>
                                        </p:cTn>
                                        <p:tgtEl>
                                          <p:spTgt spid="47"/>
                                        </p:tgtEl>
                                        <p:attrNameLst>
                                          <p:attrName>style.visibility</p:attrName>
                                        </p:attrNameLst>
                                      </p:cBhvr>
                                      <p:to>
                                        <p:strVal val="visible"/>
                                      </p:to>
                                    </p:set>
                                    <p:animEffect transition="in" filter="dissolve">
                                      <p:cBhvr>
                                        <p:cTn id="8" dur="2000"/>
                                        <p:tgtEl>
                                          <p:spTgt spid="47"/>
                                        </p:tgtEl>
                                      </p:cBhvr>
                                    </p:animEffect>
                                  </p:childTnLst>
                                </p:cTn>
                              </p:par>
                            </p:childTnLst>
                          </p:cTn>
                        </p:par>
                        <p:par>
                          <p:cTn id="9" fill="hold" nodeType="withGroup">
                            <p:stCondLst>
                              <p:cond delay="2000"/>
                            </p:stCondLst>
                            <p:childTnLst>
                              <p:par>
                                <p:cTn id="10" presetID="42" presetClass="entr" presetSubtype="0" fill="hold" grpId="0" nodeType="afterEffect">
                                  <p:childTnLst>
                                    <p:set>
                                      <p:cBhvr>
                                        <p:cTn id="11" dur="1" fill="hold">
                                          <p:stCondLst>
                                            <p:cond delay="0"/>
                                          </p:stCondLst>
                                        </p:cTn>
                                        <p:tgtEl>
                                          <p:spTgt spid="18"/>
                                        </p:tgtEl>
                                        <p:attrNameLst>
                                          <p:attrName>style.visibility</p:attrName>
                                        </p:attrNameLst>
                                      </p:cBhvr>
                                      <p:to>
                                        <p:strVal val="visible"/>
                                      </p:to>
                                    </p:set>
                                    <p:animEffect transition="in" filter="fade">
                                      <p:cBhvr>
                                        <p:cTn id="12" dur="1000"/>
                                        <p:tgtEl>
                                          <p:spTgt spid="18"/>
                                        </p:tgtEl>
                                      </p:cBhvr>
                                    </p:animEffect>
                                    <p:anim calcmode="lin" valueType="num">
                                      <p:cBhvr>
                                        <p:cTn id="13" dur="1000" fill="hold"/>
                                        <p:tgtEl>
                                          <p:spTgt spid="18"/>
                                        </p:tgtEl>
                                        <p:attrNameLst>
                                          <p:attrName>ppt_x</p:attrName>
                                        </p:attrNameLst>
                                      </p:cBhvr>
                                      <p:tavLst>
                                        <p:tav tm="0">
                                          <p:val>
                                            <p:strVal val="#ppt_x"/>
                                          </p:val>
                                        </p:tav>
                                        <p:tav tm="100000">
                                          <p:val>
                                            <p:strVal val="#ppt_x"/>
                                          </p:val>
                                        </p:tav>
                                      </p:tavLst>
                                    </p:anim>
                                    <p:anim calcmode="lin" valueType="num">
                                      <p:cBhvr>
                                        <p:cTn id="14" dur="1000" fill="hold"/>
                                        <p:tgtEl>
                                          <p:spTgt spid="18"/>
                                        </p:tgtEl>
                                        <p:attrNameLst>
                                          <p:attrName>ppt_y</p:attrName>
                                        </p:attrNameLst>
                                      </p:cBhvr>
                                      <p:tavLst>
                                        <p:tav tm="0">
                                          <p:val>
                                            <p:strVal val="#ppt_y+.1"/>
                                          </p:val>
                                        </p:tav>
                                        <p:tav tm="100000">
                                          <p:val>
                                            <p:strVal val="#ppt_y"/>
                                          </p:val>
                                        </p:tav>
                                      </p:tavLst>
                                    </p:anim>
                                  </p:childTnLst>
                                </p:cTn>
                              </p:par>
                              <p:par>
                                <p:cTn id="15" presetID="47" presetClass="entr" presetSubtype="0" fill="hold" grpId="11" nodeType="withEffect">
                                  <p:childTnLst>
                                    <p:set>
                                      <p:cBhvr>
                                        <p:cTn id="16" dur="1" fill="hold">
                                          <p:stCondLst>
                                            <p:cond delay="0"/>
                                          </p:stCondLst>
                                        </p:cTn>
                                        <p:tgtEl>
                                          <p:spTgt spid="25"/>
                                        </p:tgtEl>
                                        <p:attrNameLst>
                                          <p:attrName>style.visibility</p:attrName>
                                        </p:attrNameLst>
                                      </p:cBhvr>
                                      <p:to>
                                        <p:strVal val="visible"/>
                                      </p:to>
                                    </p:set>
                                    <p:animEffect transition="in" filter="fade">
                                      <p:cBhvr>
                                        <p:cTn id="17" dur="1000"/>
                                        <p:tgtEl>
                                          <p:spTgt spid="25"/>
                                        </p:tgtEl>
                                      </p:cBhvr>
                                    </p:animEffect>
                                    <p:anim calcmode="lin" valueType="num">
                                      <p:cBhvr>
                                        <p:cTn id="18" dur="1000" fill="hold"/>
                                        <p:tgtEl>
                                          <p:spTgt spid="25"/>
                                        </p:tgtEl>
                                        <p:attrNameLst>
                                          <p:attrName>ppt_x</p:attrName>
                                        </p:attrNameLst>
                                      </p:cBhvr>
                                      <p:tavLst>
                                        <p:tav tm="0">
                                          <p:val>
                                            <p:strVal val="#ppt_x"/>
                                          </p:val>
                                        </p:tav>
                                        <p:tav tm="100000">
                                          <p:val>
                                            <p:strVal val="#ppt_x"/>
                                          </p:val>
                                        </p:tav>
                                      </p:tavLst>
                                    </p:anim>
                                    <p:anim calcmode="lin" valueType="num">
                                      <p:cBhvr>
                                        <p:cTn id="19" dur="1000" fill="hold"/>
                                        <p:tgtEl>
                                          <p:spTgt spid="25"/>
                                        </p:tgtEl>
                                        <p:attrNameLst>
                                          <p:attrName>ppt_y</p:attrName>
                                        </p:attrNameLst>
                                      </p:cBhvr>
                                      <p:tavLst>
                                        <p:tav tm="0">
                                          <p:val>
                                            <p:strVal val="#ppt_y-.1"/>
                                          </p:val>
                                        </p:tav>
                                        <p:tav tm="100000">
                                          <p:val>
                                            <p:strVal val="#ppt_y"/>
                                          </p:val>
                                        </p:tav>
                                      </p:tavLst>
                                    </p:anim>
                                  </p:childTnLst>
                                </p:cTn>
                              </p:par>
                            </p:childTnLst>
                          </p:cTn>
                        </p:par>
                        <p:par>
                          <p:cTn id="20" fill="hold" nodeType="withGroup">
                            <p:stCondLst>
                              <p:cond delay="3000"/>
                            </p:stCondLst>
                            <p:childTnLst>
                              <p:par>
                                <p:cTn id="21" presetID="53" presetClass="entr" presetSubtype="0" fill="hold" grpId="14" nodeType="afterEffect">
                                  <p:childTnLst>
                                    <p:set>
                                      <p:cBhvr>
                                        <p:cTn id="22" dur="1" fill="hold">
                                          <p:stCondLst>
                                            <p:cond delay="0"/>
                                          </p:stCondLst>
                                        </p:cTn>
                                        <p:tgtEl>
                                          <p:spTgt spid="35"/>
                                        </p:tgtEl>
                                        <p:attrNameLst>
                                          <p:attrName>style.visibility</p:attrName>
                                        </p:attrNameLst>
                                      </p:cBhvr>
                                      <p:to>
                                        <p:strVal val="visible"/>
                                      </p:to>
                                    </p:set>
                                    <p:anim calcmode="lin" valueType="num">
                                      <p:cBhvr>
                                        <p:cTn id="23" dur="500" fill="hold"/>
                                        <p:tgtEl>
                                          <p:spTgt spid="35"/>
                                        </p:tgtEl>
                                        <p:attrNameLst>
                                          <p:attrName>ppt_w</p:attrName>
                                        </p:attrNameLst>
                                      </p:cBhvr>
                                      <p:tavLst>
                                        <p:tav tm="0">
                                          <p:val>
                                            <p:fltVal val="0"/>
                                          </p:val>
                                        </p:tav>
                                        <p:tav tm="100000">
                                          <p:val>
                                            <p:strVal val="#ppt_w"/>
                                          </p:val>
                                        </p:tav>
                                      </p:tavLst>
                                    </p:anim>
                                    <p:anim calcmode="lin" valueType="num">
                                      <p:cBhvr>
                                        <p:cTn id="24" dur="500" fill="hold"/>
                                        <p:tgtEl>
                                          <p:spTgt spid="35"/>
                                        </p:tgtEl>
                                        <p:attrNameLst>
                                          <p:attrName>ppt_h</p:attrName>
                                        </p:attrNameLst>
                                      </p:cBhvr>
                                      <p:tavLst>
                                        <p:tav tm="0">
                                          <p:val>
                                            <p:fltVal val="0"/>
                                          </p:val>
                                        </p:tav>
                                        <p:tav tm="100000">
                                          <p:val>
                                            <p:strVal val="#ppt_h"/>
                                          </p:val>
                                        </p:tav>
                                      </p:tavLst>
                                    </p:anim>
                                    <p:animEffect transition="in" filter="fade">
                                      <p:cBhvr>
                                        <p:cTn id="25" dur="500"/>
                                        <p:tgtEl>
                                          <p:spTgt spid="35"/>
                                        </p:tgtEl>
                                      </p:cBhvr>
                                    </p:animEffect>
                                  </p:childTnLst>
                                </p:cTn>
                              </p:par>
                              <p:par>
                                <p:cTn id="26" presetID="10" presetClass="entr" presetSubtype="0" fill="hold" grpId="2" nodeType="withEffect">
                                  <p:childTnLst>
                                    <p:set>
                                      <p:cBhvr>
                                        <p:cTn id="27" dur="1" fill="hold">
                                          <p:stCondLst>
                                            <p:cond delay="0"/>
                                          </p:stCondLst>
                                        </p:cTn>
                                        <p:tgtEl>
                                          <p:spTgt spid="28"/>
                                        </p:tgtEl>
                                        <p:attrNameLst>
                                          <p:attrName>style.visibility</p:attrName>
                                        </p:attrNameLst>
                                      </p:cBhvr>
                                      <p:to>
                                        <p:strVal val="visible"/>
                                      </p:to>
                                    </p:set>
                                    <p:animEffect transition="in" filter="fade">
                                      <p:cBhvr>
                                        <p:cTn id="28" dur="500"/>
                                        <p:tgtEl>
                                          <p:spTgt spid="28"/>
                                        </p:tgtEl>
                                      </p:cBhvr>
                                    </p:animEffect>
                                  </p:childTnLst>
                                </p:cTn>
                              </p:par>
                            </p:childTnLst>
                          </p:cTn>
                        </p:par>
                        <p:par>
                          <p:cTn id="29" fill="hold" nodeType="withGroup">
                            <p:stCondLst>
                              <p:cond delay="3500"/>
                            </p:stCondLst>
                            <p:childTnLst>
                              <p:par>
                                <p:cTn id="30" presetID="53" presetClass="entr" presetSubtype="0" fill="hold" grpId="15" nodeType="afterEffect">
                                  <p:childTnLst>
                                    <p:set>
                                      <p:cBhvr>
                                        <p:cTn id="31" dur="1" fill="hold">
                                          <p:stCondLst>
                                            <p:cond delay="0"/>
                                          </p:stCondLst>
                                        </p:cTn>
                                        <p:tgtEl>
                                          <p:spTgt spid="36"/>
                                        </p:tgtEl>
                                        <p:attrNameLst>
                                          <p:attrName>style.visibility</p:attrName>
                                        </p:attrNameLst>
                                      </p:cBhvr>
                                      <p:to>
                                        <p:strVal val="visible"/>
                                      </p:to>
                                    </p:set>
                                    <p:anim calcmode="lin" valueType="num">
                                      <p:cBhvr>
                                        <p:cTn id="32" dur="500" fill="hold"/>
                                        <p:tgtEl>
                                          <p:spTgt spid="36"/>
                                        </p:tgtEl>
                                        <p:attrNameLst>
                                          <p:attrName>ppt_w</p:attrName>
                                        </p:attrNameLst>
                                      </p:cBhvr>
                                      <p:tavLst>
                                        <p:tav tm="0">
                                          <p:val>
                                            <p:fltVal val="0"/>
                                          </p:val>
                                        </p:tav>
                                        <p:tav tm="100000">
                                          <p:val>
                                            <p:strVal val="#ppt_w"/>
                                          </p:val>
                                        </p:tav>
                                      </p:tavLst>
                                    </p:anim>
                                    <p:anim calcmode="lin" valueType="num">
                                      <p:cBhvr>
                                        <p:cTn id="33" dur="500" fill="hold"/>
                                        <p:tgtEl>
                                          <p:spTgt spid="36"/>
                                        </p:tgtEl>
                                        <p:attrNameLst>
                                          <p:attrName>ppt_h</p:attrName>
                                        </p:attrNameLst>
                                      </p:cBhvr>
                                      <p:tavLst>
                                        <p:tav tm="0">
                                          <p:val>
                                            <p:fltVal val="0"/>
                                          </p:val>
                                        </p:tav>
                                        <p:tav tm="100000">
                                          <p:val>
                                            <p:strVal val="#ppt_h"/>
                                          </p:val>
                                        </p:tav>
                                      </p:tavLst>
                                    </p:anim>
                                    <p:animEffect transition="in" filter="fade">
                                      <p:cBhvr>
                                        <p:cTn id="34" dur="500"/>
                                        <p:tgtEl>
                                          <p:spTgt spid="36"/>
                                        </p:tgtEl>
                                      </p:cBhvr>
                                    </p:animEffect>
                                  </p:childTnLst>
                                </p:cTn>
                              </p:par>
                            </p:childTnLst>
                          </p:cTn>
                        </p:par>
                        <p:par>
                          <p:cTn id="35" fill="hold" nodeType="withGroup">
                            <p:stCondLst>
                              <p:cond delay="4000"/>
                            </p:stCondLst>
                            <p:childTnLst>
                              <p:par>
                                <p:cTn id="36" presetID="10" presetClass="entr" presetSubtype="0" fill="hold" grpId="3" nodeType="afterEffect">
                                  <p:childTnLst>
                                    <p:set>
                                      <p:cBhvr>
                                        <p:cTn id="37" dur="1" fill="hold">
                                          <p:stCondLst>
                                            <p:cond delay="0"/>
                                          </p:stCondLst>
                                        </p:cTn>
                                        <p:tgtEl>
                                          <p:spTgt spid="29"/>
                                        </p:tgtEl>
                                        <p:attrNameLst>
                                          <p:attrName>style.visibility</p:attrName>
                                        </p:attrNameLst>
                                      </p:cBhvr>
                                      <p:to>
                                        <p:strVal val="visible"/>
                                      </p:to>
                                    </p:set>
                                    <p:animEffect transition="in" filter="fade">
                                      <p:cBhvr>
                                        <p:cTn id="38" dur="500"/>
                                        <p:tgtEl>
                                          <p:spTgt spid="29"/>
                                        </p:tgtEl>
                                      </p:cBhvr>
                                    </p:animEffect>
                                  </p:childTnLst>
                                </p:cTn>
                              </p:par>
                              <p:par>
                                <p:cTn id="39" presetID="10" presetClass="entr" presetSubtype="0" fill="hold" grpId="4" nodeType="withEffect">
                                  <p:childTnLst>
                                    <p:set>
                                      <p:cBhvr>
                                        <p:cTn id="40" dur="1" fill="hold">
                                          <p:stCondLst>
                                            <p:cond delay="0"/>
                                          </p:stCondLst>
                                        </p:cTn>
                                        <p:tgtEl>
                                          <p:spTgt spid="30"/>
                                        </p:tgtEl>
                                        <p:attrNameLst>
                                          <p:attrName>style.visibility</p:attrName>
                                        </p:attrNameLst>
                                      </p:cBhvr>
                                      <p:to>
                                        <p:strVal val="visible"/>
                                      </p:to>
                                    </p:set>
                                    <p:animEffect transition="in" filter="fade">
                                      <p:cBhvr>
                                        <p:cTn id="41" dur="500"/>
                                        <p:tgtEl>
                                          <p:spTgt spid="30"/>
                                        </p:tgtEl>
                                      </p:cBhvr>
                                    </p:animEffect>
                                  </p:childTnLst>
                                </p:cTn>
                              </p:par>
                            </p:childTnLst>
                          </p:cTn>
                        </p:par>
                        <p:par>
                          <p:cTn id="42" fill="hold" nodeType="withGroup">
                            <p:stCondLst>
                              <p:cond delay="4500"/>
                            </p:stCondLst>
                            <p:childTnLst>
                              <p:par>
                                <p:cTn id="43" presetID="53" presetClass="entr" presetSubtype="0" fill="hold" grpId="17" nodeType="afterEffect">
                                  <p:childTnLst>
                                    <p:set>
                                      <p:cBhvr>
                                        <p:cTn id="44" dur="1" fill="hold">
                                          <p:stCondLst>
                                            <p:cond delay="0"/>
                                          </p:stCondLst>
                                        </p:cTn>
                                        <p:tgtEl>
                                          <p:spTgt spid="49"/>
                                        </p:tgtEl>
                                        <p:attrNameLst>
                                          <p:attrName>style.visibility</p:attrName>
                                        </p:attrNameLst>
                                      </p:cBhvr>
                                      <p:to>
                                        <p:strVal val="visible"/>
                                      </p:to>
                                    </p:set>
                                    <p:anim calcmode="lin" valueType="num">
                                      <p:cBhvr>
                                        <p:cTn id="45" dur="500" fill="hold"/>
                                        <p:tgtEl>
                                          <p:spTgt spid="49"/>
                                        </p:tgtEl>
                                        <p:attrNameLst>
                                          <p:attrName>ppt_w</p:attrName>
                                        </p:attrNameLst>
                                      </p:cBhvr>
                                      <p:tavLst>
                                        <p:tav tm="0">
                                          <p:val>
                                            <p:fltVal val="0"/>
                                          </p:val>
                                        </p:tav>
                                        <p:tav tm="100000">
                                          <p:val>
                                            <p:strVal val="#ppt_w"/>
                                          </p:val>
                                        </p:tav>
                                      </p:tavLst>
                                    </p:anim>
                                    <p:anim calcmode="lin" valueType="num">
                                      <p:cBhvr>
                                        <p:cTn id="46" dur="500" fill="hold"/>
                                        <p:tgtEl>
                                          <p:spTgt spid="49"/>
                                        </p:tgtEl>
                                        <p:attrNameLst>
                                          <p:attrName>ppt_h</p:attrName>
                                        </p:attrNameLst>
                                      </p:cBhvr>
                                      <p:tavLst>
                                        <p:tav tm="0">
                                          <p:val>
                                            <p:fltVal val="0"/>
                                          </p:val>
                                        </p:tav>
                                        <p:tav tm="100000">
                                          <p:val>
                                            <p:strVal val="#ppt_h"/>
                                          </p:val>
                                        </p:tav>
                                      </p:tavLst>
                                    </p:anim>
                                    <p:animEffect transition="in" filter="fade">
                                      <p:cBhvr>
                                        <p:cTn id="47" dur="500"/>
                                        <p:tgtEl>
                                          <p:spTgt spid="49"/>
                                        </p:tgtEl>
                                      </p:cBhvr>
                                    </p:animEffect>
                                  </p:childTnLst>
                                </p:cTn>
                              </p:par>
                            </p:childTnLst>
                          </p:cTn>
                        </p:par>
                        <p:par>
                          <p:cTn id="48" fill="hold" nodeType="withGroup">
                            <p:stCondLst>
                              <p:cond delay="5000"/>
                            </p:stCondLst>
                            <p:childTnLst>
                              <p:par>
                                <p:cTn id="49" presetID="10" presetClass="entr" presetSubtype="0" fill="hold" grpId="5" nodeType="afterEffect">
                                  <p:childTnLst>
                                    <p:set>
                                      <p:cBhvr>
                                        <p:cTn id="50" dur="1" fill="hold">
                                          <p:stCondLst>
                                            <p:cond delay="0"/>
                                          </p:stCondLst>
                                        </p:cTn>
                                        <p:tgtEl>
                                          <p:spTgt spid="31"/>
                                        </p:tgtEl>
                                        <p:attrNameLst>
                                          <p:attrName>style.visibility</p:attrName>
                                        </p:attrNameLst>
                                      </p:cBhvr>
                                      <p:to>
                                        <p:strVal val="visible"/>
                                      </p:to>
                                    </p:set>
                                    <p:animEffect transition="in" filter="fade">
                                      <p:cBhvr>
                                        <p:cTn id="51" dur="500"/>
                                        <p:tgtEl>
                                          <p:spTgt spid="31"/>
                                        </p:tgtEl>
                                      </p:cBhvr>
                                    </p:animEffect>
                                  </p:childTnLst>
                                </p:cTn>
                              </p:par>
                              <p:par>
                                <p:cTn id="52" presetID="10" presetClass="entr" presetSubtype="0" fill="hold" grpId="6" nodeType="withEffect">
                                  <p:childTnLst>
                                    <p:set>
                                      <p:cBhvr>
                                        <p:cTn id="53" dur="1" fill="hold">
                                          <p:stCondLst>
                                            <p:cond delay="0"/>
                                          </p:stCondLst>
                                        </p:cTn>
                                        <p:tgtEl>
                                          <p:spTgt spid="37"/>
                                        </p:tgtEl>
                                        <p:attrNameLst>
                                          <p:attrName>style.visibility</p:attrName>
                                        </p:attrNameLst>
                                      </p:cBhvr>
                                      <p:to>
                                        <p:strVal val="visible"/>
                                      </p:to>
                                    </p:set>
                                    <p:animEffect transition="in" filter="fade">
                                      <p:cBhvr>
                                        <p:cTn id="54" dur="500"/>
                                        <p:tgtEl>
                                          <p:spTgt spid="37"/>
                                        </p:tgtEl>
                                      </p:cBhvr>
                                    </p:animEffect>
                                  </p:childTnLst>
                                </p:cTn>
                              </p:par>
                            </p:childTnLst>
                          </p:cTn>
                        </p:par>
                        <p:par>
                          <p:cTn id="55" fill="hold" nodeType="withGroup">
                            <p:stCondLst>
                              <p:cond delay="5500"/>
                            </p:stCondLst>
                            <p:childTnLst>
                              <p:par>
                                <p:cTn id="56" presetID="53" presetClass="entr" presetSubtype="0" fill="hold" grpId="16" nodeType="afterEffect">
                                  <p:childTnLst>
                                    <p:set>
                                      <p:cBhvr>
                                        <p:cTn id="57" dur="1" fill="hold">
                                          <p:stCondLst>
                                            <p:cond delay="0"/>
                                          </p:stCondLst>
                                        </p:cTn>
                                        <p:tgtEl>
                                          <p:spTgt spid="48"/>
                                        </p:tgtEl>
                                        <p:attrNameLst>
                                          <p:attrName>style.visibility</p:attrName>
                                        </p:attrNameLst>
                                      </p:cBhvr>
                                      <p:to>
                                        <p:strVal val="visible"/>
                                      </p:to>
                                    </p:set>
                                    <p:anim calcmode="lin" valueType="num">
                                      <p:cBhvr>
                                        <p:cTn id="58" dur="500" fill="hold"/>
                                        <p:tgtEl>
                                          <p:spTgt spid="48"/>
                                        </p:tgtEl>
                                        <p:attrNameLst>
                                          <p:attrName>ppt_w</p:attrName>
                                        </p:attrNameLst>
                                      </p:cBhvr>
                                      <p:tavLst>
                                        <p:tav tm="0">
                                          <p:val>
                                            <p:fltVal val="0"/>
                                          </p:val>
                                        </p:tav>
                                        <p:tav tm="100000">
                                          <p:val>
                                            <p:strVal val="#ppt_w"/>
                                          </p:val>
                                        </p:tav>
                                      </p:tavLst>
                                    </p:anim>
                                    <p:anim calcmode="lin" valueType="num">
                                      <p:cBhvr>
                                        <p:cTn id="59" dur="500" fill="hold"/>
                                        <p:tgtEl>
                                          <p:spTgt spid="48"/>
                                        </p:tgtEl>
                                        <p:attrNameLst>
                                          <p:attrName>ppt_h</p:attrName>
                                        </p:attrNameLst>
                                      </p:cBhvr>
                                      <p:tavLst>
                                        <p:tav tm="0">
                                          <p:val>
                                            <p:fltVal val="0"/>
                                          </p:val>
                                        </p:tav>
                                        <p:tav tm="100000">
                                          <p:val>
                                            <p:strVal val="#ppt_h"/>
                                          </p:val>
                                        </p:tav>
                                      </p:tavLst>
                                    </p:anim>
                                    <p:animEffect transition="in" filter="fade">
                                      <p:cBhvr>
                                        <p:cTn id="60" dur="500"/>
                                        <p:tgtEl>
                                          <p:spTgt spid="48"/>
                                        </p:tgtEl>
                                      </p:cBhvr>
                                    </p:animEffect>
                                  </p:childTnLst>
                                </p:cTn>
                              </p:par>
                            </p:childTnLst>
                          </p:cTn>
                        </p:par>
                        <p:par>
                          <p:cTn id="61" fill="hold" nodeType="withGroup">
                            <p:stCondLst>
                              <p:cond delay="6000"/>
                            </p:stCondLst>
                            <p:childTnLst>
                              <p:par>
                                <p:cTn id="62" presetID="10" presetClass="entr" presetSubtype="0" fill="hold" grpId="7" nodeType="afterEffect">
                                  <p:childTnLst>
                                    <p:set>
                                      <p:cBhvr>
                                        <p:cTn id="63" dur="1" fill="hold">
                                          <p:stCondLst>
                                            <p:cond delay="0"/>
                                          </p:stCondLst>
                                        </p:cTn>
                                        <p:tgtEl>
                                          <p:spTgt spid="38"/>
                                        </p:tgtEl>
                                        <p:attrNameLst>
                                          <p:attrName>style.visibility</p:attrName>
                                        </p:attrNameLst>
                                      </p:cBhvr>
                                      <p:to>
                                        <p:strVal val="visible"/>
                                      </p:to>
                                    </p:set>
                                    <p:animEffect transition="in" filter="fade">
                                      <p:cBhvr>
                                        <p:cTn id="64" dur="500"/>
                                        <p:tgtEl>
                                          <p:spTgt spid="38"/>
                                        </p:tgtEl>
                                      </p:cBhvr>
                                    </p:animEffect>
                                  </p:childTnLst>
                                </p:cTn>
                              </p:par>
                              <p:par>
                                <p:cTn id="65" presetID="10" presetClass="entr" presetSubtype="0" fill="hold" grpId="8" nodeType="withEffect">
                                  <p:childTnLst>
                                    <p:set>
                                      <p:cBhvr>
                                        <p:cTn id="66" dur="1" fill="hold">
                                          <p:stCondLst>
                                            <p:cond delay="0"/>
                                          </p:stCondLst>
                                        </p:cTn>
                                        <p:tgtEl>
                                          <p:spTgt spid="39"/>
                                        </p:tgtEl>
                                        <p:attrNameLst>
                                          <p:attrName>style.visibility</p:attrName>
                                        </p:attrNameLst>
                                      </p:cBhvr>
                                      <p:to>
                                        <p:strVal val="visible"/>
                                      </p:to>
                                    </p:set>
                                    <p:animEffect transition="in" filter="fade">
                                      <p:cBhvr>
                                        <p:cTn id="67" dur="500"/>
                                        <p:tgtEl>
                                          <p:spTgt spid="39"/>
                                        </p:tgtEl>
                                      </p:cBhvr>
                                    </p:animEffect>
                                  </p:childTnLst>
                                </p:cTn>
                              </p:par>
                            </p:childTnLst>
                          </p:cTn>
                        </p:par>
                        <p:par>
                          <p:cTn id="68" fill="hold" nodeType="withGroup">
                            <p:stCondLst>
                              <p:cond delay="6500"/>
                            </p:stCondLst>
                            <p:childTnLst>
                              <p:par>
                                <p:cTn id="69" presetID="53" presetClass="entr" presetSubtype="0" fill="hold" grpId="13" nodeType="afterEffect">
                                  <p:childTnLst>
                                    <p:set>
                                      <p:cBhvr>
                                        <p:cTn id="70" dur="1" fill="hold">
                                          <p:stCondLst>
                                            <p:cond delay="0"/>
                                          </p:stCondLst>
                                        </p:cTn>
                                        <p:tgtEl>
                                          <p:spTgt spid="34"/>
                                        </p:tgtEl>
                                        <p:attrNameLst>
                                          <p:attrName>style.visibility</p:attrName>
                                        </p:attrNameLst>
                                      </p:cBhvr>
                                      <p:to>
                                        <p:strVal val="visible"/>
                                      </p:to>
                                    </p:set>
                                    <p:anim calcmode="lin" valueType="num">
                                      <p:cBhvr>
                                        <p:cTn id="71" dur="500" fill="hold"/>
                                        <p:tgtEl>
                                          <p:spTgt spid="34"/>
                                        </p:tgtEl>
                                        <p:attrNameLst>
                                          <p:attrName>ppt_w</p:attrName>
                                        </p:attrNameLst>
                                      </p:cBhvr>
                                      <p:tavLst>
                                        <p:tav tm="0">
                                          <p:val>
                                            <p:fltVal val="0"/>
                                          </p:val>
                                        </p:tav>
                                        <p:tav tm="100000">
                                          <p:val>
                                            <p:strVal val="#ppt_w"/>
                                          </p:val>
                                        </p:tav>
                                      </p:tavLst>
                                    </p:anim>
                                    <p:anim calcmode="lin" valueType="num">
                                      <p:cBhvr>
                                        <p:cTn id="72" dur="500" fill="hold"/>
                                        <p:tgtEl>
                                          <p:spTgt spid="34"/>
                                        </p:tgtEl>
                                        <p:attrNameLst>
                                          <p:attrName>ppt_h</p:attrName>
                                        </p:attrNameLst>
                                      </p:cBhvr>
                                      <p:tavLst>
                                        <p:tav tm="0">
                                          <p:val>
                                            <p:fltVal val="0"/>
                                          </p:val>
                                        </p:tav>
                                        <p:tav tm="100000">
                                          <p:val>
                                            <p:strVal val="#ppt_h"/>
                                          </p:val>
                                        </p:tav>
                                      </p:tavLst>
                                    </p:anim>
                                    <p:animEffect transition="in" filter="fade">
                                      <p:cBhvr>
                                        <p:cTn id="73" dur="500"/>
                                        <p:tgtEl>
                                          <p:spTgt spid="34"/>
                                        </p:tgtEl>
                                      </p:cBhvr>
                                    </p:animEffect>
                                  </p:childTnLst>
                                </p:cTn>
                              </p:par>
                            </p:childTnLst>
                          </p:cTn>
                        </p:par>
                        <p:par>
                          <p:cTn id="74" fill="hold" nodeType="withGroup">
                            <p:stCondLst>
                              <p:cond delay="7000"/>
                            </p:stCondLst>
                            <p:childTnLst>
                              <p:par>
                                <p:cTn id="75" presetID="10" presetClass="entr" presetSubtype="0" fill="hold" grpId="9" nodeType="afterEffect">
                                  <p:childTnLst>
                                    <p:set>
                                      <p:cBhvr>
                                        <p:cTn id="76" dur="1" fill="hold">
                                          <p:stCondLst>
                                            <p:cond delay="0"/>
                                          </p:stCondLst>
                                        </p:cTn>
                                        <p:tgtEl>
                                          <p:spTgt spid="40"/>
                                        </p:tgtEl>
                                        <p:attrNameLst>
                                          <p:attrName>style.visibility</p:attrName>
                                        </p:attrNameLst>
                                      </p:cBhvr>
                                      <p:to>
                                        <p:strVal val="visible"/>
                                      </p:to>
                                    </p:set>
                                    <p:animEffect transition="in" filter="fade">
                                      <p:cBhvr>
                                        <p:cTn id="77" dur="500"/>
                                        <p:tgtEl>
                                          <p:spTgt spid="40"/>
                                        </p:tgtEl>
                                      </p:cBhvr>
                                    </p:animEffect>
                                  </p:childTnLst>
                                </p:cTn>
                              </p:par>
                              <p:par>
                                <p:cTn id="78" presetID="10" presetClass="entr" presetSubtype="0" fill="hold" grpId="10" nodeType="withEffect">
                                  <p:childTnLst>
                                    <p:set>
                                      <p:cBhvr>
                                        <p:cTn id="79" dur="1" fill="hold">
                                          <p:stCondLst>
                                            <p:cond delay="0"/>
                                          </p:stCondLst>
                                        </p:cTn>
                                        <p:tgtEl>
                                          <p:spTgt spid="41"/>
                                        </p:tgtEl>
                                        <p:attrNameLst>
                                          <p:attrName>style.visibility</p:attrName>
                                        </p:attrNameLst>
                                      </p:cBhvr>
                                      <p:to>
                                        <p:strVal val="visible"/>
                                      </p:to>
                                    </p:set>
                                    <p:animEffect transition="in" filter="fade">
                                      <p:cBhvr>
                                        <p:cTn id="80"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8" grpId="2"/>
      <p:bldP spid="29" grpId="3"/>
      <p:bldP spid="30" grpId="4"/>
      <p:bldP spid="31" grpId="5"/>
      <p:bldP spid="37" grpId="6"/>
      <p:bldP spid="38" grpId="7"/>
      <p:bldP spid="39" grpId="8"/>
      <p:bldP spid="40" grpId="9"/>
      <p:bldP spid="41" grpId="10"/>
      <p:bldP spid="25" grpId="11"/>
      <p:bldP spid="34" grpId="13" animBg="1"/>
      <p:bldP spid="35" grpId="14" animBg="1"/>
      <p:bldP spid="36" grpId="15" animBg="1"/>
      <p:bldP spid="48" grpId="16" animBg="1"/>
      <p:bldP spid="49" grpId="17"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经营范围</a:t>
            </a:r>
          </a:p>
        </p:txBody>
      </p:sp>
      <p:grpSp>
        <p:nvGrpSpPr>
          <p:cNvPr id="23" name="千图PPT彼岸天：ID 8661124库_组合 74">
            <a:extLst>
              <a:ext uri="{FF2B5EF4-FFF2-40B4-BE49-F238E27FC236}">
                <a16:creationId xmlns:a16="http://schemas.microsoft.com/office/drawing/2014/main" id="{FB537FA8-9252-49EF-BCA8-4ACB39FF1CC7}"/>
              </a:ext>
            </a:extLst>
          </p:cNvPr>
          <p:cNvGrpSpPr/>
          <p:nvPr>
            <p:custDataLst>
              <p:tags r:id="rId1"/>
            </p:custDataLst>
          </p:nvPr>
        </p:nvGrpSpPr>
        <p:grpSpPr>
          <a:xfrm>
            <a:off x="792530" y="3155260"/>
            <a:ext cx="1736775" cy="1074484"/>
            <a:chOff x="779277" y="3022739"/>
            <a:chExt cx="1736775" cy="1074484"/>
          </a:xfrm>
        </p:grpSpPr>
        <p:sp>
          <p:nvSpPr>
            <p:cNvPr id="24" name="千图PPT彼岸天：ID 8661124库_文本框 6">
              <a:extLst>
                <a:ext uri="{FF2B5EF4-FFF2-40B4-BE49-F238E27FC236}">
                  <a16:creationId xmlns:a16="http://schemas.microsoft.com/office/drawing/2014/main" id="{AF241D8F-5F51-4E9E-999E-7998DEA263F2}"/>
                </a:ext>
              </a:extLst>
            </p:cNvPr>
            <p:cNvSpPr txBox="1"/>
            <p:nvPr>
              <p:custDataLst>
                <p:tags r:id="rId42"/>
              </p:custDataLst>
            </p:nvPr>
          </p:nvSpPr>
          <p:spPr>
            <a:xfrm>
              <a:off x="866738" y="3022739"/>
              <a:ext cx="1561852" cy="269881"/>
            </a:xfrm>
            <a:prstGeom prst="rect">
              <a:avLst/>
            </a:prstGeom>
            <a:noFill/>
          </p:spPr>
          <p:txBody>
            <a:bodyPr wrap="square" rtlCol="0" anchor="ctr">
              <a:noAutofit/>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r>
                <a:rPr lang="zh-CN" altLang="en-US" sz="1600" b="1">
                  <a:cs typeface="+mn-ea"/>
                  <a:sym typeface="+mn-lt"/>
                </a:rPr>
                <a:t>输入标题文本</a:t>
              </a:r>
              <a:endParaRPr lang="en-US" sz="1600" b="1" dirty="0">
                <a:cs typeface="+mn-ea"/>
                <a:sym typeface="+mn-lt"/>
              </a:endParaRPr>
            </a:p>
          </p:txBody>
        </p:sp>
        <p:sp>
          <p:nvSpPr>
            <p:cNvPr id="25" name="千图PPT彼岸天：ID 8661124库_矩形 1">
              <a:extLst>
                <a:ext uri="{FF2B5EF4-FFF2-40B4-BE49-F238E27FC236}">
                  <a16:creationId xmlns:a16="http://schemas.microsoft.com/office/drawing/2014/main" id="{00D8820D-4CE7-46D6-92C3-3E5F6A6FBA35}"/>
                </a:ext>
              </a:extLst>
            </p:cNvPr>
            <p:cNvSpPr/>
            <p:nvPr>
              <p:custDataLst>
                <p:tags r:id="rId43"/>
              </p:custDataLst>
            </p:nvPr>
          </p:nvSpPr>
          <p:spPr>
            <a:xfrm>
              <a:off x="779277" y="3347555"/>
              <a:ext cx="1736775" cy="749668"/>
            </a:xfrm>
            <a:prstGeom prst="rect">
              <a:avLst/>
            </a:prstGeom>
          </p:spPr>
          <p:txBody>
            <a:bodyPr wrap="square">
              <a:normAutofit/>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lnSpc>
                  <a:spcPct val="150000"/>
                </a:lnSpc>
              </a:pPr>
              <a:r>
                <a:rPr lang="zh-CN" altLang="en-US" sz="1000">
                  <a:cs typeface="+mn-ea"/>
                  <a:sym typeface="+mn-lt"/>
                </a:rPr>
                <a:t>请替换文字内容复制你的内容到此</a:t>
              </a:r>
              <a:endParaRPr lang="id-ID" sz="1000">
                <a:cs typeface="+mn-ea"/>
                <a:sym typeface="+mn-lt"/>
              </a:endParaRPr>
            </a:p>
          </p:txBody>
        </p:sp>
      </p:grpSp>
      <p:grpSp>
        <p:nvGrpSpPr>
          <p:cNvPr id="26" name="千图PPT彼岸天：ID 8661124库_组合 75">
            <a:extLst>
              <a:ext uri="{FF2B5EF4-FFF2-40B4-BE49-F238E27FC236}">
                <a16:creationId xmlns:a16="http://schemas.microsoft.com/office/drawing/2014/main" id="{895C15C2-4FB5-499E-B6EB-872725D30652}"/>
              </a:ext>
            </a:extLst>
          </p:cNvPr>
          <p:cNvGrpSpPr/>
          <p:nvPr>
            <p:custDataLst>
              <p:tags r:id="rId2"/>
            </p:custDataLst>
          </p:nvPr>
        </p:nvGrpSpPr>
        <p:grpSpPr>
          <a:xfrm>
            <a:off x="3860796" y="1653310"/>
            <a:ext cx="1736775" cy="1074484"/>
            <a:chOff x="3847543" y="1520789"/>
            <a:chExt cx="1736775" cy="1074484"/>
          </a:xfrm>
        </p:grpSpPr>
        <p:sp>
          <p:nvSpPr>
            <p:cNvPr id="27" name="千图PPT彼岸天：ID 8661124库_文本框 8">
              <a:extLst>
                <a:ext uri="{FF2B5EF4-FFF2-40B4-BE49-F238E27FC236}">
                  <a16:creationId xmlns:a16="http://schemas.microsoft.com/office/drawing/2014/main" id="{4CEFC00A-D2AE-44A8-9AC7-49CA17365808}"/>
                </a:ext>
              </a:extLst>
            </p:cNvPr>
            <p:cNvSpPr txBox="1"/>
            <p:nvPr>
              <p:custDataLst>
                <p:tags r:id="rId40"/>
              </p:custDataLst>
            </p:nvPr>
          </p:nvSpPr>
          <p:spPr>
            <a:xfrm>
              <a:off x="3935004" y="1520789"/>
              <a:ext cx="1561852" cy="269881"/>
            </a:xfrm>
            <a:prstGeom prst="rect">
              <a:avLst/>
            </a:prstGeom>
            <a:noFill/>
          </p:spPr>
          <p:txBody>
            <a:bodyPr wrap="square" rtlCol="0" anchor="ctr">
              <a:noAutofit/>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r>
                <a:rPr lang="zh-CN" altLang="en-US" sz="1600" b="1">
                  <a:cs typeface="+mn-ea"/>
                  <a:sym typeface="+mn-lt"/>
                </a:rPr>
                <a:t>输入标题文本</a:t>
              </a:r>
              <a:endParaRPr lang="en-US" sz="1600" b="1" dirty="0">
                <a:cs typeface="+mn-ea"/>
                <a:sym typeface="+mn-lt"/>
              </a:endParaRPr>
            </a:p>
          </p:txBody>
        </p:sp>
        <p:sp>
          <p:nvSpPr>
            <p:cNvPr id="28" name="千图PPT彼岸天：ID 8661124库_矩形 9">
              <a:extLst>
                <a:ext uri="{FF2B5EF4-FFF2-40B4-BE49-F238E27FC236}">
                  <a16:creationId xmlns:a16="http://schemas.microsoft.com/office/drawing/2014/main" id="{4A328211-6CCC-4F3E-80E9-084C447AC38D}"/>
                </a:ext>
              </a:extLst>
            </p:cNvPr>
            <p:cNvSpPr/>
            <p:nvPr>
              <p:custDataLst>
                <p:tags r:id="rId41"/>
              </p:custDataLst>
            </p:nvPr>
          </p:nvSpPr>
          <p:spPr>
            <a:xfrm>
              <a:off x="3847543" y="1845605"/>
              <a:ext cx="1736775" cy="749668"/>
            </a:xfrm>
            <a:prstGeom prst="rect">
              <a:avLst/>
            </a:prstGeom>
          </p:spPr>
          <p:txBody>
            <a:bodyPr wrap="square">
              <a:normAutofit/>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lnSpc>
                  <a:spcPct val="150000"/>
                </a:lnSpc>
              </a:pPr>
              <a:r>
                <a:rPr lang="zh-CN" altLang="en-US" sz="1000">
                  <a:cs typeface="+mn-ea"/>
                  <a:sym typeface="+mn-lt"/>
                </a:rPr>
                <a:t>请替换文字内容复制你的内容到此</a:t>
              </a:r>
              <a:endParaRPr lang="id-ID" sz="1000">
                <a:cs typeface="+mn-ea"/>
                <a:sym typeface="+mn-lt"/>
              </a:endParaRPr>
            </a:p>
          </p:txBody>
        </p:sp>
      </p:grpSp>
      <p:grpSp>
        <p:nvGrpSpPr>
          <p:cNvPr id="29" name="千图PPT彼岸天：ID 8661124库_组合 76">
            <a:extLst>
              <a:ext uri="{FF2B5EF4-FFF2-40B4-BE49-F238E27FC236}">
                <a16:creationId xmlns:a16="http://schemas.microsoft.com/office/drawing/2014/main" id="{4C1535CD-C284-4C56-98CC-10D1FF9A7F6C}"/>
              </a:ext>
            </a:extLst>
          </p:cNvPr>
          <p:cNvGrpSpPr/>
          <p:nvPr>
            <p:custDataLst>
              <p:tags r:id="rId3"/>
            </p:custDataLst>
          </p:nvPr>
        </p:nvGrpSpPr>
        <p:grpSpPr>
          <a:xfrm>
            <a:off x="6613434" y="1653310"/>
            <a:ext cx="1736775" cy="1074484"/>
            <a:chOff x="6600181" y="1520789"/>
            <a:chExt cx="1736775" cy="1074484"/>
          </a:xfrm>
        </p:grpSpPr>
        <p:sp>
          <p:nvSpPr>
            <p:cNvPr id="30" name="千图PPT彼岸天：ID 8661124库_文本框 10">
              <a:extLst>
                <a:ext uri="{FF2B5EF4-FFF2-40B4-BE49-F238E27FC236}">
                  <a16:creationId xmlns:a16="http://schemas.microsoft.com/office/drawing/2014/main" id="{3F90752A-23BB-4224-A3C3-AAE245DBDA22}"/>
                </a:ext>
              </a:extLst>
            </p:cNvPr>
            <p:cNvSpPr txBox="1"/>
            <p:nvPr>
              <p:custDataLst>
                <p:tags r:id="rId38"/>
              </p:custDataLst>
            </p:nvPr>
          </p:nvSpPr>
          <p:spPr>
            <a:xfrm>
              <a:off x="6687642" y="1520789"/>
              <a:ext cx="1561852" cy="269881"/>
            </a:xfrm>
            <a:prstGeom prst="rect">
              <a:avLst/>
            </a:prstGeom>
            <a:noFill/>
          </p:spPr>
          <p:txBody>
            <a:bodyPr wrap="square" rtlCol="0" anchor="ctr">
              <a:noAutofit/>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r>
                <a:rPr lang="zh-CN" altLang="en-US" sz="1600" b="1">
                  <a:cs typeface="+mn-ea"/>
                  <a:sym typeface="+mn-lt"/>
                </a:rPr>
                <a:t>输入标题文本</a:t>
              </a:r>
              <a:endParaRPr lang="en-US" sz="1600" b="1" dirty="0">
                <a:cs typeface="+mn-ea"/>
                <a:sym typeface="+mn-lt"/>
              </a:endParaRPr>
            </a:p>
          </p:txBody>
        </p:sp>
        <p:sp>
          <p:nvSpPr>
            <p:cNvPr id="31" name="千图PPT彼岸天：ID 8661124库_矩形 11">
              <a:extLst>
                <a:ext uri="{FF2B5EF4-FFF2-40B4-BE49-F238E27FC236}">
                  <a16:creationId xmlns:a16="http://schemas.microsoft.com/office/drawing/2014/main" id="{3B9D8246-6965-4907-9604-CAFABC458885}"/>
                </a:ext>
              </a:extLst>
            </p:cNvPr>
            <p:cNvSpPr/>
            <p:nvPr>
              <p:custDataLst>
                <p:tags r:id="rId39"/>
              </p:custDataLst>
            </p:nvPr>
          </p:nvSpPr>
          <p:spPr>
            <a:xfrm>
              <a:off x="6600181" y="1845605"/>
              <a:ext cx="1736775" cy="749668"/>
            </a:xfrm>
            <a:prstGeom prst="rect">
              <a:avLst/>
            </a:prstGeom>
          </p:spPr>
          <p:txBody>
            <a:bodyPr wrap="square">
              <a:normAutofit/>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lnSpc>
                  <a:spcPct val="150000"/>
                </a:lnSpc>
              </a:pPr>
              <a:r>
                <a:rPr lang="zh-CN" altLang="en-US" sz="1000">
                  <a:cs typeface="+mn-ea"/>
                  <a:sym typeface="+mn-lt"/>
                </a:rPr>
                <a:t>请替换文字内容复制你的内容到此</a:t>
              </a:r>
              <a:endParaRPr lang="id-ID" sz="1000">
                <a:cs typeface="+mn-ea"/>
                <a:sym typeface="+mn-lt"/>
              </a:endParaRPr>
            </a:p>
          </p:txBody>
        </p:sp>
      </p:grpSp>
      <p:grpSp>
        <p:nvGrpSpPr>
          <p:cNvPr id="32" name="千图PPT彼岸天：ID 8661124库_组合 78">
            <a:extLst>
              <a:ext uri="{FF2B5EF4-FFF2-40B4-BE49-F238E27FC236}">
                <a16:creationId xmlns:a16="http://schemas.microsoft.com/office/drawing/2014/main" id="{1BF4CDAC-19B7-430E-A4C6-ED64288F0BCB}"/>
              </a:ext>
            </a:extLst>
          </p:cNvPr>
          <p:cNvGrpSpPr/>
          <p:nvPr>
            <p:custDataLst>
              <p:tags r:id="rId4"/>
            </p:custDataLst>
          </p:nvPr>
        </p:nvGrpSpPr>
        <p:grpSpPr>
          <a:xfrm>
            <a:off x="9689201" y="3155260"/>
            <a:ext cx="1736775" cy="1074484"/>
            <a:chOff x="9675948" y="3022739"/>
            <a:chExt cx="1736775" cy="1074484"/>
          </a:xfrm>
        </p:grpSpPr>
        <p:sp>
          <p:nvSpPr>
            <p:cNvPr id="33" name="千图PPT彼岸天：ID 8661124库_文本框 12">
              <a:extLst>
                <a:ext uri="{FF2B5EF4-FFF2-40B4-BE49-F238E27FC236}">
                  <a16:creationId xmlns:a16="http://schemas.microsoft.com/office/drawing/2014/main" id="{C42DA567-B45A-4A39-B9F4-F8FE1E7A7B79}"/>
                </a:ext>
              </a:extLst>
            </p:cNvPr>
            <p:cNvSpPr txBox="1"/>
            <p:nvPr>
              <p:custDataLst>
                <p:tags r:id="rId36"/>
              </p:custDataLst>
            </p:nvPr>
          </p:nvSpPr>
          <p:spPr>
            <a:xfrm>
              <a:off x="9763409" y="3022739"/>
              <a:ext cx="1561852" cy="269881"/>
            </a:xfrm>
            <a:prstGeom prst="rect">
              <a:avLst/>
            </a:prstGeom>
            <a:noFill/>
          </p:spPr>
          <p:txBody>
            <a:bodyPr wrap="square" rtlCol="0" anchor="ctr">
              <a:noAutofit/>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r>
                <a:rPr lang="zh-CN" altLang="en-US" sz="1600" b="1">
                  <a:cs typeface="+mn-ea"/>
                  <a:sym typeface="+mn-lt"/>
                </a:rPr>
                <a:t>输入标题文本</a:t>
              </a:r>
              <a:endParaRPr lang="en-US" sz="1600" b="1" dirty="0">
                <a:cs typeface="+mn-ea"/>
                <a:sym typeface="+mn-lt"/>
              </a:endParaRPr>
            </a:p>
          </p:txBody>
        </p:sp>
        <p:sp>
          <p:nvSpPr>
            <p:cNvPr id="34" name="千图PPT彼岸天：ID 8661124库_矩形 13">
              <a:extLst>
                <a:ext uri="{FF2B5EF4-FFF2-40B4-BE49-F238E27FC236}">
                  <a16:creationId xmlns:a16="http://schemas.microsoft.com/office/drawing/2014/main" id="{132F26F2-BE9C-4EFF-8183-A4C9761072B3}"/>
                </a:ext>
              </a:extLst>
            </p:cNvPr>
            <p:cNvSpPr/>
            <p:nvPr>
              <p:custDataLst>
                <p:tags r:id="rId37"/>
              </p:custDataLst>
            </p:nvPr>
          </p:nvSpPr>
          <p:spPr>
            <a:xfrm>
              <a:off x="9675948" y="3347555"/>
              <a:ext cx="1736775" cy="749668"/>
            </a:xfrm>
            <a:prstGeom prst="rect">
              <a:avLst/>
            </a:prstGeom>
          </p:spPr>
          <p:txBody>
            <a:bodyPr wrap="square">
              <a:normAutofit/>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lnSpc>
                  <a:spcPct val="150000"/>
                </a:lnSpc>
              </a:pPr>
              <a:r>
                <a:rPr lang="zh-CN" altLang="en-US" sz="1000">
                  <a:cs typeface="+mn-ea"/>
                  <a:sym typeface="+mn-lt"/>
                </a:rPr>
                <a:t>请替换文字内容复制你的内容到此</a:t>
              </a:r>
              <a:endParaRPr lang="id-ID" sz="1000">
                <a:cs typeface="+mn-ea"/>
                <a:sym typeface="+mn-lt"/>
              </a:endParaRPr>
            </a:p>
          </p:txBody>
        </p:sp>
      </p:grpSp>
      <p:grpSp>
        <p:nvGrpSpPr>
          <p:cNvPr id="35" name="千图PPT彼岸天：ID 8661124库_组合 73">
            <a:extLst>
              <a:ext uri="{FF2B5EF4-FFF2-40B4-BE49-F238E27FC236}">
                <a16:creationId xmlns:a16="http://schemas.microsoft.com/office/drawing/2014/main" id="{1B1C3CEE-7EF4-48FB-A472-BAF2406EC96F}"/>
              </a:ext>
            </a:extLst>
          </p:cNvPr>
          <p:cNvGrpSpPr/>
          <p:nvPr>
            <p:custDataLst>
              <p:tags r:id="rId5"/>
            </p:custDataLst>
          </p:nvPr>
        </p:nvGrpSpPr>
        <p:grpSpPr>
          <a:xfrm>
            <a:off x="4261809" y="5180211"/>
            <a:ext cx="1736775" cy="1074483"/>
            <a:chOff x="4248556" y="5047690"/>
            <a:chExt cx="1736775" cy="1074483"/>
          </a:xfrm>
        </p:grpSpPr>
        <p:sp>
          <p:nvSpPr>
            <p:cNvPr id="36" name="千图PPT彼岸天：ID 8661124库_文本框 14">
              <a:extLst>
                <a:ext uri="{FF2B5EF4-FFF2-40B4-BE49-F238E27FC236}">
                  <a16:creationId xmlns:a16="http://schemas.microsoft.com/office/drawing/2014/main" id="{0BD9567F-FDDD-4ED7-A346-9AB167A3265F}"/>
                </a:ext>
              </a:extLst>
            </p:cNvPr>
            <p:cNvSpPr txBox="1"/>
            <p:nvPr>
              <p:custDataLst>
                <p:tags r:id="rId34"/>
              </p:custDataLst>
            </p:nvPr>
          </p:nvSpPr>
          <p:spPr>
            <a:xfrm>
              <a:off x="4336017" y="5047690"/>
              <a:ext cx="1561852" cy="269881"/>
            </a:xfrm>
            <a:prstGeom prst="rect">
              <a:avLst/>
            </a:prstGeom>
            <a:noFill/>
          </p:spPr>
          <p:txBody>
            <a:bodyPr wrap="square" rtlCol="0" anchor="ctr">
              <a:noAutofit/>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r>
                <a:rPr lang="zh-CN" altLang="en-US" sz="1600" b="1">
                  <a:cs typeface="+mn-ea"/>
                  <a:sym typeface="+mn-lt"/>
                </a:rPr>
                <a:t>输入标题文本</a:t>
              </a:r>
              <a:endParaRPr lang="en-US" sz="1600" b="1" dirty="0">
                <a:cs typeface="+mn-ea"/>
                <a:sym typeface="+mn-lt"/>
              </a:endParaRPr>
            </a:p>
          </p:txBody>
        </p:sp>
        <p:sp>
          <p:nvSpPr>
            <p:cNvPr id="37" name="千图PPT彼岸天：ID 8661124库_矩形 15">
              <a:extLst>
                <a:ext uri="{FF2B5EF4-FFF2-40B4-BE49-F238E27FC236}">
                  <a16:creationId xmlns:a16="http://schemas.microsoft.com/office/drawing/2014/main" id="{FE44BB46-F27A-4360-BE64-8A3F2AB730F0}"/>
                </a:ext>
              </a:extLst>
            </p:cNvPr>
            <p:cNvSpPr/>
            <p:nvPr>
              <p:custDataLst>
                <p:tags r:id="rId35"/>
              </p:custDataLst>
            </p:nvPr>
          </p:nvSpPr>
          <p:spPr>
            <a:xfrm>
              <a:off x="4248556" y="5372505"/>
              <a:ext cx="1736775" cy="749668"/>
            </a:xfrm>
            <a:prstGeom prst="rect">
              <a:avLst/>
            </a:prstGeom>
          </p:spPr>
          <p:txBody>
            <a:bodyPr wrap="square">
              <a:normAutofit/>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lnSpc>
                  <a:spcPct val="150000"/>
                </a:lnSpc>
              </a:pPr>
              <a:r>
                <a:rPr lang="zh-CN" altLang="en-US" sz="1000">
                  <a:cs typeface="+mn-ea"/>
                  <a:sym typeface="+mn-lt"/>
                </a:rPr>
                <a:t>请替换文字内容复制你的内容到此</a:t>
              </a:r>
              <a:endParaRPr lang="id-ID" sz="1000">
                <a:cs typeface="+mn-ea"/>
                <a:sym typeface="+mn-lt"/>
              </a:endParaRPr>
            </a:p>
          </p:txBody>
        </p:sp>
      </p:grpSp>
      <p:grpSp>
        <p:nvGrpSpPr>
          <p:cNvPr id="38" name="千图PPT彼岸天：ID 8661124库_组合 1">
            <a:extLst>
              <a:ext uri="{FF2B5EF4-FFF2-40B4-BE49-F238E27FC236}">
                <a16:creationId xmlns:a16="http://schemas.microsoft.com/office/drawing/2014/main" id="{DB7D0305-7723-404A-9211-13E9EFC1E3CF}"/>
              </a:ext>
            </a:extLst>
          </p:cNvPr>
          <p:cNvGrpSpPr/>
          <p:nvPr>
            <p:custDataLst>
              <p:tags r:id="rId6"/>
            </p:custDataLst>
          </p:nvPr>
        </p:nvGrpSpPr>
        <p:grpSpPr>
          <a:xfrm>
            <a:off x="6193923" y="5180211"/>
            <a:ext cx="1736775" cy="1074483"/>
            <a:chOff x="6180670" y="5047690"/>
            <a:chExt cx="1736775" cy="1074483"/>
          </a:xfrm>
        </p:grpSpPr>
        <p:sp>
          <p:nvSpPr>
            <p:cNvPr id="39" name="千图PPT彼岸天：ID 8661124库_文本框 16">
              <a:extLst>
                <a:ext uri="{FF2B5EF4-FFF2-40B4-BE49-F238E27FC236}">
                  <a16:creationId xmlns:a16="http://schemas.microsoft.com/office/drawing/2014/main" id="{56E63DFD-E67A-4E7A-BF09-F822519409A4}"/>
                </a:ext>
              </a:extLst>
            </p:cNvPr>
            <p:cNvSpPr txBox="1"/>
            <p:nvPr>
              <p:custDataLst>
                <p:tags r:id="rId32"/>
              </p:custDataLst>
            </p:nvPr>
          </p:nvSpPr>
          <p:spPr>
            <a:xfrm>
              <a:off x="6268131" y="5047690"/>
              <a:ext cx="1561852" cy="269881"/>
            </a:xfrm>
            <a:prstGeom prst="rect">
              <a:avLst/>
            </a:prstGeom>
            <a:noFill/>
          </p:spPr>
          <p:txBody>
            <a:bodyPr wrap="square" rtlCol="0" anchor="ctr">
              <a:noAutofit/>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r>
                <a:rPr lang="zh-CN" altLang="en-US" sz="1600" b="1">
                  <a:cs typeface="+mn-ea"/>
                  <a:sym typeface="+mn-lt"/>
                </a:rPr>
                <a:t>输入标题文本</a:t>
              </a:r>
              <a:endParaRPr lang="en-US" sz="1600" b="1" dirty="0">
                <a:cs typeface="+mn-ea"/>
                <a:sym typeface="+mn-lt"/>
              </a:endParaRPr>
            </a:p>
          </p:txBody>
        </p:sp>
        <p:sp>
          <p:nvSpPr>
            <p:cNvPr id="40" name="千图PPT彼岸天：ID 8661124库_矩形 17">
              <a:extLst>
                <a:ext uri="{FF2B5EF4-FFF2-40B4-BE49-F238E27FC236}">
                  <a16:creationId xmlns:a16="http://schemas.microsoft.com/office/drawing/2014/main" id="{7F1B82FB-0F98-4188-B3FF-8A3B594A2F31}"/>
                </a:ext>
              </a:extLst>
            </p:cNvPr>
            <p:cNvSpPr/>
            <p:nvPr>
              <p:custDataLst>
                <p:tags r:id="rId33"/>
              </p:custDataLst>
            </p:nvPr>
          </p:nvSpPr>
          <p:spPr>
            <a:xfrm>
              <a:off x="6180670" y="5372505"/>
              <a:ext cx="1736775" cy="749668"/>
            </a:xfrm>
            <a:prstGeom prst="rect">
              <a:avLst/>
            </a:prstGeom>
          </p:spPr>
          <p:txBody>
            <a:bodyPr wrap="square">
              <a:normAutofit/>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lnSpc>
                  <a:spcPct val="150000"/>
                </a:lnSpc>
              </a:pPr>
              <a:r>
                <a:rPr lang="zh-CN" altLang="en-US" sz="1000">
                  <a:cs typeface="+mn-ea"/>
                  <a:sym typeface="+mn-lt"/>
                </a:rPr>
                <a:t>请替换文字内容复制你的内容到此</a:t>
              </a:r>
              <a:endParaRPr lang="id-ID" sz="1000">
                <a:cs typeface="+mn-ea"/>
                <a:sym typeface="+mn-lt"/>
              </a:endParaRPr>
            </a:p>
          </p:txBody>
        </p:sp>
      </p:grpSp>
      <p:grpSp>
        <p:nvGrpSpPr>
          <p:cNvPr id="41" name="千图PPT彼岸天：ID 8661124库_组合 79">
            <a:extLst>
              <a:ext uri="{FF2B5EF4-FFF2-40B4-BE49-F238E27FC236}">
                <a16:creationId xmlns:a16="http://schemas.microsoft.com/office/drawing/2014/main" id="{FEE9C8F5-63D1-4B32-9371-854654F07D8B}"/>
              </a:ext>
            </a:extLst>
          </p:cNvPr>
          <p:cNvGrpSpPr/>
          <p:nvPr>
            <p:custDataLst>
              <p:tags r:id="rId7"/>
            </p:custDataLst>
          </p:nvPr>
        </p:nvGrpSpPr>
        <p:grpSpPr>
          <a:xfrm>
            <a:off x="2472277" y="1925869"/>
            <a:ext cx="7312570" cy="3579157"/>
            <a:chOff x="2459024" y="1793348"/>
            <a:chExt cx="7312570" cy="3579157"/>
          </a:xfrm>
        </p:grpSpPr>
        <p:grpSp>
          <p:nvGrpSpPr>
            <p:cNvPr id="42" name="PA_库_组合 94">
              <a:extLst>
                <a:ext uri="{FF2B5EF4-FFF2-40B4-BE49-F238E27FC236}">
                  <a16:creationId xmlns:a16="http://schemas.microsoft.com/office/drawing/2014/main" id="{EF6C94B8-F55A-4576-9262-1F2001050C33}"/>
                </a:ext>
              </a:extLst>
            </p:cNvPr>
            <p:cNvGrpSpPr/>
            <p:nvPr>
              <p:custDataLst>
                <p:tags r:id="rId8"/>
              </p:custDataLst>
            </p:nvPr>
          </p:nvGrpSpPr>
          <p:grpSpPr>
            <a:xfrm>
              <a:off x="2646265" y="1793348"/>
              <a:ext cx="6879740" cy="3453790"/>
              <a:chOff x="2563813" y="2184400"/>
              <a:chExt cx="7061201" cy="3544888"/>
            </a:xfrm>
            <a:solidFill>
              <a:schemeClr val="tx1"/>
            </a:solidFill>
          </p:grpSpPr>
          <p:grpSp>
            <p:nvGrpSpPr>
              <p:cNvPr id="84" name="Group 93">
                <a:extLst>
                  <a:ext uri="{FF2B5EF4-FFF2-40B4-BE49-F238E27FC236}">
                    <a16:creationId xmlns:a16="http://schemas.microsoft.com/office/drawing/2014/main" id="{BF9506BE-1F9B-4A8C-B152-AE0560852F21}"/>
                  </a:ext>
                </a:extLst>
              </p:cNvPr>
              <p:cNvGrpSpPr/>
              <p:nvPr/>
            </p:nvGrpSpPr>
            <p:grpSpPr>
              <a:xfrm>
                <a:off x="2563813" y="2184400"/>
                <a:ext cx="7061201" cy="3544888"/>
                <a:chOff x="2563813" y="2184400"/>
                <a:chExt cx="7061201" cy="3544888"/>
              </a:xfrm>
              <a:grpFill/>
            </p:grpSpPr>
            <p:grpSp>
              <p:nvGrpSpPr>
                <p:cNvPr id="86" name="Group 91">
                  <a:extLst>
                    <a:ext uri="{FF2B5EF4-FFF2-40B4-BE49-F238E27FC236}">
                      <a16:creationId xmlns:a16="http://schemas.microsoft.com/office/drawing/2014/main" id="{19A93521-B639-4057-A5F6-9E9427D1C026}"/>
                    </a:ext>
                  </a:extLst>
                </p:cNvPr>
                <p:cNvGrpSpPr/>
                <p:nvPr/>
              </p:nvGrpSpPr>
              <p:grpSpPr>
                <a:xfrm>
                  <a:off x="3336926" y="2963863"/>
                  <a:ext cx="5502275" cy="1960562"/>
                  <a:chOff x="3336926" y="2963863"/>
                  <a:chExt cx="5502275" cy="1960562"/>
                </a:xfrm>
                <a:grpFill/>
              </p:grpSpPr>
              <p:sp>
                <p:nvSpPr>
                  <p:cNvPr id="93" name="Rectangle 5">
                    <a:extLst>
                      <a:ext uri="{FF2B5EF4-FFF2-40B4-BE49-F238E27FC236}">
                        <a16:creationId xmlns:a16="http://schemas.microsoft.com/office/drawing/2014/main" id="{5D787953-6782-4118-AE54-5D2579FD8EB8}"/>
                      </a:ext>
                    </a:extLst>
                  </p:cNvPr>
                  <p:cNvSpPr>
                    <a:spLocks noChangeArrowheads="1"/>
                  </p:cNvSpPr>
                  <p:nvPr/>
                </p:nvSpPr>
                <p:spPr bwMode="auto">
                  <a:xfrm>
                    <a:off x="4689476" y="3919538"/>
                    <a:ext cx="2790825" cy="76200"/>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sp>
                <p:nvSpPr>
                  <p:cNvPr id="94" name="Freeform 6">
                    <a:extLst>
                      <a:ext uri="{FF2B5EF4-FFF2-40B4-BE49-F238E27FC236}">
                        <a16:creationId xmlns:a16="http://schemas.microsoft.com/office/drawing/2014/main" id="{8F1B2287-6FE3-46B1-BAEC-7D405C571F00}"/>
                      </a:ext>
                    </a:extLst>
                  </p:cNvPr>
                  <p:cNvSpPr/>
                  <p:nvPr/>
                </p:nvSpPr>
                <p:spPr bwMode="auto">
                  <a:xfrm>
                    <a:off x="3336926" y="4229100"/>
                    <a:ext cx="703263" cy="695325"/>
                  </a:xfrm>
                  <a:custGeom>
                    <a:avLst/>
                    <a:gdLst>
                      <a:gd name="T0" fmla="*/ 443 w 443"/>
                      <a:gd name="T1" fmla="*/ 33 h 438"/>
                      <a:gd name="T2" fmla="*/ 34 w 443"/>
                      <a:gd name="T3" fmla="*/ 438 h 438"/>
                      <a:gd name="T4" fmla="*/ 0 w 443"/>
                      <a:gd name="T5" fmla="*/ 405 h 438"/>
                      <a:gd name="T6" fmla="*/ 410 w 443"/>
                      <a:gd name="T7" fmla="*/ 0 h 438"/>
                      <a:gd name="T8" fmla="*/ 443 w 443"/>
                      <a:gd name="T9" fmla="*/ 33 h 438"/>
                    </a:gdLst>
                    <a:ahLst/>
                    <a:cxnLst>
                      <a:cxn ang="0">
                        <a:pos x="T0" y="T1"/>
                      </a:cxn>
                      <a:cxn ang="0">
                        <a:pos x="T2" y="T3"/>
                      </a:cxn>
                      <a:cxn ang="0">
                        <a:pos x="T4" y="T5"/>
                      </a:cxn>
                      <a:cxn ang="0">
                        <a:pos x="T6" y="T7"/>
                      </a:cxn>
                      <a:cxn ang="0">
                        <a:pos x="T8" y="T9"/>
                      </a:cxn>
                    </a:cxnLst>
                    <a:rect l="0" t="0" r="r" b="b"/>
                    <a:pathLst>
                      <a:path w="442" h="438">
                        <a:moveTo>
                          <a:pt x="443" y="33"/>
                        </a:moveTo>
                        <a:lnTo>
                          <a:pt x="34" y="438"/>
                        </a:lnTo>
                        <a:lnTo>
                          <a:pt x="0" y="405"/>
                        </a:lnTo>
                        <a:lnTo>
                          <a:pt x="410" y="0"/>
                        </a:lnTo>
                        <a:lnTo>
                          <a:pt x="443" y="33"/>
                        </a:ln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sp>
                <p:nvSpPr>
                  <p:cNvPr id="95" name="Freeform 7">
                    <a:extLst>
                      <a:ext uri="{FF2B5EF4-FFF2-40B4-BE49-F238E27FC236}">
                        <a16:creationId xmlns:a16="http://schemas.microsoft.com/office/drawing/2014/main" id="{D57EBF97-E296-446A-86E7-B59F931656A5}"/>
                      </a:ext>
                    </a:extLst>
                  </p:cNvPr>
                  <p:cNvSpPr/>
                  <p:nvPr/>
                </p:nvSpPr>
                <p:spPr bwMode="auto">
                  <a:xfrm>
                    <a:off x="3348038" y="2967038"/>
                    <a:ext cx="692150" cy="723900"/>
                  </a:xfrm>
                  <a:custGeom>
                    <a:avLst/>
                    <a:gdLst>
                      <a:gd name="T0" fmla="*/ 400 w 436"/>
                      <a:gd name="T1" fmla="*/ 456 h 456"/>
                      <a:gd name="T2" fmla="*/ 0 w 436"/>
                      <a:gd name="T3" fmla="*/ 34 h 456"/>
                      <a:gd name="T4" fmla="*/ 34 w 436"/>
                      <a:gd name="T5" fmla="*/ 0 h 456"/>
                      <a:gd name="T6" fmla="*/ 436 w 436"/>
                      <a:gd name="T7" fmla="*/ 422 h 456"/>
                      <a:gd name="T8" fmla="*/ 400 w 436"/>
                      <a:gd name="T9" fmla="*/ 456 h 456"/>
                    </a:gdLst>
                    <a:ahLst/>
                    <a:cxnLst>
                      <a:cxn ang="0">
                        <a:pos x="T0" y="T1"/>
                      </a:cxn>
                      <a:cxn ang="0">
                        <a:pos x="T2" y="T3"/>
                      </a:cxn>
                      <a:cxn ang="0">
                        <a:pos x="T4" y="T5"/>
                      </a:cxn>
                      <a:cxn ang="0">
                        <a:pos x="T6" y="T7"/>
                      </a:cxn>
                      <a:cxn ang="0">
                        <a:pos x="T8" y="T9"/>
                      </a:cxn>
                    </a:cxnLst>
                    <a:rect l="0" t="0" r="r" b="b"/>
                    <a:pathLst>
                      <a:path w="436" h="456">
                        <a:moveTo>
                          <a:pt x="400" y="456"/>
                        </a:moveTo>
                        <a:lnTo>
                          <a:pt x="0" y="34"/>
                        </a:lnTo>
                        <a:lnTo>
                          <a:pt x="34" y="0"/>
                        </a:lnTo>
                        <a:lnTo>
                          <a:pt x="436" y="422"/>
                        </a:lnTo>
                        <a:lnTo>
                          <a:pt x="400" y="456"/>
                        </a:ln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sp>
                <p:nvSpPr>
                  <p:cNvPr id="96" name="Freeform 8">
                    <a:extLst>
                      <a:ext uri="{FF2B5EF4-FFF2-40B4-BE49-F238E27FC236}">
                        <a16:creationId xmlns:a16="http://schemas.microsoft.com/office/drawing/2014/main" id="{3AA278BF-B3BA-4E72-9409-EA6351F7566E}"/>
                      </a:ext>
                    </a:extLst>
                  </p:cNvPr>
                  <p:cNvSpPr/>
                  <p:nvPr/>
                </p:nvSpPr>
                <p:spPr bwMode="auto">
                  <a:xfrm>
                    <a:off x="8132763" y="4224338"/>
                    <a:ext cx="706438" cy="696913"/>
                  </a:xfrm>
                  <a:custGeom>
                    <a:avLst/>
                    <a:gdLst>
                      <a:gd name="T0" fmla="*/ 0 w 445"/>
                      <a:gd name="T1" fmla="*/ 33 h 439"/>
                      <a:gd name="T2" fmla="*/ 410 w 445"/>
                      <a:gd name="T3" fmla="*/ 439 h 439"/>
                      <a:gd name="T4" fmla="*/ 445 w 445"/>
                      <a:gd name="T5" fmla="*/ 406 h 439"/>
                      <a:gd name="T6" fmla="*/ 34 w 445"/>
                      <a:gd name="T7" fmla="*/ 0 h 439"/>
                      <a:gd name="T8" fmla="*/ 0 w 445"/>
                      <a:gd name="T9" fmla="*/ 33 h 439"/>
                    </a:gdLst>
                    <a:ahLst/>
                    <a:cxnLst>
                      <a:cxn ang="0">
                        <a:pos x="T0" y="T1"/>
                      </a:cxn>
                      <a:cxn ang="0">
                        <a:pos x="T2" y="T3"/>
                      </a:cxn>
                      <a:cxn ang="0">
                        <a:pos x="T4" y="T5"/>
                      </a:cxn>
                      <a:cxn ang="0">
                        <a:pos x="T6" y="T7"/>
                      </a:cxn>
                      <a:cxn ang="0">
                        <a:pos x="T8" y="T9"/>
                      </a:cxn>
                    </a:cxnLst>
                    <a:rect l="0" t="0" r="r" b="b"/>
                    <a:pathLst>
                      <a:path w="445" h="439">
                        <a:moveTo>
                          <a:pt x="0" y="33"/>
                        </a:moveTo>
                        <a:lnTo>
                          <a:pt x="410" y="439"/>
                        </a:lnTo>
                        <a:lnTo>
                          <a:pt x="445" y="406"/>
                        </a:lnTo>
                        <a:lnTo>
                          <a:pt x="34" y="0"/>
                        </a:lnTo>
                        <a:lnTo>
                          <a:pt x="0" y="33"/>
                        </a:ln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sp>
                <p:nvSpPr>
                  <p:cNvPr id="97" name="Freeform 9">
                    <a:extLst>
                      <a:ext uri="{FF2B5EF4-FFF2-40B4-BE49-F238E27FC236}">
                        <a16:creationId xmlns:a16="http://schemas.microsoft.com/office/drawing/2014/main" id="{11AFBE8F-CF38-44FF-85EA-6C09C86A2925}"/>
                      </a:ext>
                    </a:extLst>
                  </p:cNvPr>
                  <p:cNvSpPr/>
                  <p:nvPr/>
                </p:nvSpPr>
                <p:spPr bwMode="auto">
                  <a:xfrm>
                    <a:off x="8132763" y="2963863"/>
                    <a:ext cx="692150" cy="722313"/>
                  </a:xfrm>
                  <a:custGeom>
                    <a:avLst/>
                    <a:gdLst>
                      <a:gd name="T0" fmla="*/ 36 w 436"/>
                      <a:gd name="T1" fmla="*/ 455 h 455"/>
                      <a:gd name="T2" fmla="*/ 436 w 436"/>
                      <a:gd name="T3" fmla="*/ 33 h 455"/>
                      <a:gd name="T4" fmla="*/ 403 w 436"/>
                      <a:gd name="T5" fmla="*/ 0 h 455"/>
                      <a:gd name="T6" fmla="*/ 0 w 436"/>
                      <a:gd name="T7" fmla="*/ 422 h 455"/>
                      <a:gd name="T8" fmla="*/ 36 w 436"/>
                      <a:gd name="T9" fmla="*/ 455 h 455"/>
                    </a:gdLst>
                    <a:ahLst/>
                    <a:cxnLst>
                      <a:cxn ang="0">
                        <a:pos x="T0" y="T1"/>
                      </a:cxn>
                      <a:cxn ang="0">
                        <a:pos x="T2" y="T3"/>
                      </a:cxn>
                      <a:cxn ang="0">
                        <a:pos x="T4" y="T5"/>
                      </a:cxn>
                      <a:cxn ang="0">
                        <a:pos x="T6" y="T7"/>
                      </a:cxn>
                      <a:cxn ang="0">
                        <a:pos x="T8" y="T9"/>
                      </a:cxn>
                    </a:cxnLst>
                    <a:rect l="0" t="0" r="r" b="b"/>
                    <a:pathLst>
                      <a:path w="436" h="455">
                        <a:moveTo>
                          <a:pt x="36" y="455"/>
                        </a:moveTo>
                        <a:lnTo>
                          <a:pt x="436" y="33"/>
                        </a:lnTo>
                        <a:lnTo>
                          <a:pt x="403" y="0"/>
                        </a:lnTo>
                        <a:lnTo>
                          <a:pt x="0" y="422"/>
                        </a:lnTo>
                        <a:lnTo>
                          <a:pt x="36" y="455"/>
                        </a:ln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grpSp>
            <p:sp>
              <p:nvSpPr>
                <p:cNvPr id="87" name="Oval 10">
                  <a:extLst>
                    <a:ext uri="{FF2B5EF4-FFF2-40B4-BE49-F238E27FC236}">
                      <a16:creationId xmlns:a16="http://schemas.microsoft.com/office/drawing/2014/main" id="{95BCF4BD-B351-449A-8355-FB5AF2EE97BE}"/>
                    </a:ext>
                  </a:extLst>
                </p:cNvPr>
                <p:cNvSpPr>
                  <a:spLocks noChangeArrowheads="1"/>
                </p:cNvSpPr>
                <p:nvPr/>
              </p:nvSpPr>
              <p:spPr bwMode="auto">
                <a:xfrm>
                  <a:off x="2563813" y="2184400"/>
                  <a:ext cx="1028700" cy="1035050"/>
                </a:xfrm>
                <a:prstGeom prst="ellipse">
                  <a:avLst/>
                </a:prstGeom>
                <a:solidFill>
                  <a:schemeClr val="tx2">
                    <a:lumMod val="20000"/>
                    <a:lumOff val="80000"/>
                  </a:schemeClr>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sp>
              <p:nvSpPr>
                <p:cNvPr id="88" name="Oval 13">
                  <a:extLst>
                    <a:ext uri="{FF2B5EF4-FFF2-40B4-BE49-F238E27FC236}">
                      <a16:creationId xmlns:a16="http://schemas.microsoft.com/office/drawing/2014/main" id="{BFB35090-D3ED-4316-BE85-513BD1CC9580}"/>
                    </a:ext>
                  </a:extLst>
                </p:cNvPr>
                <p:cNvSpPr>
                  <a:spLocks noChangeArrowheads="1"/>
                </p:cNvSpPr>
                <p:nvPr/>
              </p:nvSpPr>
              <p:spPr bwMode="auto">
                <a:xfrm>
                  <a:off x="2563813" y="4695825"/>
                  <a:ext cx="1028700" cy="1033463"/>
                </a:xfrm>
                <a:prstGeom prst="ellipse">
                  <a:avLst/>
                </a:prstGeom>
                <a:solidFill>
                  <a:schemeClr val="tx2">
                    <a:lumMod val="20000"/>
                    <a:lumOff val="80000"/>
                  </a:schemeClr>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sp>
              <p:nvSpPr>
                <p:cNvPr id="89" name="Oval 16">
                  <a:extLst>
                    <a:ext uri="{FF2B5EF4-FFF2-40B4-BE49-F238E27FC236}">
                      <a16:creationId xmlns:a16="http://schemas.microsoft.com/office/drawing/2014/main" id="{C5C77E3C-4F8E-4782-AF42-AB0F878139EB}"/>
                    </a:ext>
                  </a:extLst>
                </p:cNvPr>
                <p:cNvSpPr>
                  <a:spLocks noChangeArrowheads="1"/>
                </p:cNvSpPr>
                <p:nvPr/>
              </p:nvSpPr>
              <p:spPr bwMode="auto">
                <a:xfrm>
                  <a:off x="3795713" y="3441700"/>
                  <a:ext cx="1028700" cy="1031875"/>
                </a:xfrm>
                <a:prstGeom prst="ellipse">
                  <a:avLst/>
                </a:prstGeom>
                <a:solidFill>
                  <a:schemeClr val="tx2">
                    <a:lumMod val="20000"/>
                    <a:lumOff val="80000"/>
                  </a:schemeClr>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sp>
              <p:nvSpPr>
                <p:cNvPr id="90" name="Oval 19">
                  <a:extLst>
                    <a:ext uri="{FF2B5EF4-FFF2-40B4-BE49-F238E27FC236}">
                      <a16:creationId xmlns:a16="http://schemas.microsoft.com/office/drawing/2014/main" id="{F806D4F9-722C-4C3D-BCF3-60826D173509}"/>
                    </a:ext>
                  </a:extLst>
                </p:cNvPr>
                <p:cNvSpPr>
                  <a:spLocks noChangeArrowheads="1"/>
                </p:cNvSpPr>
                <p:nvPr/>
              </p:nvSpPr>
              <p:spPr bwMode="auto">
                <a:xfrm>
                  <a:off x="7340601" y="3441700"/>
                  <a:ext cx="1028700" cy="1031875"/>
                </a:xfrm>
                <a:prstGeom prst="ellipse">
                  <a:avLst/>
                </a:prstGeom>
                <a:solidFill>
                  <a:schemeClr val="tx2">
                    <a:lumMod val="20000"/>
                    <a:lumOff val="80000"/>
                  </a:schemeClr>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sp>
              <p:nvSpPr>
                <p:cNvPr id="91" name="Oval 22">
                  <a:extLst>
                    <a:ext uri="{FF2B5EF4-FFF2-40B4-BE49-F238E27FC236}">
                      <a16:creationId xmlns:a16="http://schemas.microsoft.com/office/drawing/2014/main" id="{BEC4C2F6-A0A7-4830-A940-C2444B01E083}"/>
                    </a:ext>
                  </a:extLst>
                </p:cNvPr>
                <p:cNvSpPr>
                  <a:spLocks noChangeArrowheads="1"/>
                </p:cNvSpPr>
                <p:nvPr/>
              </p:nvSpPr>
              <p:spPr bwMode="auto">
                <a:xfrm>
                  <a:off x="8591551" y="2184400"/>
                  <a:ext cx="1033463" cy="1035050"/>
                </a:xfrm>
                <a:prstGeom prst="ellipse">
                  <a:avLst/>
                </a:prstGeom>
                <a:solidFill>
                  <a:schemeClr val="tx2">
                    <a:lumMod val="20000"/>
                    <a:lumOff val="80000"/>
                  </a:schemeClr>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sp>
              <p:nvSpPr>
                <p:cNvPr id="92" name="Oval 25">
                  <a:extLst>
                    <a:ext uri="{FF2B5EF4-FFF2-40B4-BE49-F238E27FC236}">
                      <a16:creationId xmlns:a16="http://schemas.microsoft.com/office/drawing/2014/main" id="{EFE366B9-1C58-4802-BA62-AE32F3B1E27D}"/>
                    </a:ext>
                  </a:extLst>
                </p:cNvPr>
                <p:cNvSpPr>
                  <a:spLocks noChangeArrowheads="1"/>
                </p:cNvSpPr>
                <p:nvPr/>
              </p:nvSpPr>
              <p:spPr bwMode="auto">
                <a:xfrm>
                  <a:off x="8591551" y="4695825"/>
                  <a:ext cx="1033463" cy="1033463"/>
                </a:xfrm>
                <a:prstGeom prst="ellipse">
                  <a:avLst/>
                </a:prstGeom>
                <a:solidFill>
                  <a:schemeClr val="tx2">
                    <a:lumMod val="20000"/>
                    <a:lumOff val="80000"/>
                  </a:schemeClr>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grpSp>
          <p:sp>
            <p:nvSpPr>
              <p:cNvPr id="85" name="Oval 28">
                <a:extLst>
                  <a:ext uri="{FF2B5EF4-FFF2-40B4-BE49-F238E27FC236}">
                    <a16:creationId xmlns:a16="http://schemas.microsoft.com/office/drawing/2014/main" id="{F0282D07-A8CF-4655-8581-0CEAE27A9412}"/>
                  </a:ext>
                </a:extLst>
              </p:cNvPr>
              <p:cNvSpPr>
                <a:spLocks noChangeArrowheads="1"/>
              </p:cNvSpPr>
              <p:nvPr/>
            </p:nvSpPr>
            <p:spPr bwMode="auto">
              <a:xfrm>
                <a:off x="5387976" y="3260725"/>
                <a:ext cx="1393825" cy="1392238"/>
              </a:xfrm>
              <a:prstGeom prst="ellipse">
                <a:avLst/>
              </a:prstGeom>
              <a:solidFill>
                <a:schemeClr val="accent1">
                  <a:lumMod val="20000"/>
                  <a:lumOff val="80000"/>
                </a:schemeClr>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grpSp>
        <p:grpSp>
          <p:nvGrpSpPr>
            <p:cNvPr id="43" name="PA_库_组合 37">
              <a:extLst>
                <a:ext uri="{FF2B5EF4-FFF2-40B4-BE49-F238E27FC236}">
                  <a16:creationId xmlns:a16="http://schemas.microsoft.com/office/drawing/2014/main" id="{44B82B7F-2C8C-44D9-ADD4-E522813B7A00}"/>
                </a:ext>
              </a:extLst>
            </p:cNvPr>
            <p:cNvGrpSpPr/>
            <p:nvPr>
              <p:custDataLst>
                <p:tags r:id="rId9"/>
              </p:custDataLst>
            </p:nvPr>
          </p:nvGrpSpPr>
          <p:grpSpPr>
            <a:xfrm>
              <a:off x="2459024" y="2765782"/>
              <a:ext cx="396766" cy="421108"/>
              <a:chOff x="2371633" y="3182483"/>
              <a:chExt cx="407231" cy="432215"/>
            </a:xfrm>
            <a:solidFill>
              <a:schemeClr val="tx1"/>
            </a:solidFill>
          </p:grpSpPr>
          <p:cxnSp>
            <p:nvCxnSpPr>
              <p:cNvPr id="81" name="Straight Connector 7">
                <a:extLst>
                  <a:ext uri="{FF2B5EF4-FFF2-40B4-BE49-F238E27FC236}">
                    <a16:creationId xmlns:a16="http://schemas.microsoft.com/office/drawing/2014/main" id="{8A7723A4-D298-40C8-96F0-83A43AD8D0D6}"/>
                  </a:ext>
                </a:extLst>
              </p:cNvPr>
              <p:cNvCxnSpPr/>
              <p:nvPr/>
            </p:nvCxnSpPr>
            <p:spPr>
              <a:xfrm flipH="1">
                <a:off x="2413416" y="3183076"/>
                <a:ext cx="345318" cy="401641"/>
              </a:xfrm>
              <a:prstGeom prst="line">
                <a:avLst/>
              </a:prstGeom>
              <a:grpFill/>
              <a:ln w="1905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2" name="Oval 35">
                <a:extLst>
                  <a:ext uri="{FF2B5EF4-FFF2-40B4-BE49-F238E27FC236}">
                    <a16:creationId xmlns:a16="http://schemas.microsoft.com/office/drawing/2014/main" id="{DA1FC463-DB79-4A4F-8287-35553F3FDBC7}"/>
                  </a:ext>
                </a:extLst>
              </p:cNvPr>
              <p:cNvSpPr/>
              <p:nvPr/>
            </p:nvSpPr>
            <p:spPr>
              <a:xfrm>
                <a:off x="2371633" y="3524757"/>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endParaRPr lang="en-US" dirty="0">
                  <a:cs typeface="+mn-ea"/>
                  <a:sym typeface="+mn-lt"/>
                </a:endParaRPr>
              </a:p>
            </p:txBody>
          </p:sp>
          <p:sp>
            <p:nvSpPr>
              <p:cNvPr id="83" name="Oval 36">
                <a:extLst>
                  <a:ext uri="{FF2B5EF4-FFF2-40B4-BE49-F238E27FC236}">
                    <a16:creationId xmlns:a16="http://schemas.microsoft.com/office/drawing/2014/main" id="{FCF2D8E4-2088-459F-9A95-46B9D70E0117}"/>
                  </a:ext>
                </a:extLst>
              </p:cNvPr>
              <p:cNvSpPr/>
              <p:nvPr/>
            </p:nvSpPr>
            <p:spPr>
              <a:xfrm>
                <a:off x="2688923" y="3182483"/>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endParaRPr lang="en-US" dirty="0">
                  <a:cs typeface="+mn-ea"/>
                  <a:sym typeface="+mn-lt"/>
                </a:endParaRPr>
              </a:p>
            </p:txBody>
          </p:sp>
        </p:grpSp>
        <p:grpSp>
          <p:nvGrpSpPr>
            <p:cNvPr id="44" name="PA_库_组合 38">
              <a:extLst>
                <a:ext uri="{FF2B5EF4-FFF2-40B4-BE49-F238E27FC236}">
                  <a16:creationId xmlns:a16="http://schemas.microsoft.com/office/drawing/2014/main" id="{A3976C20-072C-4EB8-BBE5-ACE025737D64}"/>
                </a:ext>
              </a:extLst>
            </p:cNvPr>
            <p:cNvGrpSpPr/>
            <p:nvPr>
              <p:custDataLst>
                <p:tags r:id="rId10"/>
              </p:custDataLst>
            </p:nvPr>
          </p:nvGrpSpPr>
          <p:grpSpPr>
            <a:xfrm flipH="1">
              <a:off x="9374828" y="2678152"/>
              <a:ext cx="396766" cy="421108"/>
              <a:chOff x="2371633" y="3182483"/>
              <a:chExt cx="407231" cy="432215"/>
            </a:xfrm>
            <a:solidFill>
              <a:schemeClr val="tx1"/>
            </a:solidFill>
          </p:grpSpPr>
          <p:cxnSp>
            <p:nvCxnSpPr>
              <p:cNvPr id="78" name="Straight Connector 39">
                <a:extLst>
                  <a:ext uri="{FF2B5EF4-FFF2-40B4-BE49-F238E27FC236}">
                    <a16:creationId xmlns:a16="http://schemas.microsoft.com/office/drawing/2014/main" id="{775135A9-A099-486F-8817-E74C0407F254}"/>
                  </a:ext>
                </a:extLst>
              </p:cNvPr>
              <p:cNvCxnSpPr/>
              <p:nvPr/>
            </p:nvCxnSpPr>
            <p:spPr>
              <a:xfrm flipH="1">
                <a:off x="2413416" y="3183076"/>
                <a:ext cx="345318" cy="401641"/>
              </a:xfrm>
              <a:prstGeom prst="line">
                <a:avLst/>
              </a:prstGeom>
              <a:grpFill/>
              <a:ln w="1905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9" name="Oval 40">
                <a:extLst>
                  <a:ext uri="{FF2B5EF4-FFF2-40B4-BE49-F238E27FC236}">
                    <a16:creationId xmlns:a16="http://schemas.microsoft.com/office/drawing/2014/main" id="{E0ADBB4D-E603-4039-8CEB-210017B861B5}"/>
                  </a:ext>
                </a:extLst>
              </p:cNvPr>
              <p:cNvSpPr/>
              <p:nvPr/>
            </p:nvSpPr>
            <p:spPr>
              <a:xfrm>
                <a:off x="2371633" y="3524757"/>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endParaRPr lang="en-US" dirty="0">
                  <a:cs typeface="+mn-ea"/>
                  <a:sym typeface="+mn-lt"/>
                </a:endParaRPr>
              </a:p>
            </p:txBody>
          </p:sp>
          <p:sp>
            <p:nvSpPr>
              <p:cNvPr id="80" name="Oval 41">
                <a:extLst>
                  <a:ext uri="{FF2B5EF4-FFF2-40B4-BE49-F238E27FC236}">
                    <a16:creationId xmlns:a16="http://schemas.microsoft.com/office/drawing/2014/main" id="{CCD1568D-0378-4804-A01C-DA64C7148045}"/>
                  </a:ext>
                </a:extLst>
              </p:cNvPr>
              <p:cNvSpPr/>
              <p:nvPr/>
            </p:nvSpPr>
            <p:spPr>
              <a:xfrm>
                <a:off x="2688923" y="3182483"/>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endParaRPr lang="en-US" dirty="0">
                  <a:cs typeface="+mn-ea"/>
                  <a:sym typeface="+mn-lt"/>
                </a:endParaRPr>
              </a:p>
            </p:txBody>
          </p:sp>
        </p:grpSp>
        <p:grpSp>
          <p:nvGrpSpPr>
            <p:cNvPr id="45" name="PA_库_组合 44">
              <a:extLst>
                <a:ext uri="{FF2B5EF4-FFF2-40B4-BE49-F238E27FC236}">
                  <a16:creationId xmlns:a16="http://schemas.microsoft.com/office/drawing/2014/main" id="{4D602972-1122-49AB-A6EE-08641BADA8FF}"/>
                </a:ext>
              </a:extLst>
            </p:cNvPr>
            <p:cNvGrpSpPr/>
            <p:nvPr>
              <p:custDataLst>
                <p:tags r:id="rId11"/>
              </p:custDataLst>
            </p:nvPr>
          </p:nvGrpSpPr>
          <p:grpSpPr>
            <a:xfrm>
              <a:off x="3589006" y="5018478"/>
              <a:ext cx="625361" cy="354027"/>
              <a:chOff x="3531420" y="5494597"/>
              <a:chExt cx="641856" cy="363365"/>
            </a:xfrm>
            <a:solidFill>
              <a:schemeClr val="tx1"/>
            </a:solidFill>
          </p:grpSpPr>
          <p:cxnSp>
            <p:nvCxnSpPr>
              <p:cNvPr id="75" name="Straight Connector 34">
                <a:extLst>
                  <a:ext uri="{FF2B5EF4-FFF2-40B4-BE49-F238E27FC236}">
                    <a16:creationId xmlns:a16="http://schemas.microsoft.com/office/drawing/2014/main" id="{5F1E6FDA-50AA-4BBA-826F-8CC9BF3E3AD3}"/>
                  </a:ext>
                </a:extLst>
              </p:cNvPr>
              <p:cNvCxnSpPr/>
              <p:nvPr/>
            </p:nvCxnSpPr>
            <p:spPr>
              <a:xfrm>
                <a:off x="3544111" y="5524578"/>
                <a:ext cx="567274" cy="276999"/>
              </a:xfrm>
              <a:prstGeom prst="line">
                <a:avLst/>
              </a:prstGeom>
              <a:grpFill/>
              <a:ln w="1905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6" name="Oval 42">
                <a:extLst>
                  <a:ext uri="{FF2B5EF4-FFF2-40B4-BE49-F238E27FC236}">
                    <a16:creationId xmlns:a16="http://schemas.microsoft.com/office/drawing/2014/main" id="{64C16336-BC8A-4357-BA60-2898C8B18893}"/>
                  </a:ext>
                </a:extLst>
              </p:cNvPr>
              <p:cNvSpPr/>
              <p:nvPr/>
            </p:nvSpPr>
            <p:spPr>
              <a:xfrm>
                <a:off x="3531420" y="5494597"/>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endParaRPr lang="en-US" dirty="0">
                  <a:cs typeface="+mn-ea"/>
                  <a:sym typeface="+mn-lt"/>
                </a:endParaRPr>
              </a:p>
            </p:txBody>
          </p:sp>
          <p:sp>
            <p:nvSpPr>
              <p:cNvPr id="77" name="Oval 43">
                <a:extLst>
                  <a:ext uri="{FF2B5EF4-FFF2-40B4-BE49-F238E27FC236}">
                    <a16:creationId xmlns:a16="http://schemas.microsoft.com/office/drawing/2014/main" id="{C9933D2F-FEBB-4BB5-8996-D55191B73AEB}"/>
                  </a:ext>
                </a:extLst>
              </p:cNvPr>
              <p:cNvSpPr/>
              <p:nvPr/>
            </p:nvSpPr>
            <p:spPr>
              <a:xfrm>
                <a:off x="4083335" y="5768021"/>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endParaRPr lang="en-US" dirty="0">
                  <a:cs typeface="+mn-ea"/>
                  <a:sym typeface="+mn-lt"/>
                </a:endParaRPr>
              </a:p>
            </p:txBody>
          </p:sp>
        </p:grpSp>
        <p:grpSp>
          <p:nvGrpSpPr>
            <p:cNvPr id="46" name="PA_库_组合 45">
              <a:extLst>
                <a:ext uri="{FF2B5EF4-FFF2-40B4-BE49-F238E27FC236}">
                  <a16:creationId xmlns:a16="http://schemas.microsoft.com/office/drawing/2014/main" id="{AAFE08E0-759D-4ABD-A512-214D6D186BA0}"/>
                </a:ext>
              </a:extLst>
            </p:cNvPr>
            <p:cNvGrpSpPr/>
            <p:nvPr>
              <p:custDataLst>
                <p:tags r:id="rId12"/>
              </p:custDataLst>
            </p:nvPr>
          </p:nvGrpSpPr>
          <p:grpSpPr>
            <a:xfrm flipH="1">
              <a:off x="7917445" y="5005615"/>
              <a:ext cx="625361" cy="354027"/>
              <a:chOff x="3531420" y="5494597"/>
              <a:chExt cx="641856" cy="363365"/>
            </a:xfrm>
            <a:solidFill>
              <a:schemeClr val="tx1"/>
            </a:solidFill>
          </p:grpSpPr>
          <p:cxnSp>
            <p:nvCxnSpPr>
              <p:cNvPr id="72" name="Straight Connector 46">
                <a:extLst>
                  <a:ext uri="{FF2B5EF4-FFF2-40B4-BE49-F238E27FC236}">
                    <a16:creationId xmlns:a16="http://schemas.microsoft.com/office/drawing/2014/main" id="{AC29E574-D123-4B29-BF8A-A13D28EE82A7}"/>
                  </a:ext>
                </a:extLst>
              </p:cNvPr>
              <p:cNvCxnSpPr/>
              <p:nvPr/>
            </p:nvCxnSpPr>
            <p:spPr>
              <a:xfrm>
                <a:off x="3544111" y="5524578"/>
                <a:ext cx="567274" cy="276999"/>
              </a:xfrm>
              <a:prstGeom prst="line">
                <a:avLst/>
              </a:prstGeom>
              <a:grpFill/>
              <a:ln w="1905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3" name="Oval 47">
                <a:extLst>
                  <a:ext uri="{FF2B5EF4-FFF2-40B4-BE49-F238E27FC236}">
                    <a16:creationId xmlns:a16="http://schemas.microsoft.com/office/drawing/2014/main" id="{6332D092-4D9C-46AD-8209-9C3D2ABF2CC0}"/>
                  </a:ext>
                </a:extLst>
              </p:cNvPr>
              <p:cNvSpPr/>
              <p:nvPr/>
            </p:nvSpPr>
            <p:spPr>
              <a:xfrm>
                <a:off x="3531420" y="5494597"/>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endParaRPr lang="en-US" dirty="0">
                  <a:cs typeface="+mn-ea"/>
                  <a:sym typeface="+mn-lt"/>
                </a:endParaRPr>
              </a:p>
            </p:txBody>
          </p:sp>
          <p:sp>
            <p:nvSpPr>
              <p:cNvPr id="74" name="Oval 48">
                <a:extLst>
                  <a:ext uri="{FF2B5EF4-FFF2-40B4-BE49-F238E27FC236}">
                    <a16:creationId xmlns:a16="http://schemas.microsoft.com/office/drawing/2014/main" id="{F6753642-4324-416B-A247-E805916534EB}"/>
                  </a:ext>
                </a:extLst>
              </p:cNvPr>
              <p:cNvSpPr/>
              <p:nvPr/>
            </p:nvSpPr>
            <p:spPr>
              <a:xfrm>
                <a:off x="4083335" y="5768021"/>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endParaRPr lang="en-US" dirty="0">
                  <a:cs typeface="+mn-ea"/>
                  <a:sym typeface="+mn-lt"/>
                </a:endParaRPr>
              </a:p>
            </p:txBody>
          </p:sp>
        </p:grpSp>
        <p:grpSp>
          <p:nvGrpSpPr>
            <p:cNvPr id="47" name="PA_库_组合 55">
              <a:extLst>
                <a:ext uri="{FF2B5EF4-FFF2-40B4-BE49-F238E27FC236}">
                  <a16:creationId xmlns:a16="http://schemas.microsoft.com/office/drawing/2014/main" id="{08229D6E-818F-4914-9B51-B79036D06C8C}"/>
                </a:ext>
              </a:extLst>
            </p:cNvPr>
            <p:cNvGrpSpPr/>
            <p:nvPr>
              <p:custDataLst>
                <p:tags r:id="rId13"/>
              </p:custDataLst>
            </p:nvPr>
          </p:nvGrpSpPr>
          <p:grpSpPr>
            <a:xfrm>
              <a:off x="4333838" y="2533632"/>
              <a:ext cx="192163" cy="424602"/>
              <a:chOff x="4295897" y="2944210"/>
              <a:chExt cx="197232" cy="435801"/>
            </a:xfrm>
            <a:solidFill>
              <a:schemeClr val="tx1"/>
            </a:solidFill>
          </p:grpSpPr>
          <p:cxnSp>
            <p:nvCxnSpPr>
              <p:cNvPr id="69" name="Straight Connector 26">
                <a:extLst>
                  <a:ext uri="{FF2B5EF4-FFF2-40B4-BE49-F238E27FC236}">
                    <a16:creationId xmlns:a16="http://schemas.microsoft.com/office/drawing/2014/main" id="{49396511-DEB8-4255-8419-AF127FAFC66A}"/>
                  </a:ext>
                </a:extLst>
              </p:cNvPr>
              <p:cNvCxnSpPr/>
              <p:nvPr/>
            </p:nvCxnSpPr>
            <p:spPr>
              <a:xfrm flipH="1">
                <a:off x="4342750" y="2951092"/>
                <a:ext cx="109329" cy="416893"/>
              </a:xfrm>
              <a:prstGeom prst="line">
                <a:avLst/>
              </a:prstGeom>
              <a:grpFill/>
              <a:ln w="1905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0" name="Oval 53">
                <a:extLst>
                  <a:ext uri="{FF2B5EF4-FFF2-40B4-BE49-F238E27FC236}">
                    <a16:creationId xmlns:a16="http://schemas.microsoft.com/office/drawing/2014/main" id="{DD07D174-28BC-4C46-A1D8-D1AE2A47607A}"/>
                  </a:ext>
                </a:extLst>
              </p:cNvPr>
              <p:cNvSpPr/>
              <p:nvPr/>
            </p:nvSpPr>
            <p:spPr>
              <a:xfrm>
                <a:off x="4295897" y="3290070"/>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endParaRPr lang="en-US" dirty="0">
                  <a:cs typeface="+mn-ea"/>
                  <a:sym typeface="+mn-lt"/>
                </a:endParaRPr>
              </a:p>
            </p:txBody>
          </p:sp>
          <p:sp>
            <p:nvSpPr>
              <p:cNvPr id="71" name="Oval 54">
                <a:extLst>
                  <a:ext uri="{FF2B5EF4-FFF2-40B4-BE49-F238E27FC236}">
                    <a16:creationId xmlns:a16="http://schemas.microsoft.com/office/drawing/2014/main" id="{4C595146-DF63-4B7F-A14C-D04CAF47239E}"/>
                  </a:ext>
                </a:extLst>
              </p:cNvPr>
              <p:cNvSpPr/>
              <p:nvPr/>
            </p:nvSpPr>
            <p:spPr>
              <a:xfrm>
                <a:off x="4403188" y="2944210"/>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endParaRPr lang="en-US" dirty="0">
                  <a:cs typeface="+mn-ea"/>
                  <a:sym typeface="+mn-lt"/>
                </a:endParaRPr>
              </a:p>
            </p:txBody>
          </p:sp>
        </p:grpSp>
        <p:grpSp>
          <p:nvGrpSpPr>
            <p:cNvPr id="48" name="PA_库_组合 56">
              <a:extLst>
                <a:ext uri="{FF2B5EF4-FFF2-40B4-BE49-F238E27FC236}">
                  <a16:creationId xmlns:a16="http://schemas.microsoft.com/office/drawing/2014/main" id="{D1FF4787-7733-4AB1-AD76-46A4A9436425}"/>
                </a:ext>
              </a:extLst>
            </p:cNvPr>
            <p:cNvGrpSpPr/>
            <p:nvPr>
              <p:custDataLst>
                <p:tags r:id="rId14"/>
              </p:custDataLst>
            </p:nvPr>
          </p:nvGrpSpPr>
          <p:grpSpPr>
            <a:xfrm flipH="1">
              <a:off x="7568757" y="2521915"/>
              <a:ext cx="192163" cy="424602"/>
              <a:chOff x="4295897" y="2944210"/>
              <a:chExt cx="197232" cy="435801"/>
            </a:xfrm>
            <a:solidFill>
              <a:schemeClr val="tx1"/>
            </a:solidFill>
          </p:grpSpPr>
          <p:cxnSp>
            <p:nvCxnSpPr>
              <p:cNvPr id="66" name="Straight Connector 57">
                <a:extLst>
                  <a:ext uri="{FF2B5EF4-FFF2-40B4-BE49-F238E27FC236}">
                    <a16:creationId xmlns:a16="http://schemas.microsoft.com/office/drawing/2014/main" id="{5DF94D1E-6589-4FFA-87B9-49E72693B103}"/>
                  </a:ext>
                </a:extLst>
              </p:cNvPr>
              <p:cNvCxnSpPr/>
              <p:nvPr/>
            </p:nvCxnSpPr>
            <p:spPr>
              <a:xfrm flipH="1">
                <a:off x="4342750" y="2951092"/>
                <a:ext cx="109329" cy="416893"/>
              </a:xfrm>
              <a:prstGeom prst="line">
                <a:avLst/>
              </a:prstGeom>
              <a:grpFill/>
              <a:ln w="1905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67" name="Oval 58">
                <a:extLst>
                  <a:ext uri="{FF2B5EF4-FFF2-40B4-BE49-F238E27FC236}">
                    <a16:creationId xmlns:a16="http://schemas.microsoft.com/office/drawing/2014/main" id="{7B2FBB7F-993B-45B7-8E95-61E788A6C4E6}"/>
                  </a:ext>
                </a:extLst>
              </p:cNvPr>
              <p:cNvSpPr/>
              <p:nvPr/>
            </p:nvSpPr>
            <p:spPr>
              <a:xfrm>
                <a:off x="4295897" y="3290070"/>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endParaRPr lang="en-US" dirty="0">
                  <a:cs typeface="+mn-ea"/>
                  <a:sym typeface="+mn-lt"/>
                </a:endParaRPr>
              </a:p>
            </p:txBody>
          </p:sp>
          <p:sp>
            <p:nvSpPr>
              <p:cNvPr id="68" name="Oval 59">
                <a:extLst>
                  <a:ext uri="{FF2B5EF4-FFF2-40B4-BE49-F238E27FC236}">
                    <a16:creationId xmlns:a16="http://schemas.microsoft.com/office/drawing/2014/main" id="{5620EAE2-AD15-4C91-8AFD-BD8422E2D8DE}"/>
                  </a:ext>
                </a:extLst>
              </p:cNvPr>
              <p:cNvSpPr/>
              <p:nvPr/>
            </p:nvSpPr>
            <p:spPr>
              <a:xfrm>
                <a:off x="4403188" y="2944210"/>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endParaRPr lang="en-US" dirty="0">
                  <a:cs typeface="+mn-ea"/>
                  <a:sym typeface="+mn-lt"/>
                </a:endParaRPr>
              </a:p>
            </p:txBody>
          </p:sp>
        </p:grpSp>
        <p:sp>
          <p:nvSpPr>
            <p:cNvPr id="49" name="千图PPT彼岸天：ID 8661124库_椭圆 11">
              <a:extLst>
                <a:ext uri="{FF2B5EF4-FFF2-40B4-BE49-F238E27FC236}">
                  <a16:creationId xmlns:a16="http://schemas.microsoft.com/office/drawing/2014/main" id="{3D552384-D35E-4D4C-8046-E55A598BA70F}"/>
                </a:ext>
              </a:extLst>
            </p:cNvPr>
            <p:cNvSpPr>
              <a:spLocks noChangeArrowheads="1"/>
            </p:cNvSpPr>
            <p:nvPr>
              <p:custDataLst>
                <p:tags r:id="rId15"/>
              </p:custDataLst>
            </p:nvPr>
          </p:nvSpPr>
          <p:spPr bwMode="auto">
            <a:xfrm>
              <a:off x="2777735" y="1929458"/>
              <a:ext cx="739324" cy="737778"/>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cs typeface="+mn-ea"/>
                <a:sym typeface="+mn-lt"/>
              </a:endParaRPr>
            </a:p>
          </p:txBody>
        </p:sp>
        <p:sp>
          <p:nvSpPr>
            <p:cNvPr id="50" name="千图PPT彼岸天：ID 8661124库_椭圆 14">
              <a:extLst>
                <a:ext uri="{FF2B5EF4-FFF2-40B4-BE49-F238E27FC236}">
                  <a16:creationId xmlns:a16="http://schemas.microsoft.com/office/drawing/2014/main" id="{8E23367C-4123-433D-8721-00FB8CB1CA5F}"/>
                </a:ext>
              </a:extLst>
            </p:cNvPr>
            <p:cNvSpPr>
              <a:spLocks noChangeArrowheads="1"/>
            </p:cNvSpPr>
            <p:nvPr>
              <p:custDataLst>
                <p:tags r:id="rId16"/>
              </p:custDataLst>
            </p:nvPr>
          </p:nvSpPr>
          <p:spPr bwMode="auto">
            <a:xfrm>
              <a:off x="2777735" y="4371704"/>
              <a:ext cx="739324" cy="740872"/>
            </a:xfrm>
            <a:prstGeom prst="ellipse">
              <a:avLst/>
            </a:prstGeom>
            <a:solidFill>
              <a:schemeClr val="accent5"/>
            </a:solidFill>
            <a:ln>
              <a:noFill/>
            </a:ln>
          </p:spPr>
          <p:txBody>
            <a:bodyPr vert="horz" wrap="square" lIns="91440" tIns="45720" rIns="91440" bIns="45720" numCol="1" anchor="t" anchorCtr="0" compatLnSpc="1">
              <a:prstTxWarp prst="textNoShape">
                <a:avLst/>
              </a:prstTxWarp>
            </a:bodyPr>
            <a:lstStyle/>
            <a:p>
              <a:endParaRPr lang="en-US" dirty="0">
                <a:cs typeface="+mn-ea"/>
                <a:sym typeface="+mn-lt"/>
              </a:endParaRPr>
            </a:p>
          </p:txBody>
        </p:sp>
        <p:sp>
          <p:nvSpPr>
            <p:cNvPr id="51" name="千图PPT彼岸天：ID 8661124库_椭圆 17">
              <a:extLst>
                <a:ext uri="{FF2B5EF4-FFF2-40B4-BE49-F238E27FC236}">
                  <a16:creationId xmlns:a16="http://schemas.microsoft.com/office/drawing/2014/main" id="{8220F196-3211-4133-B2DE-E62819E3B165}"/>
                </a:ext>
              </a:extLst>
            </p:cNvPr>
            <p:cNvSpPr>
              <a:spLocks noChangeArrowheads="1"/>
            </p:cNvSpPr>
            <p:nvPr>
              <p:custDataLst>
                <p:tags r:id="rId17"/>
              </p:custDataLst>
            </p:nvPr>
          </p:nvSpPr>
          <p:spPr bwMode="auto">
            <a:xfrm>
              <a:off x="3977978" y="3149808"/>
              <a:ext cx="739324" cy="740872"/>
            </a:xfrm>
            <a:prstGeom prst="ellipse">
              <a:avLst/>
            </a:prstGeom>
            <a:solidFill>
              <a:schemeClr val="tx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dirty="0">
                <a:cs typeface="+mn-ea"/>
                <a:sym typeface="+mn-lt"/>
              </a:endParaRPr>
            </a:p>
          </p:txBody>
        </p:sp>
        <p:sp>
          <p:nvSpPr>
            <p:cNvPr id="52" name="千图PPT彼岸天：ID 8661124库_椭圆 20">
              <a:extLst>
                <a:ext uri="{FF2B5EF4-FFF2-40B4-BE49-F238E27FC236}">
                  <a16:creationId xmlns:a16="http://schemas.microsoft.com/office/drawing/2014/main" id="{7E984339-9FFE-4A8F-A4FF-D320979D281E}"/>
                </a:ext>
              </a:extLst>
            </p:cNvPr>
            <p:cNvSpPr>
              <a:spLocks noChangeArrowheads="1"/>
            </p:cNvSpPr>
            <p:nvPr>
              <p:custDataLst>
                <p:tags r:id="rId18"/>
              </p:custDataLst>
            </p:nvPr>
          </p:nvSpPr>
          <p:spPr bwMode="auto">
            <a:xfrm>
              <a:off x="7431767" y="3149808"/>
              <a:ext cx="739324" cy="740872"/>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dirty="0">
                <a:cs typeface="+mn-ea"/>
                <a:sym typeface="+mn-lt"/>
              </a:endParaRPr>
            </a:p>
          </p:txBody>
        </p:sp>
        <p:sp>
          <p:nvSpPr>
            <p:cNvPr id="53" name="千图PPT彼岸天：ID 8661124库_椭圆 23">
              <a:extLst>
                <a:ext uri="{FF2B5EF4-FFF2-40B4-BE49-F238E27FC236}">
                  <a16:creationId xmlns:a16="http://schemas.microsoft.com/office/drawing/2014/main" id="{D3795E4F-75EF-48C7-A744-80B42F7D8D0D}"/>
                </a:ext>
              </a:extLst>
            </p:cNvPr>
            <p:cNvSpPr>
              <a:spLocks noChangeArrowheads="1"/>
            </p:cNvSpPr>
            <p:nvPr>
              <p:custDataLst>
                <p:tags r:id="rId19"/>
              </p:custDataLst>
            </p:nvPr>
          </p:nvSpPr>
          <p:spPr bwMode="auto">
            <a:xfrm>
              <a:off x="8655210" y="1929458"/>
              <a:ext cx="734685" cy="737778"/>
            </a:xfrm>
            <a:prstGeom prst="ellipse">
              <a:avLst/>
            </a:prstGeom>
            <a:solidFill>
              <a:schemeClr val="tx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dirty="0">
                <a:cs typeface="+mn-ea"/>
                <a:sym typeface="+mn-lt"/>
              </a:endParaRPr>
            </a:p>
          </p:txBody>
        </p:sp>
        <p:sp>
          <p:nvSpPr>
            <p:cNvPr id="54" name="千图PPT彼岸天：ID 8661124库_椭圆 26">
              <a:extLst>
                <a:ext uri="{FF2B5EF4-FFF2-40B4-BE49-F238E27FC236}">
                  <a16:creationId xmlns:a16="http://schemas.microsoft.com/office/drawing/2014/main" id="{9AB413AC-5B8C-44DF-AD6F-B0B486AE015B}"/>
                </a:ext>
              </a:extLst>
            </p:cNvPr>
            <p:cNvSpPr>
              <a:spLocks noChangeArrowheads="1"/>
            </p:cNvSpPr>
            <p:nvPr>
              <p:custDataLst>
                <p:tags r:id="rId20"/>
              </p:custDataLst>
            </p:nvPr>
          </p:nvSpPr>
          <p:spPr bwMode="auto">
            <a:xfrm>
              <a:off x="8655210" y="4371704"/>
              <a:ext cx="734685" cy="740872"/>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dirty="0">
                <a:cs typeface="+mn-ea"/>
                <a:sym typeface="+mn-lt"/>
              </a:endParaRPr>
            </a:p>
          </p:txBody>
        </p:sp>
        <p:sp>
          <p:nvSpPr>
            <p:cNvPr id="55" name="千图PPT彼岸天：ID 8661124库_椭圆 29">
              <a:extLst>
                <a:ext uri="{FF2B5EF4-FFF2-40B4-BE49-F238E27FC236}">
                  <a16:creationId xmlns:a16="http://schemas.microsoft.com/office/drawing/2014/main" id="{D602EFED-6F9C-4385-9071-03CD3DA1241E}"/>
                </a:ext>
              </a:extLst>
            </p:cNvPr>
            <p:cNvSpPr>
              <a:spLocks noChangeArrowheads="1"/>
            </p:cNvSpPr>
            <p:nvPr>
              <p:custDataLst>
                <p:tags r:id="rId21"/>
              </p:custDataLst>
            </p:nvPr>
          </p:nvSpPr>
          <p:spPr bwMode="auto">
            <a:xfrm>
              <a:off x="5580363" y="3022978"/>
              <a:ext cx="996077" cy="996077"/>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sp>
          <p:nvSpPr>
            <p:cNvPr id="56" name="千图PPT彼岸天：ID 8661124库_任意多边形 31">
              <a:extLst>
                <a:ext uri="{FF2B5EF4-FFF2-40B4-BE49-F238E27FC236}">
                  <a16:creationId xmlns:a16="http://schemas.microsoft.com/office/drawing/2014/main" id="{64BBC116-F3E2-4013-B99F-71C92602D5B3}"/>
                </a:ext>
              </a:extLst>
            </p:cNvPr>
            <p:cNvSpPr/>
            <p:nvPr>
              <p:custDataLst>
                <p:tags r:id="rId22"/>
              </p:custDataLst>
            </p:nvPr>
          </p:nvSpPr>
          <p:spPr bwMode="auto">
            <a:xfrm>
              <a:off x="5387025" y="2654862"/>
              <a:ext cx="691377" cy="403690"/>
            </a:xfrm>
            <a:custGeom>
              <a:avLst/>
              <a:gdLst>
                <a:gd name="T0" fmla="*/ 23 w 189"/>
                <a:gd name="T1" fmla="*/ 104 h 110"/>
                <a:gd name="T2" fmla="*/ 177 w 189"/>
                <a:gd name="T3" fmla="*/ 24 h 110"/>
                <a:gd name="T4" fmla="*/ 189 w 189"/>
                <a:gd name="T5" fmla="*/ 12 h 110"/>
                <a:gd name="T6" fmla="*/ 189 w 189"/>
                <a:gd name="T7" fmla="*/ 12 h 110"/>
                <a:gd name="T8" fmla="*/ 176 w 189"/>
                <a:gd name="T9" fmla="*/ 0 h 110"/>
                <a:gd name="T10" fmla="*/ 4 w 189"/>
                <a:gd name="T11" fmla="*/ 89 h 110"/>
                <a:gd name="T12" fmla="*/ 7 w 189"/>
                <a:gd name="T13" fmla="*/ 106 h 110"/>
                <a:gd name="T14" fmla="*/ 7 w 189"/>
                <a:gd name="T15" fmla="*/ 107 h 110"/>
                <a:gd name="T16" fmla="*/ 23 w 189"/>
                <a:gd name="T17" fmla="*/ 10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9" h="110">
                  <a:moveTo>
                    <a:pt x="23" y="104"/>
                  </a:moveTo>
                  <a:cubicBezTo>
                    <a:pt x="60" y="58"/>
                    <a:pt x="115" y="28"/>
                    <a:pt x="177" y="24"/>
                  </a:cubicBezTo>
                  <a:cubicBezTo>
                    <a:pt x="184" y="24"/>
                    <a:pt x="189" y="19"/>
                    <a:pt x="189" y="12"/>
                  </a:cubicBezTo>
                  <a:cubicBezTo>
                    <a:pt x="189" y="12"/>
                    <a:pt x="189" y="12"/>
                    <a:pt x="189" y="12"/>
                  </a:cubicBezTo>
                  <a:cubicBezTo>
                    <a:pt x="189" y="5"/>
                    <a:pt x="183" y="0"/>
                    <a:pt x="176" y="0"/>
                  </a:cubicBezTo>
                  <a:cubicBezTo>
                    <a:pt x="106" y="4"/>
                    <a:pt x="45" y="38"/>
                    <a:pt x="4" y="89"/>
                  </a:cubicBezTo>
                  <a:cubicBezTo>
                    <a:pt x="0" y="95"/>
                    <a:pt x="1" y="103"/>
                    <a:pt x="7" y="106"/>
                  </a:cubicBezTo>
                  <a:cubicBezTo>
                    <a:pt x="7" y="107"/>
                    <a:pt x="7" y="107"/>
                    <a:pt x="7" y="107"/>
                  </a:cubicBezTo>
                  <a:cubicBezTo>
                    <a:pt x="13" y="110"/>
                    <a:pt x="19" y="109"/>
                    <a:pt x="23" y="104"/>
                  </a:cubicBezTo>
                  <a:close/>
                </a:path>
              </a:pathLst>
            </a:custGeom>
            <a:solidFill>
              <a:schemeClr val="accent1">
                <a:lumMod val="40000"/>
                <a:lumOff val="60000"/>
              </a:schemeClr>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sp>
          <p:nvSpPr>
            <p:cNvPr id="57" name="千图PPT彼岸天：ID 8661124库_任意多边形 32">
              <a:extLst>
                <a:ext uri="{FF2B5EF4-FFF2-40B4-BE49-F238E27FC236}">
                  <a16:creationId xmlns:a16="http://schemas.microsoft.com/office/drawing/2014/main" id="{BE2FC590-F46D-40D3-B438-704B060B5424}"/>
                </a:ext>
              </a:extLst>
            </p:cNvPr>
            <p:cNvSpPr/>
            <p:nvPr>
              <p:custDataLst>
                <p:tags r:id="rId23"/>
              </p:custDataLst>
            </p:nvPr>
          </p:nvSpPr>
          <p:spPr bwMode="auto">
            <a:xfrm>
              <a:off x="6140270" y="2659502"/>
              <a:ext cx="801193" cy="1254377"/>
            </a:xfrm>
            <a:custGeom>
              <a:avLst/>
              <a:gdLst>
                <a:gd name="T0" fmla="*/ 195 w 219"/>
                <a:gd name="T1" fmla="*/ 235 h 342"/>
                <a:gd name="T2" fmla="*/ 175 w 219"/>
                <a:gd name="T3" fmla="*/ 323 h 342"/>
                <a:gd name="T4" fmla="*/ 179 w 219"/>
                <a:gd name="T5" fmla="*/ 337 h 342"/>
                <a:gd name="T6" fmla="*/ 179 w 219"/>
                <a:gd name="T7" fmla="*/ 337 h 342"/>
                <a:gd name="T8" fmla="*/ 197 w 219"/>
                <a:gd name="T9" fmla="*/ 333 h 342"/>
                <a:gd name="T10" fmla="*/ 219 w 219"/>
                <a:gd name="T11" fmla="*/ 235 h 342"/>
                <a:gd name="T12" fmla="*/ 13 w 219"/>
                <a:gd name="T13" fmla="*/ 1 h 342"/>
                <a:gd name="T14" fmla="*/ 0 w 219"/>
                <a:gd name="T15" fmla="*/ 13 h 342"/>
                <a:gd name="T16" fmla="*/ 0 w 219"/>
                <a:gd name="T17" fmla="*/ 13 h 342"/>
                <a:gd name="T18" fmla="*/ 10 w 219"/>
                <a:gd name="T19" fmla="*/ 25 h 342"/>
                <a:gd name="T20" fmla="*/ 195 w 219"/>
                <a:gd name="T21" fmla="*/ 235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9" h="342">
                  <a:moveTo>
                    <a:pt x="195" y="235"/>
                  </a:moveTo>
                  <a:cubicBezTo>
                    <a:pt x="195" y="266"/>
                    <a:pt x="188" y="296"/>
                    <a:pt x="175" y="323"/>
                  </a:cubicBezTo>
                  <a:cubicBezTo>
                    <a:pt x="173" y="328"/>
                    <a:pt x="175" y="334"/>
                    <a:pt x="179" y="337"/>
                  </a:cubicBezTo>
                  <a:cubicBezTo>
                    <a:pt x="179" y="337"/>
                    <a:pt x="179" y="337"/>
                    <a:pt x="179" y="337"/>
                  </a:cubicBezTo>
                  <a:cubicBezTo>
                    <a:pt x="185" y="342"/>
                    <a:pt x="194" y="340"/>
                    <a:pt x="197" y="333"/>
                  </a:cubicBezTo>
                  <a:cubicBezTo>
                    <a:pt x="211" y="303"/>
                    <a:pt x="219" y="270"/>
                    <a:pt x="219" y="235"/>
                  </a:cubicBezTo>
                  <a:cubicBezTo>
                    <a:pt x="219" y="115"/>
                    <a:pt x="129" y="16"/>
                    <a:pt x="13" y="1"/>
                  </a:cubicBezTo>
                  <a:cubicBezTo>
                    <a:pt x="6" y="0"/>
                    <a:pt x="0" y="6"/>
                    <a:pt x="0" y="13"/>
                  </a:cubicBezTo>
                  <a:cubicBezTo>
                    <a:pt x="0" y="13"/>
                    <a:pt x="0" y="13"/>
                    <a:pt x="0" y="13"/>
                  </a:cubicBezTo>
                  <a:cubicBezTo>
                    <a:pt x="0" y="19"/>
                    <a:pt x="4" y="24"/>
                    <a:pt x="10" y="25"/>
                  </a:cubicBezTo>
                  <a:cubicBezTo>
                    <a:pt x="114" y="38"/>
                    <a:pt x="195" y="127"/>
                    <a:pt x="195" y="235"/>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sp>
          <p:nvSpPr>
            <p:cNvPr id="58" name="千图PPT彼岸天：ID 8661124库_任意多边形 33">
              <a:extLst>
                <a:ext uri="{FF2B5EF4-FFF2-40B4-BE49-F238E27FC236}">
                  <a16:creationId xmlns:a16="http://schemas.microsoft.com/office/drawing/2014/main" id="{F5C140C5-5D81-4E25-969A-E19C262054F8}"/>
                </a:ext>
              </a:extLst>
            </p:cNvPr>
            <p:cNvSpPr/>
            <p:nvPr>
              <p:custDataLst>
                <p:tags r:id="rId24"/>
              </p:custDataLst>
            </p:nvPr>
          </p:nvSpPr>
          <p:spPr bwMode="auto">
            <a:xfrm>
              <a:off x="5210700" y="3074019"/>
              <a:ext cx="1596198" cy="1319339"/>
            </a:xfrm>
            <a:custGeom>
              <a:avLst/>
              <a:gdLst>
                <a:gd name="T0" fmla="*/ 413 w 436"/>
                <a:gd name="T1" fmla="*/ 240 h 360"/>
                <a:gd name="T2" fmla="*/ 189 w 436"/>
                <a:gd name="T3" fmla="*/ 329 h 360"/>
                <a:gd name="T4" fmla="*/ 30 w 436"/>
                <a:gd name="T5" fmla="*/ 170 h 360"/>
                <a:gd name="T6" fmla="*/ 51 w 436"/>
                <a:gd name="T7" fmla="*/ 19 h 360"/>
                <a:gd name="T8" fmla="*/ 47 w 436"/>
                <a:gd name="T9" fmla="*/ 3 h 360"/>
                <a:gd name="T10" fmla="*/ 47 w 436"/>
                <a:gd name="T11" fmla="*/ 3 h 360"/>
                <a:gd name="T12" fmla="*/ 30 w 436"/>
                <a:gd name="T13" fmla="*/ 7 h 360"/>
                <a:gd name="T14" fmla="*/ 1 w 436"/>
                <a:gd name="T15" fmla="*/ 128 h 360"/>
                <a:gd name="T16" fmla="*/ 229 w 436"/>
                <a:gd name="T17" fmla="*/ 358 h 360"/>
                <a:gd name="T18" fmla="*/ 432 w 436"/>
                <a:gd name="T19" fmla="*/ 254 h 360"/>
                <a:gd name="T20" fmla="*/ 430 w 436"/>
                <a:gd name="T21" fmla="*/ 238 h 360"/>
                <a:gd name="T22" fmla="*/ 430 w 436"/>
                <a:gd name="T23" fmla="*/ 238 h 360"/>
                <a:gd name="T24" fmla="*/ 413 w 436"/>
                <a:gd name="T25" fmla="*/ 240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6" h="360">
                  <a:moveTo>
                    <a:pt x="413" y="240"/>
                  </a:moveTo>
                  <a:cubicBezTo>
                    <a:pt x="366" y="309"/>
                    <a:pt x="282" y="349"/>
                    <a:pt x="189" y="329"/>
                  </a:cubicBezTo>
                  <a:cubicBezTo>
                    <a:pt x="110" y="312"/>
                    <a:pt x="47" y="249"/>
                    <a:pt x="30" y="170"/>
                  </a:cubicBezTo>
                  <a:cubicBezTo>
                    <a:pt x="18" y="115"/>
                    <a:pt x="27" y="62"/>
                    <a:pt x="51" y="19"/>
                  </a:cubicBezTo>
                  <a:cubicBezTo>
                    <a:pt x="54" y="14"/>
                    <a:pt x="53" y="6"/>
                    <a:pt x="47" y="3"/>
                  </a:cubicBezTo>
                  <a:cubicBezTo>
                    <a:pt x="47" y="3"/>
                    <a:pt x="47" y="3"/>
                    <a:pt x="47" y="3"/>
                  </a:cubicBezTo>
                  <a:cubicBezTo>
                    <a:pt x="41" y="0"/>
                    <a:pt x="34" y="1"/>
                    <a:pt x="30" y="7"/>
                  </a:cubicBezTo>
                  <a:cubicBezTo>
                    <a:pt x="10" y="43"/>
                    <a:pt x="0" y="84"/>
                    <a:pt x="1" y="128"/>
                  </a:cubicBezTo>
                  <a:cubicBezTo>
                    <a:pt x="4" y="253"/>
                    <a:pt x="105" y="354"/>
                    <a:pt x="229" y="358"/>
                  </a:cubicBezTo>
                  <a:cubicBezTo>
                    <a:pt x="314" y="360"/>
                    <a:pt x="389" y="318"/>
                    <a:pt x="432" y="254"/>
                  </a:cubicBezTo>
                  <a:cubicBezTo>
                    <a:pt x="436" y="249"/>
                    <a:pt x="435" y="242"/>
                    <a:pt x="430" y="238"/>
                  </a:cubicBezTo>
                  <a:cubicBezTo>
                    <a:pt x="430" y="238"/>
                    <a:pt x="430" y="238"/>
                    <a:pt x="430" y="238"/>
                  </a:cubicBezTo>
                  <a:cubicBezTo>
                    <a:pt x="425" y="233"/>
                    <a:pt x="417" y="234"/>
                    <a:pt x="413" y="240"/>
                  </a:cubicBez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sp>
          <p:nvSpPr>
            <p:cNvPr id="59" name="千图PPT彼岸天：ID 8661124库_椭圆 12">
              <a:extLst>
                <a:ext uri="{FF2B5EF4-FFF2-40B4-BE49-F238E27FC236}">
                  <a16:creationId xmlns:a16="http://schemas.microsoft.com/office/drawing/2014/main" id="{40AC7E7F-4599-4F06-AE4E-E61BBE17CFE6}"/>
                </a:ext>
              </a:extLst>
            </p:cNvPr>
            <p:cNvSpPr>
              <a:spLocks noChangeArrowheads="1"/>
            </p:cNvSpPr>
            <p:nvPr>
              <p:custDataLst>
                <p:tags r:id="rId25"/>
              </p:custDataLst>
            </p:nvPr>
          </p:nvSpPr>
          <p:spPr bwMode="auto">
            <a:xfrm>
              <a:off x="3022592" y="2105403"/>
              <a:ext cx="249612" cy="386262"/>
            </a:xfrm>
            <a:custGeom>
              <a:avLst/>
              <a:gdLst>
                <a:gd name="connsiteX0" fmla="*/ 182768 w 217488"/>
                <a:gd name="connsiteY0" fmla="*/ 277515 h 336550"/>
                <a:gd name="connsiteX1" fmla="*/ 156139 w 217488"/>
                <a:gd name="connsiteY1" fmla="*/ 283964 h 336550"/>
                <a:gd name="connsiteX2" fmla="*/ 152145 w 217488"/>
                <a:gd name="connsiteY2" fmla="*/ 292993 h 336550"/>
                <a:gd name="connsiteX3" fmla="*/ 158802 w 217488"/>
                <a:gd name="connsiteY3" fmla="*/ 296863 h 336550"/>
                <a:gd name="connsiteX4" fmla="*/ 160133 w 217488"/>
                <a:gd name="connsiteY4" fmla="*/ 296863 h 336550"/>
                <a:gd name="connsiteX5" fmla="*/ 186762 w 217488"/>
                <a:gd name="connsiteY5" fmla="*/ 290414 h 336550"/>
                <a:gd name="connsiteX6" fmla="*/ 190757 w 217488"/>
                <a:gd name="connsiteY6" fmla="*/ 282674 h 336550"/>
                <a:gd name="connsiteX7" fmla="*/ 182768 w 217488"/>
                <a:gd name="connsiteY7" fmla="*/ 277515 h 336550"/>
                <a:gd name="connsiteX8" fmla="*/ 34720 w 217488"/>
                <a:gd name="connsiteY8" fmla="*/ 277515 h 336550"/>
                <a:gd name="connsiteX9" fmla="*/ 26732 w 217488"/>
                <a:gd name="connsiteY9" fmla="*/ 282674 h 336550"/>
                <a:gd name="connsiteX10" fmla="*/ 30726 w 217488"/>
                <a:gd name="connsiteY10" fmla="*/ 290414 h 336550"/>
                <a:gd name="connsiteX11" fmla="*/ 57355 w 217488"/>
                <a:gd name="connsiteY11" fmla="*/ 296863 h 336550"/>
                <a:gd name="connsiteX12" fmla="*/ 58686 w 217488"/>
                <a:gd name="connsiteY12" fmla="*/ 296863 h 336550"/>
                <a:gd name="connsiteX13" fmla="*/ 65344 w 217488"/>
                <a:gd name="connsiteY13" fmla="*/ 292993 h 336550"/>
                <a:gd name="connsiteX14" fmla="*/ 61349 w 217488"/>
                <a:gd name="connsiteY14" fmla="*/ 283964 h 336550"/>
                <a:gd name="connsiteX15" fmla="*/ 34720 w 217488"/>
                <a:gd name="connsiteY15" fmla="*/ 277515 h 336550"/>
                <a:gd name="connsiteX16" fmla="*/ 108745 w 217488"/>
                <a:gd name="connsiteY16" fmla="*/ 271463 h 336550"/>
                <a:gd name="connsiteX17" fmla="*/ 87313 w 217488"/>
                <a:gd name="connsiteY17" fmla="*/ 292101 h 336550"/>
                <a:gd name="connsiteX18" fmla="*/ 108745 w 217488"/>
                <a:gd name="connsiteY18" fmla="*/ 312739 h 336550"/>
                <a:gd name="connsiteX19" fmla="*/ 130177 w 217488"/>
                <a:gd name="connsiteY19" fmla="*/ 292101 h 336550"/>
                <a:gd name="connsiteX20" fmla="*/ 108745 w 217488"/>
                <a:gd name="connsiteY20" fmla="*/ 271463 h 336550"/>
                <a:gd name="connsiteX21" fmla="*/ 27469 w 217488"/>
                <a:gd name="connsiteY21" fmla="*/ 38100 h 336550"/>
                <a:gd name="connsiteX22" fmla="*/ 22225 w 217488"/>
                <a:gd name="connsiteY22" fmla="*/ 42049 h 336550"/>
                <a:gd name="connsiteX23" fmla="*/ 22225 w 217488"/>
                <a:gd name="connsiteY23" fmla="*/ 240798 h 336550"/>
                <a:gd name="connsiteX24" fmla="*/ 27469 w 217488"/>
                <a:gd name="connsiteY24" fmla="*/ 246063 h 336550"/>
                <a:gd name="connsiteX25" fmla="*/ 190019 w 217488"/>
                <a:gd name="connsiteY25" fmla="*/ 246063 h 336550"/>
                <a:gd name="connsiteX26" fmla="*/ 195263 w 217488"/>
                <a:gd name="connsiteY26" fmla="*/ 240798 h 336550"/>
                <a:gd name="connsiteX27" fmla="*/ 195263 w 217488"/>
                <a:gd name="connsiteY27" fmla="*/ 42049 h 336550"/>
                <a:gd name="connsiteX28" fmla="*/ 190019 w 217488"/>
                <a:gd name="connsiteY28" fmla="*/ 38100 h 336550"/>
                <a:gd name="connsiteX29" fmla="*/ 27469 w 217488"/>
                <a:gd name="connsiteY29" fmla="*/ 38100 h 336550"/>
                <a:gd name="connsiteX30" fmla="*/ 92869 w 217488"/>
                <a:gd name="connsiteY30" fmla="*/ 15875 h 336550"/>
                <a:gd name="connsiteX31" fmla="*/ 88900 w 217488"/>
                <a:gd name="connsiteY31" fmla="*/ 19957 h 336550"/>
                <a:gd name="connsiteX32" fmla="*/ 92869 w 217488"/>
                <a:gd name="connsiteY32" fmla="*/ 25400 h 336550"/>
                <a:gd name="connsiteX33" fmla="*/ 124619 w 217488"/>
                <a:gd name="connsiteY33" fmla="*/ 25400 h 336550"/>
                <a:gd name="connsiteX34" fmla="*/ 128588 w 217488"/>
                <a:gd name="connsiteY34" fmla="*/ 19957 h 336550"/>
                <a:gd name="connsiteX35" fmla="*/ 124619 w 217488"/>
                <a:gd name="connsiteY35" fmla="*/ 15875 h 336550"/>
                <a:gd name="connsiteX36" fmla="*/ 92869 w 217488"/>
                <a:gd name="connsiteY36" fmla="*/ 15875 h 336550"/>
                <a:gd name="connsiteX37" fmla="*/ 19652 w 217488"/>
                <a:gd name="connsiteY37" fmla="*/ 0 h 336550"/>
                <a:gd name="connsiteX38" fmla="*/ 197836 w 217488"/>
                <a:gd name="connsiteY38" fmla="*/ 0 h 336550"/>
                <a:gd name="connsiteX39" fmla="*/ 217488 w 217488"/>
                <a:gd name="connsiteY39" fmla="*/ 18405 h 336550"/>
                <a:gd name="connsiteX40" fmla="*/ 217488 w 217488"/>
                <a:gd name="connsiteY40" fmla="*/ 318145 h 336550"/>
                <a:gd name="connsiteX41" fmla="*/ 197836 w 217488"/>
                <a:gd name="connsiteY41" fmla="*/ 336550 h 336550"/>
                <a:gd name="connsiteX42" fmla="*/ 19652 w 217488"/>
                <a:gd name="connsiteY42" fmla="*/ 336550 h 336550"/>
                <a:gd name="connsiteX43" fmla="*/ 0 w 217488"/>
                <a:gd name="connsiteY43" fmla="*/ 318145 h 336550"/>
                <a:gd name="connsiteX44" fmla="*/ 0 w 217488"/>
                <a:gd name="connsiteY44" fmla="*/ 18405 h 336550"/>
                <a:gd name="connsiteX45" fmla="*/ 19652 w 217488"/>
                <a:gd name="connsiteY4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7487" h="336550">
                  <a:moveTo>
                    <a:pt x="182768" y="277515"/>
                  </a:moveTo>
                  <a:cubicBezTo>
                    <a:pt x="182768" y="277515"/>
                    <a:pt x="182768" y="277515"/>
                    <a:pt x="156139" y="283964"/>
                  </a:cubicBezTo>
                  <a:cubicBezTo>
                    <a:pt x="153476" y="285254"/>
                    <a:pt x="150813" y="289124"/>
                    <a:pt x="152145" y="292993"/>
                  </a:cubicBezTo>
                  <a:cubicBezTo>
                    <a:pt x="152145" y="295573"/>
                    <a:pt x="156139" y="296863"/>
                    <a:pt x="158802" y="296863"/>
                  </a:cubicBezTo>
                  <a:cubicBezTo>
                    <a:pt x="158802" y="296863"/>
                    <a:pt x="160133" y="296863"/>
                    <a:pt x="160133" y="296863"/>
                  </a:cubicBezTo>
                  <a:cubicBezTo>
                    <a:pt x="160133" y="296863"/>
                    <a:pt x="160133" y="296863"/>
                    <a:pt x="186762" y="290414"/>
                  </a:cubicBezTo>
                  <a:cubicBezTo>
                    <a:pt x="189425" y="289124"/>
                    <a:pt x="192088" y="285254"/>
                    <a:pt x="190757" y="282674"/>
                  </a:cubicBezTo>
                  <a:cubicBezTo>
                    <a:pt x="190757" y="278805"/>
                    <a:pt x="186762" y="276225"/>
                    <a:pt x="182768" y="277515"/>
                  </a:cubicBezTo>
                  <a:close/>
                  <a:moveTo>
                    <a:pt x="34720" y="277515"/>
                  </a:moveTo>
                  <a:cubicBezTo>
                    <a:pt x="30726" y="276225"/>
                    <a:pt x="26732" y="278805"/>
                    <a:pt x="26732" y="282674"/>
                  </a:cubicBezTo>
                  <a:cubicBezTo>
                    <a:pt x="25400" y="285254"/>
                    <a:pt x="28063" y="289124"/>
                    <a:pt x="30726" y="290414"/>
                  </a:cubicBezTo>
                  <a:cubicBezTo>
                    <a:pt x="30726" y="290414"/>
                    <a:pt x="30726" y="290414"/>
                    <a:pt x="57355" y="296863"/>
                  </a:cubicBezTo>
                  <a:cubicBezTo>
                    <a:pt x="57355" y="296863"/>
                    <a:pt x="58686" y="296863"/>
                    <a:pt x="58686" y="296863"/>
                  </a:cubicBezTo>
                  <a:cubicBezTo>
                    <a:pt x="61349" y="296863"/>
                    <a:pt x="65344" y="295573"/>
                    <a:pt x="65344" y="292993"/>
                  </a:cubicBezTo>
                  <a:cubicBezTo>
                    <a:pt x="66675" y="289124"/>
                    <a:pt x="64012" y="285254"/>
                    <a:pt x="61349" y="283964"/>
                  </a:cubicBezTo>
                  <a:cubicBezTo>
                    <a:pt x="61349" y="283964"/>
                    <a:pt x="61349" y="283964"/>
                    <a:pt x="34720" y="277515"/>
                  </a:cubicBezTo>
                  <a:close/>
                  <a:moveTo>
                    <a:pt x="108745" y="271463"/>
                  </a:moveTo>
                  <a:cubicBezTo>
                    <a:pt x="96908" y="271463"/>
                    <a:pt x="87313" y="280703"/>
                    <a:pt x="87313" y="292101"/>
                  </a:cubicBezTo>
                  <a:cubicBezTo>
                    <a:pt x="87313" y="303499"/>
                    <a:pt x="96908" y="312739"/>
                    <a:pt x="108745" y="312739"/>
                  </a:cubicBezTo>
                  <a:cubicBezTo>
                    <a:pt x="120582" y="312739"/>
                    <a:pt x="130177" y="303499"/>
                    <a:pt x="130177" y="292101"/>
                  </a:cubicBezTo>
                  <a:cubicBezTo>
                    <a:pt x="130177" y="280703"/>
                    <a:pt x="120582" y="271463"/>
                    <a:pt x="108745" y="271463"/>
                  </a:cubicBezTo>
                  <a:close/>
                  <a:moveTo>
                    <a:pt x="27469" y="38100"/>
                  </a:moveTo>
                  <a:cubicBezTo>
                    <a:pt x="24847" y="38100"/>
                    <a:pt x="22225" y="39416"/>
                    <a:pt x="22225" y="42049"/>
                  </a:cubicBezTo>
                  <a:cubicBezTo>
                    <a:pt x="22225" y="42049"/>
                    <a:pt x="22225" y="42049"/>
                    <a:pt x="22225" y="240798"/>
                  </a:cubicBezTo>
                  <a:cubicBezTo>
                    <a:pt x="22225" y="243431"/>
                    <a:pt x="24847" y="246063"/>
                    <a:pt x="27469" y="246063"/>
                  </a:cubicBezTo>
                  <a:cubicBezTo>
                    <a:pt x="27469" y="246063"/>
                    <a:pt x="27469" y="246063"/>
                    <a:pt x="190019" y="246063"/>
                  </a:cubicBezTo>
                  <a:cubicBezTo>
                    <a:pt x="192641" y="246063"/>
                    <a:pt x="195263" y="243431"/>
                    <a:pt x="195263" y="240798"/>
                  </a:cubicBezTo>
                  <a:lnTo>
                    <a:pt x="195263" y="42049"/>
                  </a:lnTo>
                  <a:cubicBezTo>
                    <a:pt x="195263" y="39416"/>
                    <a:pt x="192641" y="38100"/>
                    <a:pt x="190019" y="38100"/>
                  </a:cubicBezTo>
                  <a:cubicBezTo>
                    <a:pt x="190019" y="38100"/>
                    <a:pt x="190019" y="38100"/>
                    <a:pt x="27469" y="38100"/>
                  </a:cubicBezTo>
                  <a:close/>
                  <a:moveTo>
                    <a:pt x="92869" y="15875"/>
                  </a:moveTo>
                  <a:cubicBezTo>
                    <a:pt x="90223" y="15875"/>
                    <a:pt x="88900" y="17236"/>
                    <a:pt x="88900" y="19957"/>
                  </a:cubicBezTo>
                  <a:cubicBezTo>
                    <a:pt x="88900" y="22679"/>
                    <a:pt x="90223" y="25400"/>
                    <a:pt x="92869" y="25400"/>
                  </a:cubicBezTo>
                  <a:cubicBezTo>
                    <a:pt x="92869" y="25400"/>
                    <a:pt x="92869" y="25400"/>
                    <a:pt x="124619" y="25400"/>
                  </a:cubicBezTo>
                  <a:cubicBezTo>
                    <a:pt x="127265" y="25400"/>
                    <a:pt x="128588" y="22679"/>
                    <a:pt x="128588" y="19957"/>
                  </a:cubicBezTo>
                  <a:cubicBezTo>
                    <a:pt x="128588" y="17236"/>
                    <a:pt x="127265" y="15875"/>
                    <a:pt x="124619" y="15875"/>
                  </a:cubicBezTo>
                  <a:cubicBezTo>
                    <a:pt x="124619" y="15875"/>
                    <a:pt x="124619" y="15875"/>
                    <a:pt x="92869" y="15875"/>
                  </a:cubicBezTo>
                  <a:close/>
                  <a:moveTo>
                    <a:pt x="19652" y="0"/>
                  </a:moveTo>
                  <a:cubicBezTo>
                    <a:pt x="19652" y="0"/>
                    <a:pt x="19652" y="0"/>
                    <a:pt x="197836" y="0"/>
                  </a:cubicBezTo>
                  <a:cubicBezTo>
                    <a:pt x="208317" y="0"/>
                    <a:pt x="217488" y="7888"/>
                    <a:pt x="217488" y="18405"/>
                  </a:cubicBezTo>
                  <a:cubicBezTo>
                    <a:pt x="217488" y="18405"/>
                    <a:pt x="217488" y="18405"/>
                    <a:pt x="217488" y="318145"/>
                  </a:cubicBezTo>
                  <a:cubicBezTo>
                    <a:pt x="217488" y="328662"/>
                    <a:pt x="208317" y="336550"/>
                    <a:pt x="197836" y="336550"/>
                  </a:cubicBezTo>
                  <a:cubicBezTo>
                    <a:pt x="197836" y="336550"/>
                    <a:pt x="197836" y="336550"/>
                    <a:pt x="19652" y="336550"/>
                  </a:cubicBezTo>
                  <a:cubicBezTo>
                    <a:pt x="9171" y="336550"/>
                    <a:pt x="0" y="328662"/>
                    <a:pt x="0" y="318145"/>
                  </a:cubicBezTo>
                  <a:cubicBezTo>
                    <a:pt x="0" y="318145"/>
                    <a:pt x="0" y="318145"/>
                    <a:pt x="0" y="18405"/>
                  </a:cubicBezTo>
                  <a:cubicBezTo>
                    <a:pt x="0" y="7888"/>
                    <a:pt x="9171" y="0"/>
                    <a:pt x="1965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sp>
          <p:nvSpPr>
            <p:cNvPr id="60" name="千图PPT彼岸天：ID 8661124库_椭圆 15">
              <a:extLst>
                <a:ext uri="{FF2B5EF4-FFF2-40B4-BE49-F238E27FC236}">
                  <a16:creationId xmlns:a16="http://schemas.microsoft.com/office/drawing/2014/main" id="{C178C0D1-E626-4BAC-9602-BA8B79D703C3}"/>
                </a:ext>
              </a:extLst>
            </p:cNvPr>
            <p:cNvSpPr>
              <a:spLocks noChangeArrowheads="1"/>
            </p:cNvSpPr>
            <p:nvPr>
              <p:custDataLst>
                <p:tags r:id="rId26"/>
              </p:custDataLst>
            </p:nvPr>
          </p:nvSpPr>
          <p:spPr bwMode="auto">
            <a:xfrm>
              <a:off x="3023298" y="4550290"/>
              <a:ext cx="248198" cy="384074"/>
            </a:xfrm>
            <a:custGeom>
              <a:avLst/>
              <a:gdLst>
                <a:gd name="connsiteX0" fmla="*/ 182768 w 217488"/>
                <a:gd name="connsiteY0" fmla="*/ 277515 h 336550"/>
                <a:gd name="connsiteX1" fmla="*/ 156139 w 217488"/>
                <a:gd name="connsiteY1" fmla="*/ 283964 h 336550"/>
                <a:gd name="connsiteX2" fmla="*/ 152145 w 217488"/>
                <a:gd name="connsiteY2" fmla="*/ 292993 h 336550"/>
                <a:gd name="connsiteX3" fmla="*/ 158802 w 217488"/>
                <a:gd name="connsiteY3" fmla="*/ 296863 h 336550"/>
                <a:gd name="connsiteX4" fmla="*/ 160133 w 217488"/>
                <a:gd name="connsiteY4" fmla="*/ 296863 h 336550"/>
                <a:gd name="connsiteX5" fmla="*/ 186762 w 217488"/>
                <a:gd name="connsiteY5" fmla="*/ 290414 h 336550"/>
                <a:gd name="connsiteX6" fmla="*/ 190757 w 217488"/>
                <a:gd name="connsiteY6" fmla="*/ 282674 h 336550"/>
                <a:gd name="connsiteX7" fmla="*/ 182768 w 217488"/>
                <a:gd name="connsiteY7" fmla="*/ 277515 h 336550"/>
                <a:gd name="connsiteX8" fmla="*/ 34720 w 217488"/>
                <a:gd name="connsiteY8" fmla="*/ 277515 h 336550"/>
                <a:gd name="connsiteX9" fmla="*/ 26732 w 217488"/>
                <a:gd name="connsiteY9" fmla="*/ 282674 h 336550"/>
                <a:gd name="connsiteX10" fmla="*/ 30726 w 217488"/>
                <a:gd name="connsiteY10" fmla="*/ 290414 h 336550"/>
                <a:gd name="connsiteX11" fmla="*/ 57355 w 217488"/>
                <a:gd name="connsiteY11" fmla="*/ 296863 h 336550"/>
                <a:gd name="connsiteX12" fmla="*/ 58686 w 217488"/>
                <a:gd name="connsiteY12" fmla="*/ 296863 h 336550"/>
                <a:gd name="connsiteX13" fmla="*/ 65344 w 217488"/>
                <a:gd name="connsiteY13" fmla="*/ 292993 h 336550"/>
                <a:gd name="connsiteX14" fmla="*/ 61349 w 217488"/>
                <a:gd name="connsiteY14" fmla="*/ 283964 h 336550"/>
                <a:gd name="connsiteX15" fmla="*/ 34720 w 217488"/>
                <a:gd name="connsiteY15" fmla="*/ 277515 h 336550"/>
                <a:gd name="connsiteX16" fmla="*/ 108745 w 217488"/>
                <a:gd name="connsiteY16" fmla="*/ 271463 h 336550"/>
                <a:gd name="connsiteX17" fmla="*/ 87313 w 217488"/>
                <a:gd name="connsiteY17" fmla="*/ 292101 h 336550"/>
                <a:gd name="connsiteX18" fmla="*/ 108745 w 217488"/>
                <a:gd name="connsiteY18" fmla="*/ 312739 h 336550"/>
                <a:gd name="connsiteX19" fmla="*/ 130177 w 217488"/>
                <a:gd name="connsiteY19" fmla="*/ 292101 h 336550"/>
                <a:gd name="connsiteX20" fmla="*/ 108745 w 217488"/>
                <a:gd name="connsiteY20" fmla="*/ 271463 h 336550"/>
                <a:gd name="connsiteX21" fmla="*/ 27469 w 217488"/>
                <a:gd name="connsiteY21" fmla="*/ 38100 h 336550"/>
                <a:gd name="connsiteX22" fmla="*/ 22225 w 217488"/>
                <a:gd name="connsiteY22" fmla="*/ 42049 h 336550"/>
                <a:gd name="connsiteX23" fmla="*/ 22225 w 217488"/>
                <a:gd name="connsiteY23" fmla="*/ 240798 h 336550"/>
                <a:gd name="connsiteX24" fmla="*/ 27469 w 217488"/>
                <a:gd name="connsiteY24" fmla="*/ 246063 h 336550"/>
                <a:gd name="connsiteX25" fmla="*/ 190019 w 217488"/>
                <a:gd name="connsiteY25" fmla="*/ 246063 h 336550"/>
                <a:gd name="connsiteX26" fmla="*/ 195263 w 217488"/>
                <a:gd name="connsiteY26" fmla="*/ 240798 h 336550"/>
                <a:gd name="connsiteX27" fmla="*/ 195263 w 217488"/>
                <a:gd name="connsiteY27" fmla="*/ 42049 h 336550"/>
                <a:gd name="connsiteX28" fmla="*/ 190019 w 217488"/>
                <a:gd name="connsiteY28" fmla="*/ 38100 h 336550"/>
                <a:gd name="connsiteX29" fmla="*/ 27469 w 217488"/>
                <a:gd name="connsiteY29" fmla="*/ 38100 h 336550"/>
                <a:gd name="connsiteX30" fmla="*/ 92869 w 217488"/>
                <a:gd name="connsiteY30" fmla="*/ 15875 h 336550"/>
                <a:gd name="connsiteX31" fmla="*/ 88900 w 217488"/>
                <a:gd name="connsiteY31" fmla="*/ 19957 h 336550"/>
                <a:gd name="connsiteX32" fmla="*/ 92869 w 217488"/>
                <a:gd name="connsiteY32" fmla="*/ 25400 h 336550"/>
                <a:gd name="connsiteX33" fmla="*/ 124619 w 217488"/>
                <a:gd name="connsiteY33" fmla="*/ 25400 h 336550"/>
                <a:gd name="connsiteX34" fmla="*/ 128588 w 217488"/>
                <a:gd name="connsiteY34" fmla="*/ 19957 h 336550"/>
                <a:gd name="connsiteX35" fmla="*/ 124619 w 217488"/>
                <a:gd name="connsiteY35" fmla="*/ 15875 h 336550"/>
                <a:gd name="connsiteX36" fmla="*/ 92869 w 217488"/>
                <a:gd name="connsiteY36" fmla="*/ 15875 h 336550"/>
                <a:gd name="connsiteX37" fmla="*/ 19652 w 217488"/>
                <a:gd name="connsiteY37" fmla="*/ 0 h 336550"/>
                <a:gd name="connsiteX38" fmla="*/ 197836 w 217488"/>
                <a:gd name="connsiteY38" fmla="*/ 0 h 336550"/>
                <a:gd name="connsiteX39" fmla="*/ 217488 w 217488"/>
                <a:gd name="connsiteY39" fmla="*/ 18405 h 336550"/>
                <a:gd name="connsiteX40" fmla="*/ 217488 w 217488"/>
                <a:gd name="connsiteY40" fmla="*/ 318145 h 336550"/>
                <a:gd name="connsiteX41" fmla="*/ 197836 w 217488"/>
                <a:gd name="connsiteY41" fmla="*/ 336550 h 336550"/>
                <a:gd name="connsiteX42" fmla="*/ 19652 w 217488"/>
                <a:gd name="connsiteY42" fmla="*/ 336550 h 336550"/>
                <a:gd name="connsiteX43" fmla="*/ 0 w 217488"/>
                <a:gd name="connsiteY43" fmla="*/ 318145 h 336550"/>
                <a:gd name="connsiteX44" fmla="*/ 0 w 217488"/>
                <a:gd name="connsiteY44" fmla="*/ 18405 h 336550"/>
                <a:gd name="connsiteX45" fmla="*/ 19652 w 217488"/>
                <a:gd name="connsiteY4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7487" h="336550">
                  <a:moveTo>
                    <a:pt x="182768" y="277515"/>
                  </a:moveTo>
                  <a:cubicBezTo>
                    <a:pt x="182768" y="277515"/>
                    <a:pt x="182768" y="277515"/>
                    <a:pt x="156139" y="283964"/>
                  </a:cubicBezTo>
                  <a:cubicBezTo>
                    <a:pt x="153476" y="285254"/>
                    <a:pt x="150813" y="289124"/>
                    <a:pt x="152145" y="292993"/>
                  </a:cubicBezTo>
                  <a:cubicBezTo>
                    <a:pt x="152145" y="295573"/>
                    <a:pt x="156139" y="296863"/>
                    <a:pt x="158802" y="296863"/>
                  </a:cubicBezTo>
                  <a:cubicBezTo>
                    <a:pt x="158802" y="296863"/>
                    <a:pt x="160133" y="296863"/>
                    <a:pt x="160133" y="296863"/>
                  </a:cubicBezTo>
                  <a:cubicBezTo>
                    <a:pt x="160133" y="296863"/>
                    <a:pt x="160133" y="296863"/>
                    <a:pt x="186762" y="290414"/>
                  </a:cubicBezTo>
                  <a:cubicBezTo>
                    <a:pt x="189425" y="289124"/>
                    <a:pt x="192088" y="285254"/>
                    <a:pt x="190757" y="282674"/>
                  </a:cubicBezTo>
                  <a:cubicBezTo>
                    <a:pt x="190757" y="278805"/>
                    <a:pt x="186762" y="276225"/>
                    <a:pt x="182768" y="277515"/>
                  </a:cubicBezTo>
                  <a:close/>
                  <a:moveTo>
                    <a:pt x="34720" y="277515"/>
                  </a:moveTo>
                  <a:cubicBezTo>
                    <a:pt x="30726" y="276225"/>
                    <a:pt x="26732" y="278805"/>
                    <a:pt x="26732" y="282674"/>
                  </a:cubicBezTo>
                  <a:cubicBezTo>
                    <a:pt x="25400" y="285254"/>
                    <a:pt x="28063" y="289124"/>
                    <a:pt x="30726" y="290414"/>
                  </a:cubicBezTo>
                  <a:cubicBezTo>
                    <a:pt x="30726" y="290414"/>
                    <a:pt x="30726" y="290414"/>
                    <a:pt x="57355" y="296863"/>
                  </a:cubicBezTo>
                  <a:cubicBezTo>
                    <a:pt x="57355" y="296863"/>
                    <a:pt x="58686" y="296863"/>
                    <a:pt x="58686" y="296863"/>
                  </a:cubicBezTo>
                  <a:cubicBezTo>
                    <a:pt x="61349" y="296863"/>
                    <a:pt x="65344" y="295573"/>
                    <a:pt x="65344" y="292993"/>
                  </a:cubicBezTo>
                  <a:cubicBezTo>
                    <a:pt x="66675" y="289124"/>
                    <a:pt x="64012" y="285254"/>
                    <a:pt x="61349" y="283964"/>
                  </a:cubicBezTo>
                  <a:cubicBezTo>
                    <a:pt x="61349" y="283964"/>
                    <a:pt x="61349" y="283964"/>
                    <a:pt x="34720" y="277515"/>
                  </a:cubicBezTo>
                  <a:close/>
                  <a:moveTo>
                    <a:pt x="108745" y="271463"/>
                  </a:moveTo>
                  <a:cubicBezTo>
                    <a:pt x="96908" y="271463"/>
                    <a:pt x="87313" y="280703"/>
                    <a:pt x="87313" y="292101"/>
                  </a:cubicBezTo>
                  <a:cubicBezTo>
                    <a:pt x="87313" y="303499"/>
                    <a:pt x="96908" y="312739"/>
                    <a:pt x="108745" y="312739"/>
                  </a:cubicBezTo>
                  <a:cubicBezTo>
                    <a:pt x="120582" y="312739"/>
                    <a:pt x="130177" y="303499"/>
                    <a:pt x="130177" y="292101"/>
                  </a:cubicBezTo>
                  <a:cubicBezTo>
                    <a:pt x="130177" y="280703"/>
                    <a:pt x="120582" y="271463"/>
                    <a:pt x="108745" y="271463"/>
                  </a:cubicBezTo>
                  <a:close/>
                  <a:moveTo>
                    <a:pt x="27469" y="38100"/>
                  </a:moveTo>
                  <a:cubicBezTo>
                    <a:pt x="24847" y="38100"/>
                    <a:pt x="22225" y="39416"/>
                    <a:pt x="22225" y="42049"/>
                  </a:cubicBezTo>
                  <a:cubicBezTo>
                    <a:pt x="22225" y="42049"/>
                    <a:pt x="22225" y="42049"/>
                    <a:pt x="22225" y="240798"/>
                  </a:cubicBezTo>
                  <a:cubicBezTo>
                    <a:pt x="22225" y="243431"/>
                    <a:pt x="24847" y="246063"/>
                    <a:pt x="27469" y="246063"/>
                  </a:cubicBezTo>
                  <a:cubicBezTo>
                    <a:pt x="27469" y="246063"/>
                    <a:pt x="27469" y="246063"/>
                    <a:pt x="190019" y="246063"/>
                  </a:cubicBezTo>
                  <a:cubicBezTo>
                    <a:pt x="192641" y="246063"/>
                    <a:pt x="195263" y="243431"/>
                    <a:pt x="195263" y="240798"/>
                  </a:cubicBezTo>
                  <a:lnTo>
                    <a:pt x="195263" y="42049"/>
                  </a:lnTo>
                  <a:cubicBezTo>
                    <a:pt x="195263" y="39416"/>
                    <a:pt x="192641" y="38100"/>
                    <a:pt x="190019" y="38100"/>
                  </a:cubicBezTo>
                  <a:cubicBezTo>
                    <a:pt x="190019" y="38100"/>
                    <a:pt x="190019" y="38100"/>
                    <a:pt x="27469" y="38100"/>
                  </a:cubicBezTo>
                  <a:close/>
                  <a:moveTo>
                    <a:pt x="92869" y="15875"/>
                  </a:moveTo>
                  <a:cubicBezTo>
                    <a:pt x="90223" y="15875"/>
                    <a:pt x="88900" y="17236"/>
                    <a:pt x="88900" y="19957"/>
                  </a:cubicBezTo>
                  <a:cubicBezTo>
                    <a:pt x="88900" y="22679"/>
                    <a:pt x="90223" y="25400"/>
                    <a:pt x="92869" y="25400"/>
                  </a:cubicBezTo>
                  <a:cubicBezTo>
                    <a:pt x="92869" y="25400"/>
                    <a:pt x="92869" y="25400"/>
                    <a:pt x="124619" y="25400"/>
                  </a:cubicBezTo>
                  <a:cubicBezTo>
                    <a:pt x="127265" y="25400"/>
                    <a:pt x="128588" y="22679"/>
                    <a:pt x="128588" y="19957"/>
                  </a:cubicBezTo>
                  <a:cubicBezTo>
                    <a:pt x="128588" y="17236"/>
                    <a:pt x="127265" y="15875"/>
                    <a:pt x="124619" y="15875"/>
                  </a:cubicBezTo>
                  <a:cubicBezTo>
                    <a:pt x="124619" y="15875"/>
                    <a:pt x="124619" y="15875"/>
                    <a:pt x="92869" y="15875"/>
                  </a:cubicBezTo>
                  <a:close/>
                  <a:moveTo>
                    <a:pt x="19652" y="0"/>
                  </a:moveTo>
                  <a:cubicBezTo>
                    <a:pt x="19652" y="0"/>
                    <a:pt x="19652" y="0"/>
                    <a:pt x="197836" y="0"/>
                  </a:cubicBezTo>
                  <a:cubicBezTo>
                    <a:pt x="208317" y="0"/>
                    <a:pt x="217488" y="7888"/>
                    <a:pt x="217488" y="18405"/>
                  </a:cubicBezTo>
                  <a:cubicBezTo>
                    <a:pt x="217488" y="18405"/>
                    <a:pt x="217488" y="18405"/>
                    <a:pt x="217488" y="318145"/>
                  </a:cubicBezTo>
                  <a:cubicBezTo>
                    <a:pt x="217488" y="328662"/>
                    <a:pt x="208317" y="336550"/>
                    <a:pt x="197836" y="336550"/>
                  </a:cubicBezTo>
                  <a:cubicBezTo>
                    <a:pt x="197836" y="336550"/>
                    <a:pt x="197836" y="336550"/>
                    <a:pt x="19652" y="336550"/>
                  </a:cubicBezTo>
                  <a:cubicBezTo>
                    <a:pt x="9171" y="336550"/>
                    <a:pt x="0" y="328662"/>
                    <a:pt x="0" y="318145"/>
                  </a:cubicBezTo>
                  <a:cubicBezTo>
                    <a:pt x="0" y="318145"/>
                    <a:pt x="0" y="318145"/>
                    <a:pt x="0" y="18405"/>
                  </a:cubicBezTo>
                  <a:cubicBezTo>
                    <a:pt x="0" y="7888"/>
                    <a:pt x="9171" y="0"/>
                    <a:pt x="1965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sp>
          <p:nvSpPr>
            <p:cNvPr id="61" name="千图PPT彼岸天：ID 8661124库_椭圆 18">
              <a:extLst>
                <a:ext uri="{FF2B5EF4-FFF2-40B4-BE49-F238E27FC236}">
                  <a16:creationId xmlns:a16="http://schemas.microsoft.com/office/drawing/2014/main" id="{DDDE952C-572A-4C6B-9A39-E0412CFDDEF6}"/>
                </a:ext>
              </a:extLst>
            </p:cNvPr>
            <p:cNvSpPr>
              <a:spLocks noChangeArrowheads="1"/>
            </p:cNvSpPr>
            <p:nvPr>
              <p:custDataLst>
                <p:tags r:id="rId27"/>
              </p:custDataLst>
            </p:nvPr>
          </p:nvSpPr>
          <p:spPr bwMode="auto">
            <a:xfrm>
              <a:off x="4223541" y="3328394"/>
              <a:ext cx="248198" cy="384074"/>
            </a:xfrm>
            <a:custGeom>
              <a:avLst/>
              <a:gdLst>
                <a:gd name="connsiteX0" fmla="*/ 182768 w 217488"/>
                <a:gd name="connsiteY0" fmla="*/ 277515 h 336550"/>
                <a:gd name="connsiteX1" fmla="*/ 156139 w 217488"/>
                <a:gd name="connsiteY1" fmla="*/ 283964 h 336550"/>
                <a:gd name="connsiteX2" fmla="*/ 152145 w 217488"/>
                <a:gd name="connsiteY2" fmla="*/ 292993 h 336550"/>
                <a:gd name="connsiteX3" fmla="*/ 158802 w 217488"/>
                <a:gd name="connsiteY3" fmla="*/ 296863 h 336550"/>
                <a:gd name="connsiteX4" fmla="*/ 160133 w 217488"/>
                <a:gd name="connsiteY4" fmla="*/ 296863 h 336550"/>
                <a:gd name="connsiteX5" fmla="*/ 186762 w 217488"/>
                <a:gd name="connsiteY5" fmla="*/ 290414 h 336550"/>
                <a:gd name="connsiteX6" fmla="*/ 190757 w 217488"/>
                <a:gd name="connsiteY6" fmla="*/ 282674 h 336550"/>
                <a:gd name="connsiteX7" fmla="*/ 182768 w 217488"/>
                <a:gd name="connsiteY7" fmla="*/ 277515 h 336550"/>
                <a:gd name="connsiteX8" fmla="*/ 34720 w 217488"/>
                <a:gd name="connsiteY8" fmla="*/ 277515 h 336550"/>
                <a:gd name="connsiteX9" fmla="*/ 26732 w 217488"/>
                <a:gd name="connsiteY9" fmla="*/ 282674 h 336550"/>
                <a:gd name="connsiteX10" fmla="*/ 30726 w 217488"/>
                <a:gd name="connsiteY10" fmla="*/ 290414 h 336550"/>
                <a:gd name="connsiteX11" fmla="*/ 57355 w 217488"/>
                <a:gd name="connsiteY11" fmla="*/ 296863 h 336550"/>
                <a:gd name="connsiteX12" fmla="*/ 58686 w 217488"/>
                <a:gd name="connsiteY12" fmla="*/ 296863 h 336550"/>
                <a:gd name="connsiteX13" fmla="*/ 65344 w 217488"/>
                <a:gd name="connsiteY13" fmla="*/ 292993 h 336550"/>
                <a:gd name="connsiteX14" fmla="*/ 61349 w 217488"/>
                <a:gd name="connsiteY14" fmla="*/ 283964 h 336550"/>
                <a:gd name="connsiteX15" fmla="*/ 34720 w 217488"/>
                <a:gd name="connsiteY15" fmla="*/ 277515 h 336550"/>
                <a:gd name="connsiteX16" fmla="*/ 108745 w 217488"/>
                <a:gd name="connsiteY16" fmla="*/ 271463 h 336550"/>
                <a:gd name="connsiteX17" fmla="*/ 87313 w 217488"/>
                <a:gd name="connsiteY17" fmla="*/ 292101 h 336550"/>
                <a:gd name="connsiteX18" fmla="*/ 108745 w 217488"/>
                <a:gd name="connsiteY18" fmla="*/ 312739 h 336550"/>
                <a:gd name="connsiteX19" fmla="*/ 130177 w 217488"/>
                <a:gd name="connsiteY19" fmla="*/ 292101 h 336550"/>
                <a:gd name="connsiteX20" fmla="*/ 108745 w 217488"/>
                <a:gd name="connsiteY20" fmla="*/ 271463 h 336550"/>
                <a:gd name="connsiteX21" fmla="*/ 27469 w 217488"/>
                <a:gd name="connsiteY21" fmla="*/ 38100 h 336550"/>
                <a:gd name="connsiteX22" fmla="*/ 22225 w 217488"/>
                <a:gd name="connsiteY22" fmla="*/ 42049 h 336550"/>
                <a:gd name="connsiteX23" fmla="*/ 22225 w 217488"/>
                <a:gd name="connsiteY23" fmla="*/ 240798 h 336550"/>
                <a:gd name="connsiteX24" fmla="*/ 27469 w 217488"/>
                <a:gd name="connsiteY24" fmla="*/ 246063 h 336550"/>
                <a:gd name="connsiteX25" fmla="*/ 190019 w 217488"/>
                <a:gd name="connsiteY25" fmla="*/ 246063 h 336550"/>
                <a:gd name="connsiteX26" fmla="*/ 195263 w 217488"/>
                <a:gd name="connsiteY26" fmla="*/ 240798 h 336550"/>
                <a:gd name="connsiteX27" fmla="*/ 195263 w 217488"/>
                <a:gd name="connsiteY27" fmla="*/ 42049 h 336550"/>
                <a:gd name="connsiteX28" fmla="*/ 190019 w 217488"/>
                <a:gd name="connsiteY28" fmla="*/ 38100 h 336550"/>
                <a:gd name="connsiteX29" fmla="*/ 27469 w 217488"/>
                <a:gd name="connsiteY29" fmla="*/ 38100 h 336550"/>
                <a:gd name="connsiteX30" fmla="*/ 92869 w 217488"/>
                <a:gd name="connsiteY30" fmla="*/ 15875 h 336550"/>
                <a:gd name="connsiteX31" fmla="*/ 88900 w 217488"/>
                <a:gd name="connsiteY31" fmla="*/ 19957 h 336550"/>
                <a:gd name="connsiteX32" fmla="*/ 92869 w 217488"/>
                <a:gd name="connsiteY32" fmla="*/ 25400 h 336550"/>
                <a:gd name="connsiteX33" fmla="*/ 124619 w 217488"/>
                <a:gd name="connsiteY33" fmla="*/ 25400 h 336550"/>
                <a:gd name="connsiteX34" fmla="*/ 128588 w 217488"/>
                <a:gd name="connsiteY34" fmla="*/ 19957 h 336550"/>
                <a:gd name="connsiteX35" fmla="*/ 124619 w 217488"/>
                <a:gd name="connsiteY35" fmla="*/ 15875 h 336550"/>
                <a:gd name="connsiteX36" fmla="*/ 92869 w 217488"/>
                <a:gd name="connsiteY36" fmla="*/ 15875 h 336550"/>
                <a:gd name="connsiteX37" fmla="*/ 19652 w 217488"/>
                <a:gd name="connsiteY37" fmla="*/ 0 h 336550"/>
                <a:gd name="connsiteX38" fmla="*/ 197836 w 217488"/>
                <a:gd name="connsiteY38" fmla="*/ 0 h 336550"/>
                <a:gd name="connsiteX39" fmla="*/ 217488 w 217488"/>
                <a:gd name="connsiteY39" fmla="*/ 18405 h 336550"/>
                <a:gd name="connsiteX40" fmla="*/ 217488 w 217488"/>
                <a:gd name="connsiteY40" fmla="*/ 318145 h 336550"/>
                <a:gd name="connsiteX41" fmla="*/ 197836 w 217488"/>
                <a:gd name="connsiteY41" fmla="*/ 336550 h 336550"/>
                <a:gd name="connsiteX42" fmla="*/ 19652 w 217488"/>
                <a:gd name="connsiteY42" fmla="*/ 336550 h 336550"/>
                <a:gd name="connsiteX43" fmla="*/ 0 w 217488"/>
                <a:gd name="connsiteY43" fmla="*/ 318145 h 336550"/>
                <a:gd name="connsiteX44" fmla="*/ 0 w 217488"/>
                <a:gd name="connsiteY44" fmla="*/ 18405 h 336550"/>
                <a:gd name="connsiteX45" fmla="*/ 19652 w 217488"/>
                <a:gd name="connsiteY4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7487" h="336550">
                  <a:moveTo>
                    <a:pt x="182768" y="277515"/>
                  </a:moveTo>
                  <a:cubicBezTo>
                    <a:pt x="182768" y="277515"/>
                    <a:pt x="182768" y="277515"/>
                    <a:pt x="156139" y="283964"/>
                  </a:cubicBezTo>
                  <a:cubicBezTo>
                    <a:pt x="153476" y="285254"/>
                    <a:pt x="150813" y="289124"/>
                    <a:pt x="152145" y="292993"/>
                  </a:cubicBezTo>
                  <a:cubicBezTo>
                    <a:pt x="152145" y="295573"/>
                    <a:pt x="156139" y="296863"/>
                    <a:pt x="158802" y="296863"/>
                  </a:cubicBezTo>
                  <a:cubicBezTo>
                    <a:pt x="158802" y="296863"/>
                    <a:pt x="160133" y="296863"/>
                    <a:pt x="160133" y="296863"/>
                  </a:cubicBezTo>
                  <a:cubicBezTo>
                    <a:pt x="160133" y="296863"/>
                    <a:pt x="160133" y="296863"/>
                    <a:pt x="186762" y="290414"/>
                  </a:cubicBezTo>
                  <a:cubicBezTo>
                    <a:pt x="189425" y="289124"/>
                    <a:pt x="192088" y="285254"/>
                    <a:pt x="190757" y="282674"/>
                  </a:cubicBezTo>
                  <a:cubicBezTo>
                    <a:pt x="190757" y="278805"/>
                    <a:pt x="186762" y="276225"/>
                    <a:pt x="182768" y="277515"/>
                  </a:cubicBezTo>
                  <a:close/>
                  <a:moveTo>
                    <a:pt x="34720" y="277515"/>
                  </a:moveTo>
                  <a:cubicBezTo>
                    <a:pt x="30726" y="276225"/>
                    <a:pt x="26732" y="278805"/>
                    <a:pt x="26732" y="282674"/>
                  </a:cubicBezTo>
                  <a:cubicBezTo>
                    <a:pt x="25400" y="285254"/>
                    <a:pt x="28063" y="289124"/>
                    <a:pt x="30726" y="290414"/>
                  </a:cubicBezTo>
                  <a:cubicBezTo>
                    <a:pt x="30726" y="290414"/>
                    <a:pt x="30726" y="290414"/>
                    <a:pt x="57355" y="296863"/>
                  </a:cubicBezTo>
                  <a:cubicBezTo>
                    <a:pt x="57355" y="296863"/>
                    <a:pt x="58686" y="296863"/>
                    <a:pt x="58686" y="296863"/>
                  </a:cubicBezTo>
                  <a:cubicBezTo>
                    <a:pt x="61349" y="296863"/>
                    <a:pt x="65344" y="295573"/>
                    <a:pt x="65344" y="292993"/>
                  </a:cubicBezTo>
                  <a:cubicBezTo>
                    <a:pt x="66675" y="289124"/>
                    <a:pt x="64012" y="285254"/>
                    <a:pt x="61349" y="283964"/>
                  </a:cubicBezTo>
                  <a:cubicBezTo>
                    <a:pt x="61349" y="283964"/>
                    <a:pt x="61349" y="283964"/>
                    <a:pt x="34720" y="277515"/>
                  </a:cubicBezTo>
                  <a:close/>
                  <a:moveTo>
                    <a:pt x="108745" y="271463"/>
                  </a:moveTo>
                  <a:cubicBezTo>
                    <a:pt x="96908" y="271463"/>
                    <a:pt x="87313" y="280703"/>
                    <a:pt x="87313" y="292101"/>
                  </a:cubicBezTo>
                  <a:cubicBezTo>
                    <a:pt x="87313" y="303499"/>
                    <a:pt x="96908" y="312739"/>
                    <a:pt x="108745" y="312739"/>
                  </a:cubicBezTo>
                  <a:cubicBezTo>
                    <a:pt x="120582" y="312739"/>
                    <a:pt x="130177" y="303499"/>
                    <a:pt x="130177" y="292101"/>
                  </a:cubicBezTo>
                  <a:cubicBezTo>
                    <a:pt x="130177" y="280703"/>
                    <a:pt x="120582" y="271463"/>
                    <a:pt x="108745" y="271463"/>
                  </a:cubicBezTo>
                  <a:close/>
                  <a:moveTo>
                    <a:pt x="27469" y="38100"/>
                  </a:moveTo>
                  <a:cubicBezTo>
                    <a:pt x="24847" y="38100"/>
                    <a:pt x="22225" y="39416"/>
                    <a:pt x="22225" y="42049"/>
                  </a:cubicBezTo>
                  <a:cubicBezTo>
                    <a:pt x="22225" y="42049"/>
                    <a:pt x="22225" y="42049"/>
                    <a:pt x="22225" y="240798"/>
                  </a:cubicBezTo>
                  <a:cubicBezTo>
                    <a:pt x="22225" y="243431"/>
                    <a:pt x="24847" y="246063"/>
                    <a:pt x="27469" y="246063"/>
                  </a:cubicBezTo>
                  <a:cubicBezTo>
                    <a:pt x="27469" y="246063"/>
                    <a:pt x="27469" y="246063"/>
                    <a:pt x="190019" y="246063"/>
                  </a:cubicBezTo>
                  <a:cubicBezTo>
                    <a:pt x="192641" y="246063"/>
                    <a:pt x="195263" y="243431"/>
                    <a:pt x="195263" y="240798"/>
                  </a:cubicBezTo>
                  <a:lnTo>
                    <a:pt x="195263" y="42049"/>
                  </a:lnTo>
                  <a:cubicBezTo>
                    <a:pt x="195263" y="39416"/>
                    <a:pt x="192641" y="38100"/>
                    <a:pt x="190019" y="38100"/>
                  </a:cubicBezTo>
                  <a:cubicBezTo>
                    <a:pt x="190019" y="38100"/>
                    <a:pt x="190019" y="38100"/>
                    <a:pt x="27469" y="38100"/>
                  </a:cubicBezTo>
                  <a:close/>
                  <a:moveTo>
                    <a:pt x="92869" y="15875"/>
                  </a:moveTo>
                  <a:cubicBezTo>
                    <a:pt x="90223" y="15875"/>
                    <a:pt x="88900" y="17236"/>
                    <a:pt x="88900" y="19957"/>
                  </a:cubicBezTo>
                  <a:cubicBezTo>
                    <a:pt x="88900" y="22679"/>
                    <a:pt x="90223" y="25400"/>
                    <a:pt x="92869" y="25400"/>
                  </a:cubicBezTo>
                  <a:cubicBezTo>
                    <a:pt x="92869" y="25400"/>
                    <a:pt x="92869" y="25400"/>
                    <a:pt x="124619" y="25400"/>
                  </a:cubicBezTo>
                  <a:cubicBezTo>
                    <a:pt x="127265" y="25400"/>
                    <a:pt x="128588" y="22679"/>
                    <a:pt x="128588" y="19957"/>
                  </a:cubicBezTo>
                  <a:cubicBezTo>
                    <a:pt x="128588" y="17236"/>
                    <a:pt x="127265" y="15875"/>
                    <a:pt x="124619" y="15875"/>
                  </a:cubicBezTo>
                  <a:cubicBezTo>
                    <a:pt x="124619" y="15875"/>
                    <a:pt x="124619" y="15875"/>
                    <a:pt x="92869" y="15875"/>
                  </a:cubicBezTo>
                  <a:close/>
                  <a:moveTo>
                    <a:pt x="19652" y="0"/>
                  </a:moveTo>
                  <a:cubicBezTo>
                    <a:pt x="19652" y="0"/>
                    <a:pt x="19652" y="0"/>
                    <a:pt x="197836" y="0"/>
                  </a:cubicBezTo>
                  <a:cubicBezTo>
                    <a:pt x="208317" y="0"/>
                    <a:pt x="217488" y="7888"/>
                    <a:pt x="217488" y="18405"/>
                  </a:cubicBezTo>
                  <a:cubicBezTo>
                    <a:pt x="217488" y="18405"/>
                    <a:pt x="217488" y="18405"/>
                    <a:pt x="217488" y="318145"/>
                  </a:cubicBezTo>
                  <a:cubicBezTo>
                    <a:pt x="217488" y="328662"/>
                    <a:pt x="208317" y="336550"/>
                    <a:pt x="197836" y="336550"/>
                  </a:cubicBezTo>
                  <a:cubicBezTo>
                    <a:pt x="197836" y="336550"/>
                    <a:pt x="197836" y="336550"/>
                    <a:pt x="19652" y="336550"/>
                  </a:cubicBezTo>
                  <a:cubicBezTo>
                    <a:pt x="9171" y="336550"/>
                    <a:pt x="0" y="328662"/>
                    <a:pt x="0" y="318145"/>
                  </a:cubicBezTo>
                  <a:cubicBezTo>
                    <a:pt x="0" y="318145"/>
                    <a:pt x="0" y="318145"/>
                    <a:pt x="0" y="18405"/>
                  </a:cubicBezTo>
                  <a:cubicBezTo>
                    <a:pt x="0" y="7888"/>
                    <a:pt x="9171" y="0"/>
                    <a:pt x="1965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sp>
          <p:nvSpPr>
            <p:cNvPr id="62" name="千图PPT彼岸天：ID 8661124库_椭圆 21">
              <a:extLst>
                <a:ext uri="{FF2B5EF4-FFF2-40B4-BE49-F238E27FC236}">
                  <a16:creationId xmlns:a16="http://schemas.microsoft.com/office/drawing/2014/main" id="{B551B2D1-06CB-4C7B-8995-66F6A0B8ECCE}"/>
                </a:ext>
              </a:extLst>
            </p:cNvPr>
            <p:cNvSpPr>
              <a:spLocks noChangeArrowheads="1"/>
            </p:cNvSpPr>
            <p:nvPr>
              <p:custDataLst>
                <p:tags r:id="rId28"/>
              </p:custDataLst>
            </p:nvPr>
          </p:nvSpPr>
          <p:spPr bwMode="auto">
            <a:xfrm>
              <a:off x="7677330" y="3328394"/>
              <a:ext cx="248198" cy="384074"/>
            </a:xfrm>
            <a:custGeom>
              <a:avLst/>
              <a:gdLst>
                <a:gd name="connsiteX0" fmla="*/ 182768 w 217488"/>
                <a:gd name="connsiteY0" fmla="*/ 277515 h 336550"/>
                <a:gd name="connsiteX1" fmla="*/ 156139 w 217488"/>
                <a:gd name="connsiteY1" fmla="*/ 283964 h 336550"/>
                <a:gd name="connsiteX2" fmla="*/ 152145 w 217488"/>
                <a:gd name="connsiteY2" fmla="*/ 292993 h 336550"/>
                <a:gd name="connsiteX3" fmla="*/ 158802 w 217488"/>
                <a:gd name="connsiteY3" fmla="*/ 296863 h 336550"/>
                <a:gd name="connsiteX4" fmla="*/ 160133 w 217488"/>
                <a:gd name="connsiteY4" fmla="*/ 296863 h 336550"/>
                <a:gd name="connsiteX5" fmla="*/ 186762 w 217488"/>
                <a:gd name="connsiteY5" fmla="*/ 290414 h 336550"/>
                <a:gd name="connsiteX6" fmla="*/ 190757 w 217488"/>
                <a:gd name="connsiteY6" fmla="*/ 282674 h 336550"/>
                <a:gd name="connsiteX7" fmla="*/ 182768 w 217488"/>
                <a:gd name="connsiteY7" fmla="*/ 277515 h 336550"/>
                <a:gd name="connsiteX8" fmla="*/ 34720 w 217488"/>
                <a:gd name="connsiteY8" fmla="*/ 277515 h 336550"/>
                <a:gd name="connsiteX9" fmla="*/ 26732 w 217488"/>
                <a:gd name="connsiteY9" fmla="*/ 282674 h 336550"/>
                <a:gd name="connsiteX10" fmla="*/ 30726 w 217488"/>
                <a:gd name="connsiteY10" fmla="*/ 290414 h 336550"/>
                <a:gd name="connsiteX11" fmla="*/ 57355 w 217488"/>
                <a:gd name="connsiteY11" fmla="*/ 296863 h 336550"/>
                <a:gd name="connsiteX12" fmla="*/ 58686 w 217488"/>
                <a:gd name="connsiteY12" fmla="*/ 296863 h 336550"/>
                <a:gd name="connsiteX13" fmla="*/ 65344 w 217488"/>
                <a:gd name="connsiteY13" fmla="*/ 292993 h 336550"/>
                <a:gd name="connsiteX14" fmla="*/ 61349 w 217488"/>
                <a:gd name="connsiteY14" fmla="*/ 283964 h 336550"/>
                <a:gd name="connsiteX15" fmla="*/ 34720 w 217488"/>
                <a:gd name="connsiteY15" fmla="*/ 277515 h 336550"/>
                <a:gd name="connsiteX16" fmla="*/ 108745 w 217488"/>
                <a:gd name="connsiteY16" fmla="*/ 271463 h 336550"/>
                <a:gd name="connsiteX17" fmla="*/ 87313 w 217488"/>
                <a:gd name="connsiteY17" fmla="*/ 292101 h 336550"/>
                <a:gd name="connsiteX18" fmla="*/ 108745 w 217488"/>
                <a:gd name="connsiteY18" fmla="*/ 312739 h 336550"/>
                <a:gd name="connsiteX19" fmla="*/ 130177 w 217488"/>
                <a:gd name="connsiteY19" fmla="*/ 292101 h 336550"/>
                <a:gd name="connsiteX20" fmla="*/ 108745 w 217488"/>
                <a:gd name="connsiteY20" fmla="*/ 271463 h 336550"/>
                <a:gd name="connsiteX21" fmla="*/ 27469 w 217488"/>
                <a:gd name="connsiteY21" fmla="*/ 38100 h 336550"/>
                <a:gd name="connsiteX22" fmla="*/ 22225 w 217488"/>
                <a:gd name="connsiteY22" fmla="*/ 42049 h 336550"/>
                <a:gd name="connsiteX23" fmla="*/ 22225 w 217488"/>
                <a:gd name="connsiteY23" fmla="*/ 240798 h 336550"/>
                <a:gd name="connsiteX24" fmla="*/ 27469 w 217488"/>
                <a:gd name="connsiteY24" fmla="*/ 246063 h 336550"/>
                <a:gd name="connsiteX25" fmla="*/ 190019 w 217488"/>
                <a:gd name="connsiteY25" fmla="*/ 246063 h 336550"/>
                <a:gd name="connsiteX26" fmla="*/ 195263 w 217488"/>
                <a:gd name="connsiteY26" fmla="*/ 240798 h 336550"/>
                <a:gd name="connsiteX27" fmla="*/ 195263 w 217488"/>
                <a:gd name="connsiteY27" fmla="*/ 42049 h 336550"/>
                <a:gd name="connsiteX28" fmla="*/ 190019 w 217488"/>
                <a:gd name="connsiteY28" fmla="*/ 38100 h 336550"/>
                <a:gd name="connsiteX29" fmla="*/ 27469 w 217488"/>
                <a:gd name="connsiteY29" fmla="*/ 38100 h 336550"/>
                <a:gd name="connsiteX30" fmla="*/ 92869 w 217488"/>
                <a:gd name="connsiteY30" fmla="*/ 15875 h 336550"/>
                <a:gd name="connsiteX31" fmla="*/ 88900 w 217488"/>
                <a:gd name="connsiteY31" fmla="*/ 19957 h 336550"/>
                <a:gd name="connsiteX32" fmla="*/ 92869 w 217488"/>
                <a:gd name="connsiteY32" fmla="*/ 25400 h 336550"/>
                <a:gd name="connsiteX33" fmla="*/ 124619 w 217488"/>
                <a:gd name="connsiteY33" fmla="*/ 25400 h 336550"/>
                <a:gd name="connsiteX34" fmla="*/ 128588 w 217488"/>
                <a:gd name="connsiteY34" fmla="*/ 19957 h 336550"/>
                <a:gd name="connsiteX35" fmla="*/ 124619 w 217488"/>
                <a:gd name="connsiteY35" fmla="*/ 15875 h 336550"/>
                <a:gd name="connsiteX36" fmla="*/ 92869 w 217488"/>
                <a:gd name="connsiteY36" fmla="*/ 15875 h 336550"/>
                <a:gd name="connsiteX37" fmla="*/ 19652 w 217488"/>
                <a:gd name="connsiteY37" fmla="*/ 0 h 336550"/>
                <a:gd name="connsiteX38" fmla="*/ 197836 w 217488"/>
                <a:gd name="connsiteY38" fmla="*/ 0 h 336550"/>
                <a:gd name="connsiteX39" fmla="*/ 217488 w 217488"/>
                <a:gd name="connsiteY39" fmla="*/ 18405 h 336550"/>
                <a:gd name="connsiteX40" fmla="*/ 217488 w 217488"/>
                <a:gd name="connsiteY40" fmla="*/ 318145 h 336550"/>
                <a:gd name="connsiteX41" fmla="*/ 197836 w 217488"/>
                <a:gd name="connsiteY41" fmla="*/ 336550 h 336550"/>
                <a:gd name="connsiteX42" fmla="*/ 19652 w 217488"/>
                <a:gd name="connsiteY42" fmla="*/ 336550 h 336550"/>
                <a:gd name="connsiteX43" fmla="*/ 0 w 217488"/>
                <a:gd name="connsiteY43" fmla="*/ 318145 h 336550"/>
                <a:gd name="connsiteX44" fmla="*/ 0 w 217488"/>
                <a:gd name="connsiteY44" fmla="*/ 18405 h 336550"/>
                <a:gd name="connsiteX45" fmla="*/ 19652 w 217488"/>
                <a:gd name="connsiteY4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7487" h="336550">
                  <a:moveTo>
                    <a:pt x="182768" y="277515"/>
                  </a:moveTo>
                  <a:cubicBezTo>
                    <a:pt x="182768" y="277515"/>
                    <a:pt x="182768" y="277515"/>
                    <a:pt x="156139" y="283964"/>
                  </a:cubicBezTo>
                  <a:cubicBezTo>
                    <a:pt x="153476" y="285254"/>
                    <a:pt x="150813" y="289124"/>
                    <a:pt x="152145" y="292993"/>
                  </a:cubicBezTo>
                  <a:cubicBezTo>
                    <a:pt x="152145" y="295573"/>
                    <a:pt x="156139" y="296863"/>
                    <a:pt x="158802" y="296863"/>
                  </a:cubicBezTo>
                  <a:cubicBezTo>
                    <a:pt x="158802" y="296863"/>
                    <a:pt x="160133" y="296863"/>
                    <a:pt x="160133" y="296863"/>
                  </a:cubicBezTo>
                  <a:cubicBezTo>
                    <a:pt x="160133" y="296863"/>
                    <a:pt x="160133" y="296863"/>
                    <a:pt x="186762" y="290414"/>
                  </a:cubicBezTo>
                  <a:cubicBezTo>
                    <a:pt x="189425" y="289124"/>
                    <a:pt x="192088" y="285254"/>
                    <a:pt x="190757" y="282674"/>
                  </a:cubicBezTo>
                  <a:cubicBezTo>
                    <a:pt x="190757" y="278805"/>
                    <a:pt x="186762" y="276225"/>
                    <a:pt x="182768" y="277515"/>
                  </a:cubicBezTo>
                  <a:close/>
                  <a:moveTo>
                    <a:pt x="34720" y="277515"/>
                  </a:moveTo>
                  <a:cubicBezTo>
                    <a:pt x="30726" y="276225"/>
                    <a:pt x="26732" y="278805"/>
                    <a:pt x="26732" y="282674"/>
                  </a:cubicBezTo>
                  <a:cubicBezTo>
                    <a:pt x="25400" y="285254"/>
                    <a:pt x="28063" y="289124"/>
                    <a:pt x="30726" y="290414"/>
                  </a:cubicBezTo>
                  <a:cubicBezTo>
                    <a:pt x="30726" y="290414"/>
                    <a:pt x="30726" y="290414"/>
                    <a:pt x="57355" y="296863"/>
                  </a:cubicBezTo>
                  <a:cubicBezTo>
                    <a:pt x="57355" y="296863"/>
                    <a:pt x="58686" y="296863"/>
                    <a:pt x="58686" y="296863"/>
                  </a:cubicBezTo>
                  <a:cubicBezTo>
                    <a:pt x="61349" y="296863"/>
                    <a:pt x="65344" y="295573"/>
                    <a:pt x="65344" y="292993"/>
                  </a:cubicBezTo>
                  <a:cubicBezTo>
                    <a:pt x="66675" y="289124"/>
                    <a:pt x="64012" y="285254"/>
                    <a:pt x="61349" y="283964"/>
                  </a:cubicBezTo>
                  <a:cubicBezTo>
                    <a:pt x="61349" y="283964"/>
                    <a:pt x="61349" y="283964"/>
                    <a:pt x="34720" y="277515"/>
                  </a:cubicBezTo>
                  <a:close/>
                  <a:moveTo>
                    <a:pt x="108745" y="271463"/>
                  </a:moveTo>
                  <a:cubicBezTo>
                    <a:pt x="96908" y="271463"/>
                    <a:pt x="87313" y="280703"/>
                    <a:pt x="87313" y="292101"/>
                  </a:cubicBezTo>
                  <a:cubicBezTo>
                    <a:pt x="87313" y="303499"/>
                    <a:pt x="96908" y="312739"/>
                    <a:pt x="108745" y="312739"/>
                  </a:cubicBezTo>
                  <a:cubicBezTo>
                    <a:pt x="120582" y="312739"/>
                    <a:pt x="130177" y="303499"/>
                    <a:pt x="130177" y="292101"/>
                  </a:cubicBezTo>
                  <a:cubicBezTo>
                    <a:pt x="130177" y="280703"/>
                    <a:pt x="120582" y="271463"/>
                    <a:pt x="108745" y="271463"/>
                  </a:cubicBezTo>
                  <a:close/>
                  <a:moveTo>
                    <a:pt x="27469" y="38100"/>
                  </a:moveTo>
                  <a:cubicBezTo>
                    <a:pt x="24847" y="38100"/>
                    <a:pt x="22225" y="39416"/>
                    <a:pt x="22225" y="42049"/>
                  </a:cubicBezTo>
                  <a:cubicBezTo>
                    <a:pt x="22225" y="42049"/>
                    <a:pt x="22225" y="42049"/>
                    <a:pt x="22225" y="240798"/>
                  </a:cubicBezTo>
                  <a:cubicBezTo>
                    <a:pt x="22225" y="243431"/>
                    <a:pt x="24847" y="246063"/>
                    <a:pt x="27469" y="246063"/>
                  </a:cubicBezTo>
                  <a:cubicBezTo>
                    <a:pt x="27469" y="246063"/>
                    <a:pt x="27469" y="246063"/>
                    <a:pt x="190019" y="246063"/>
                  </a:cubicBezTo>
                  <a:cubicBezTo>
                    <a:pt x="192641" y="246063"/>
                    <a:pt x="195263" y="243431"/>
                    <a:pt x="195263" y="240798"/>
                  </a:cubicBezTo>
                  <a:lnTo>
                    <a:pt x="195263" y="42049"/>
                  </a:lnTo>
                  <a:cubicBezTo>
                    <a:pt x="195263" y="39416"/>
                    <a:pt x="192641" y="38100"/>
                    <a:pt x="190019" y="38100"/>
                  </a:cubicBezTo>
                  <a:cubicBezTo>
                    <a:pt x="190019" y="38100"/>
                    <a:pt x="190019" y="38100"/>
                    <a:pt x="27469" y="38100"/>
                  </a:cubicBezTo>
                  <a:close/>
                  <a:moveTo>
                    <a:pt x="92869" y="15875"/>
                  </a:moveTo>
                  <a:cubicBezTo>
                    <a:pt x="90223" y="15875"/>
                    <a:pt x="88900" y="17236"/>
                    <a:pt x="88900" y="19957"/>
                  </a:cubicBezTo>
                  <a:cubicBezTo>
                    <a:pt x="88900" y="22679"/>
                    <a:pt x="90223" y="25400"/>
                    <a:pt x="92869" y="25400"/>
                  </a:cubicBezTo>
                  <a:cubicBezTo>
                    <a:pt x="92869" y="25400"/>
                    <a:pt x="92869" y="25400"/>
                    <a:pt x="124619" y="25400"/>
                  </a:cubicBezTo>
                  <a:cubicBezTo>
                    <a:pt x="127265" y="25400"/>
                    <a:pt x="128588" y="22679"/>
                    <a:pt x="128588" y="19957"/>
                  </a:cubicBezTo>
                  <a:cubicBezTo>
                    <a:pt x="128588" y="17236"/>
                    <a:pt x="127265" y="15875"/>
                    <a:pt x="124619" y="15875"/>
                  </a:cubicBezTo>
                  <a:cubicBezTo>
                    <a:pt x="124619" y="15875"/>
                    <a:pt x="124619" y="15875"/>
                    <a:pt x="92869" y="15875"/>
                  </a:cubicBezTo>
                  <a:close/>
                  <a:moveTo>
                    <a:pt x="19652" y="0"/>
                  </a:moveTo>
                  <a:cubicBezTo>
                    <a:pt x="19652" y="0"/>
                    <a:pt x="19652" y="0"/>
                    <a:pt x="197836" y="0"/>
                  </a:cubicBezTo>
                  <a:cubicBezTo>
                    <a:pt x="208317" y="0"/>
                    <a:pt x="217488" y="7888"/>
                    <a:pt x="217488" y="18405"/>
                  </a:cubicBezTo>
                  <a:cubicBezTo>
                    <a:pt x="217488" y="18405"/>
                    <a:pt x="217488" y="18405"/>
                    <a:pt x="217488" y="318145"/>
                  </a:cubicBezTo>
                  <a:cubicBezTo>
                    <a:pt x="217488" y="328662"/>
                    <a:pt x="208317" y="336550"/>
                    <a:pt x="197836" y="336550"/>
                  </a:cubicBezTo>
                  <a:cubicBezTo>
                    <a:pt x="197836" y="336550"/>
                    <a:pt x="197836" y="336550"/>
                    <a:pt x="19652" y="336550"/>
                  </a:cubicBezTo>
                  <a:cubicBezTo>
                    <a:pt x="9171" y="336550"/>
                    <a:pt x="0" y="328662"/>
                    <a:pt x="0" y="318145"/>
                  </a:cubicBezTo>
                  <a:cubicBezTo>
                    <a:pt x="0" y="318145"/>
                    <a:pt x="0" y="318145"/>
                    <a:pt x="0" y="18405"/>
                  </a:cubicBezTo>
                  <a:cubicBezTo>
                    <a:pt x="0" y="7888"/>
                    <a:pt x="9171" y="0"/>
                    <a:pt x="1965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sp>
          <p:nvSpPr>
            <p:cNvPr id="63" name="千图PPT彼岸天：ID 8661124库_椭圆 24">
              <a:extLst>
                <a:ext uri="{FF2B5EF4-FFF2-40B4-BE49-F238E27FC236}">
                  <a16:creationId xmlns:a16="http://schemas.microsoft.com/office/drawing/2014/main" id="{142A439B-986E-467F-BDFD-BD757AE37615}"/>
                </a:ext>
              </a:extLst>
            </p:cNvPr>
            <p:cNvSpPr>
              <a:spLocks noChangeArrowheads="1"/>
            </p:cNvSpPr>
            <p:nvPr>
              <p:custDataLst>
                <p:tags r:id="rId29"/>
              </p:custDataLst>
            </p:nvPr>
          </p:nvSpPr>
          <p:spPr bwMode="auto">
            <a:xfrm>
              <a:off x="8897746" y="2105403"/>
              <a:ext cx="249612" cy="386262"/>
            </a:xfrm>
            <a:custGeom>
              <a:avLst/>
              <a:gdLst>
                <a:gd name="connsiteX0" fmla="*/ 182768 w 217488"/>
                <a:gd name="connsiteY0" fmla="*/ 277515 h 336550"/>
                <a:gd name="connsiteX1" fmla="*/ 156139 w 217488"/>
                <a:gd name="connsiteY1" fmla="*/ 283964 h 336550"/>
                <a:gd name="connsiteX2" fmla="*/ 152145 w 217488"/>
                <a:gd name="connsiteY2" fmla="*/ 292993 h 336550"/>
                <a:gd name="connsiteX3" fmla="*/ 158802 w 217488"/>
                <a:gd name="connsiteY3" fmla="*/ 296863 h 336550"/>
                <a:gd name="connsiteX4" fmla="*/ 160133 w 217488"/>
                <a:gd name="connsiteY4" fmla="*/ 296863 h 336550"/>
                <a:gd name="connsiteX5" fmla="*/ 186762 w 217488"/>
                <a:gd name="connsiteY5" fmla="*/ 290414 h 336550"/>
                <a:gd name="connsiteX6" fmla="*/ 190757 w 217488"/>
                <a:gd name="connsiteY6" fmla="*/ 282674 h 336550"/>
                <a:gd name="connsiteX7" fmla="*/ 182768 w 217488"/>
                <a:gd name="connsiteY7" fmla="*/ 277515 h 336550"/>
                <a:gd name="connsiteX8" fmla="*/ 34720 w 217488"/>
                <a:gd name="connsiteY8" fmla="*/ 277515 h 336550"/>
                <a:gd name="connsiteX9" fmla="*/ 26732 w 217488"/>
                <a:gd name="connsiteY9" fmla="*/ 282674 h 336550"/>
                <a:gd name="connsiteX10" fmla="*/ 30726 w 217488"/>
                <a:gd name="connsiteY10" fmla="*/ 290414 h 336550"/>
                <a:gd name="connsiteX11" fmla="*/ 57355 w 217488"/>
                <a:gd name="connsiteY11" fmla="*/ 296863 h 336550"/>
                <a:gd name="connsiteX12" fmla="*/ 58686 w 217488"/>
                <a:gd name="connsiteY12" fmla="*/ 296863 h 336550"/>
                <a:gd name="connsiteX13" fmla="*/ 65344 w 217488"/>
                <a:gd name="connsiteY13" fmla="*/ 292993 h 336550"/>
                <a:gd name="connsiteX14" fmla="*/ 61349 w 217488"/>
                <a:gd name="connsiteY14" fmla="*/ 283964 h 336550"/>
                <a:gd name="connsiteX15" fmla="*/ 34720 w 217488"/>
                <a:gd name="connsiteY15" fmla="*/ 277515 h 336550"/>
                <a:gd name="connsiteX16" fmla="*/ 108745 w 217488"/>
                <a:gd name="connsiteY16" fmla="*/ 271463 h 336550"/>
                <a:gd name="connsiteX17" fmla="*/ 87313 w 217488"/>
                <a:gd name="connsiteY17" fmla="*/ 292101 h 336550"/>
                <a:gd name="connsiteX18" fmla="*/ 108745 w 217488"/>
                <a:gd name="connsiteY18" fmla="*/ 312739 h 336550"/>
                <a:gd name="connsiteX19" fmla="*/ 130177 w 217488"/>
                <a:gd name="connsiteY19" fmla="*/ 292101 h 336550"/>
                <a:gd name="connsiteX20" fmla="*/ 108745 w 217488"/>
                <a:gd name="connsiteY20" fmla="*/ 271463 h 336550"/>
                <a:gd name="connsiteX21" fmla="*/ 27469 w 217488"/>
                <a:gd name="connsiteY21" fmla="*/ 38100 h 336550"/>
                <a:gd name="connsiteX22" fmla="*/ 22225 w 217488"/>
                <a:gd name="connsiteY22" fmla="*/ 42049 h 336550"/>
                <a:gd name="connsiteX23" fmla="*/ 22225 w 217488"/>
                <a:gd name="connsiteY23" fmla="*/ 240798 h 336550"/>
                <a:gd name="connsiteX24" fmla="*/ 27469 w 217488"/>
                <a:gd name="connsiteY24" fmla="*/ 246063 h 336550"/>
                <a:gd name="connsiteX25" fmla="*/ 190019 w 217488"/>
                <a:gd name="connsiteY25" fmla="*/ 246063 h 336550"/>
                <a:gd name="connsiteX26" fmla="*/ 195263 w 217488"/>
                <a:gd name="connsiteY26" fmla="*/ 240798 h 336550"/>
                <a:gd name="connsiteX27" fmla="*/ 195263 w 217488"/>
                <a:gd name="connsiteY27" fmla="*/ 42049 h 336550"/>
                <a:gd name="connsiteX28" fmla="*/ 190019 w 217488"/>
                <a:gd name="connsiteY28" fmla="*/ 38100 h 336550"/>
                <a:gd name="connsiteX29" fmla="*/ 27469 w 217488"/>
                <a:gd name="connsiteY29" fmla="*/ 38100 h 336550"/>
                <a:gd name="connsiteX30" fmla="*/ 92869 w 217488"/>
                <a:gd name="connsiteY30" fmla="*/ 15875 h 336550"/>
                <a:gd name="connsiteX31" fmla="*/ 88900 w 217488"/>
                <a:gd name="connsiteY31" fmla="*/ 19957 h 336550"/>
                <a:gd name="connsiteX32" fmla="*/ 92869 w 217488"/>
                <a:gd name="connsiteY32" fmla="*/ 25400 h 336550"/>
                <a:gd name="connsiteX33" fmla="*/ 124619 w 217488"/>
                <a:gd name="connsiteY33" fmla="*/ 25400 h 336550"/>
                <a:gd name="connsiteX34" fmla="*/ 128588 w 217488"/>
                <a:gd name="connsiteY34" fmla="*/ 19957 h 336550"/>
                <a:gd name="connsiteX35" fmla="*/ 124619 w 217488"/>
                <a:gd name="connsiteY35" fmla="*/ 15875 h 336550"/>
                <a:gd name="connsiteX36" fmla="*/ 92869 w 217488"/>
                <a:gd name="connsiteY36" fmla="*/ 15875 h 336550"/>
                <a:gd name="connsiteX37" fmla="*/ 19652 w 217488"/>
                <a:gd name="connsiteY37" fmla="*/ 0 h 336550"/>
                <a:gd name="connsiteX38" fmla="*/ 197836 w 217488"/>
                <a:gd name="connsiteY38" fmla="*/ 0 h 336550"/>
                <a:gd name="connsiteX39" fmla="*/ 217488 w 217488"/>
                <a:gd name="connsiteY39" fmla="*/ 18405 h 336550"/>
                <a:gd name="connsiteX40" fmla="*/ 217488 w 217488"/>
                <a:gd name="connsiteY40" fmla="*/ 318145 h 336550"/>
                <a:gd name="connsiteX41" fmla="*/ 197836 w 217488"/>
                <a:gd name="connsiteY41" fmla="*/ 336550 h 336550"/>
                <a:gd name="connsiteX42" fmla="*/ 19652 w 217488"/>
                <a:gd name="connsiteY42" fmla="*/ 336550 h 336550"/>
                <a:gd name="connsiteX43" fmla="*/ 0 w 217488"/>
                <a:gd name="connsiteY43" fmla="*/ 318145 h 336550"/>
                <a:gd name="connsiteX44" fmla="*/ 0 w 217488"/>
                <a:gd name="connsiteY44" fmla="*/ 18405 h 336550"/>
                <a:gd name="connsiteX45" fmla="*/ 19652 w 217488"/>
                <a:gd name="connsiteY4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7487" h="336550">
                  <a:moveTo>
                    <a:pt x="182768" y="277515"/>
                  </a:moveTo>
                  <a:cubicBezTo>
                    <a:pt x="182768" y="277515"/>
                    <a:pt x="182768" y="277515"/>
                    <a:pt x="156139" y="283964"/>
                  </a:cubicBezTo>
                  <a:cubicBezTo>
                    <a:pt x="153476" y="285254"/>
                    <a:pt x="150813" y="289124"/>
                    <a:pt x="152145" y="292993"/>
                  </a:cubicBezTo>
                  <a:cubicBezTo>
                    <a:pt x="152145" y="295573"/>
                    <a:pt x="156139" y="296863"/>
                    <a:pt x="158802" y="296863"/>
                  </a:cubicBezTo>
                  <a:cubicBezTo>
                    <a:pt x="158802" y="296863"/>
                    <a:pt x="160133" y="296863"/>
                    <a:pt x="160133" y="296863"/>
                  </a:cubicBezTo>
                  <a:cubicBezTo>
                    <a:pt x="160133" y="296863"/>
                    <a:pt x="160133" y="296863"/>
                    <a:pt x="186762" y="290414"/>
                  </a:cubicBezTo>
                  <a:cubicBezTo>
                    <a:pt x="189425" y="289124"/>
                    <a:pt x="192088" y="285254"/>
                    <a:pt x="190757" y="282674"/>
                  </a:cubicBezTo>
                  <a:cubicBezTo>
                    <a:pt x="190757" y="278805"/>
                    <a:pt x="186762" y="276225"/>
                    <a:pt x="182768" y="277515"/>
                  </a:cubicBezTo>
                  <a:close/>
                  <a:moveTo>
                    <a:pt x="34720" y="277515"/>
                  </a:moveTo>
                  <a:cubicBezTo>
                    <a:pt x="30726" y="276225"/>
                    <a:pt x="26732" y="278805"/>
                    <a:pt x="26732" y="282674"/>
                  </a:cubicBezTo>
                  <a:cubicBezTo>
                    <a:pt x="25400" y="285254"/>
                    <a:pt x="28063" y="289124"/>
                    <a:pt x="30726" y="290414"/>
                  </a:cubicBezTo>
                  <a:cubicBezTo>
                    <a:pt x="30726" y="290414"/>
                    <a:pt x="30726" y="290414"/>
                    <a:pt x="57355" y="296863"/>
                  </a:cubicBezTo>
                  <a:cubicBezTo>
                    <a:pt x="57355" y="296863"/>
                    <a:pt x="58686" y="296863"/>
                    <a:pt x="58686" y="296863"/>
                  </a:cubicBezTo>
                  <a:cubicBezTo>
                    <a:pt x="61349" y="296863"/>
                    <a:pt x="65344" y="295573"/>
                    <a:pt x="65344" y="292993"/>
                  </a:cubicBezTo>
                  <a:cubicBezTo>
                    <a:pt x="66675" y="289124"/>
                    <a:pt x="64012" y="285254"/>
                    <a:pt x="61349" y="283964"/>
                  </a:cubicBezTo>
                  <a:cubicBezTo>
                    <a:pt x="61349" y="283964"/>
                    <a:pt x="61349" y="283964"/>
                    <a:pt x="34720" y="277515"/>
                  </a:cubicBezTo>
                  <a:close/>
                  <a:moveTo>
                    <a:pt x="108745" y="271463"/>
                  </a:moveTo>
                  <a:cubicBezTo>
                    <a:pt x="96908" y="271463"/>
                    <a:pt x="87313" y="280703"/>
                    <a:pt x="87313" y="292101"/>
                  </a:cubicBezTo>
                  <a:cubicBezTo>
                    <a:pt x="87313" y="303499"/>
                    <a:pt x="96908" y="312739"/>
                    <a:pt x="108745" y="312739"/>
                  </a:cubicBezTo>
                  <a:cubicBezTo>
                    <a:pt x="120582" y="312739"/>
                    <a:pt x="130177" y="303499"/>
                    <a:pt x="130177" y="292101"/>
                  </a:cubicBezTo>
                  <a:cubicBezTo>
                    <a:pt x="130177" y="280703"/>
                    <a:pt x="120582" y="271463"/>
                    <a:pt x="108745" y="271463"/>
                  </a:cubicBezTo>
                  <a:close/>
                  <a:moveTo>
                    <a:pt x="27469" y="38100"/>
                  </a:moveTo>
                  <a:cubicBezTo>
                    <a:pt x="24847" y="38100"/>
                    <a:pt x="22225" y="39416"/>
                    <a:pt x="22225" y="42049"/>
                  </a:cubicBezTo>
                  <a:cubicBezTo>
                    <a:pt x="22225" y="42049"/>
                    <a:pt x="22225" y="42049"/>
                    <a:pt x="22225" y="240798"/>
                  </a:cubicBezTo>
                  <a:cubicBezTo>
                    <a:pt x="22225" y="243431"/>
                    <a:pt x="24847" y="246063"/>
                    <a:pt x="27469" y="246063"/>
                  </a:cubicBezTo>
                  <a:cubicBezTo>
                    <a:pt x="27469" y="246063"/>
                    <a:pt x="27469" y="246063"/>
                    <a:pt x="190019" y="246063"/>
                  </a:cubicBezTo>
                  <a:cubicBezTo>
                    <a:pt x="192641" y="246063"/>
                    <a:pt x="195263" y="243431"/>
                    <a:pt x="195263" y="240798"/>
                  </a:cubicBezTo>
                  <a:lnTo>
                    <a:pt x="195263" y="42049"/>
                  </a:lnTo>
                  <a:cubicBezTo>
                    <a:pt x="195263" y="39416"/>
                    <a:pt x="192641" y="38100"/>
                    <a:pt x="190019" y="38100"/>
                  </a:cubicBezTo>
                  <a:cubicBezTo>
                    <a:pt x="190019" y="38100"/>
                    <a:pt x="190019" y="38100"/>
                    <a:pt x="27469" y="38100"/>
                  </a:cubicBezTo>
                  <a:close/>
                  <a:moveTo>
                    <a:pt x="92869" y="15875"/>
                  </a:moveTo>
                  <a:cubicBezTo>
                    <a:pt x="90223" y="15875"/>
                    <a:pt x="88900" y="17236"/>
                    <a:pt x="88900" y="19957"/>
                  </a:cubicBezTo>
                  <a:cubicBezTo>
                    <a:pt x="88900" y="22679"/>
                    <a:pt x="90223" y="25400"/>
                    <a:pt x="92869" y="25400"/>
                  </a:cubicBezTo>
                  <a:cubicBezTo>
                    <a:pt x="92869" y="25400"/>
                    <a:pt x="92869" y="25400"/>
                    <a:pt x="124619" y="25400"/>
                  </a:cubicBezTo>
                  <a:cubicBezTo>
                    <a:pt x="127265" y="25400"/>
                    <a:pt x="128588" y="22679"/>
                    <a:pt x="128588" y="19957"/>
                  </a:cubicBezTo>
                  <a:cubicBezTo>
                    <a:pt x="128588" y="17236"/>
                    <a:pt x="127265" y="15875"/>
                    <a:pt x="124619" y="15875"/>
                  </a:cubicBezTo>
                  <a:cubicBezTo>
                    <a:pt x="124619" y="15875"/>
                    <a:pt x="124619" y="15875"/>
                    <a:pt x="92869" y="15875"/>
                  </a:cubicBezTo>
                  <a:close/>
                  <a:moveTo>
                    <a:pt x="19652" y="0"/>
                  </a:moveTo>
                  <a:cubicBezTo>
                    <a:pt x="19652" y="0"/>
                    <a:pt x="19652" y="0"/>
                    <a:pt x="197836" y="0"/>
                  </a:cubicBezTo>
                  <a:cubicBezTo>
                    <a:pt x="208317" y="0"/>
                    <a:pt x="217488" y="7888"/>
                    <a:pt x="217488" y="18405"/>
                  </a:cubicBezTo>
                  <a:cubicBezTo>
                    <a:pt x="217488" y="18405"/>
                    <a:pt x="217488" y="18405"/>
                    <a:pt x="217488" y="318145"/>
                  </a:cubicBezTo>
                  <a:cubicBezTo>
                    <a:pt x="217488" y="328662"/>
                    <a:pt x="208317" y="336550"/>
                    <a:pt x="197836" y="336550"/>
                  </a:cubicBezTo>
                  <a:cubicBezTo>
                    <a:pt x="197836" y="336550"/>
                    <a:pt x="197836" y="336550"/>
                    <a:pt x="19652" y="336550"/>
                  </a:cubicBezTo>
                  <a:cubicBezTo>
                    <a:pt x="9171" y="336550"/>
                    <a:pt x="0" y="328662"/>
                    <a:pt x="0" y="318145"/>
                  </a:cubicBezTo>
                  <a:cubicBezTo>
                    <a:pt x="0" y="318145"/>
                    <a:pt x="0" y="318145"/>
                    <a:pt x="0" y="18405"/>
                  </a:cubicBezTo>
                  <a:cubicBezTo>
                    <a:pt x="0" y="7888"/>
                    <a:pt x="9171" y="0"/>
                    <a:pt x="1965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sp>
          <p:nvSpPr>
            <p:cNvPr id="64" name="千图PPT彼岸天：ID 8661124库_椭圆 27">
              <a:extLst>
                <a:ext uri="{FF2B5EF4-FFF2-40B4-BE49-F238E27FC236}">
                  <a16:creationId xmlns:a16="http://schemas.microsoft.com/office/drawing/2014/main" id="{F78B6A6D-D32D-416A-B47E-D7A2438CA9B4}"/>
                </a:ext>
              </a:extLst>
            </p:cNvPr>
            <p:cNvSpPr>
              <a:spLocks noChangeArrowheads="1"/>
            </p:cNvSpPr>
            <p:nvPr>
              <p:custDataLst>
                <p:tags r:id="rId30"/>
              </p:custDataLst>
            </p:nvPr>
          </p:nvSpPr>
          <p:spPr bwMode="auto">
            <a:xfrm>
              <a:off x="8897746" y="4549196"/>
              <a:ext cx="249612" cy="386262"/>
            </a:xfrm>
            <a:custGeom>
              <a:avLst/>
              <a:gdLst>
                <a:gd name="connsiteX0" fmla="*/ 182768 w 217488"/>
                <a:gd name="connsiteY0" fmla="*/ 277515 h 336550"/>
                <a:gd name="connsiteX1" fmla="*/ 156139 w 217488"/>
                <a:gd name="connsiteY1" fmla="*/ 283964 h 336550"/>
                <a:gd name="connsiteX2" fmla="*/ 152145 w 217488"/>
                <a:gd name="connsiteY2" fmla="*/ 292993 h 336550"/>
                <a:gd name="connsiteX3" fmla="*/ 158802 w 217488"/>
                <a:gd name="connsiteY3" fmla="*/ 296863 h 336550"/>
                <a:gd name="connsiteX4" fmla="*/ 160133 w 217488"/>
                <a:gd name="connsiteY4" fmla="*/ 296863 h 336550"/>
                <a:gd name="connsiteX5" fmla="*/ 186762 w 217488"/>
                <a:gd name="connsiteY5" fmla="*/ 290414 h 336550"/>
                <a:gd name="connsiteX6" fmla="*/ 190757 w 217488"/>
                <a:gd name="connsiteY6" fmla="*/ 282674 h 336550"/>
                <a:gd name="connsiteX7" fmla="*/ 182768 w 217488"/>
                <a:gd name="connsiteY7" fmla="*/ 277515 h 336550"/>
                <a:gd name="connsiteX8" fmla="*/ 34720 w 217488"/>
                <a:gd name="connsiteY8" fmla="*/ 277515 h 336550"/>
                <a:gd name="connsiteX9" fmla="*/ 26732 w 217488"/>
                <a:gd name="connsiteY9" fmla="*/ 282674 h 336550"/>
                <a:gd name="connsiteX10" fmla="*/ 30726 w 217488"/>
                <a:gd name="connsiteY10" fmla="*/ 290414 h 336550"/>
                <a:gd name="connsiteX11" fmla="*/ 57355 w 217488"/>
                <a:gd name="connsiteY11" fmla="*/ 296863 h 336550"/>
                <a:gd name="connsiteX12" fmla="*/ 58686 w 217488"/>
                <a:gd name="connsiteY12" fmla="*/ 296863 h 336550"/>
                <a:gd name="connsiteX13" fmla="*/ 65344 w 217488"/>
                <a:gd name="connsiteY13" fmla="*/ 292993 h 336550"/>
                <a:gd name="connsiteX14" fmla="*/ 61349 w 217488"/>
                <a:gd name="connsiteY14" fmla="*/ 283964 h 336550"/>
                <a:gd name="connsiteX15" fmla="*/ 34720 w 217488"/>
                <a:gd name="connsiteY15" fmla="*/ 277515 h 336550"/>
                <a:gd name="connsiteX16" fmla="*/ 108745 w 217488"/>
                <a:gd name="connsiteY16" fmla="*/ 271463 h 336550"/>
                <a:gd name="connsiteX17" fmla="*/ 87313 w 217488"/>
                <a:gd name="connsiteY17" fmla="*/ 292101 h 336550"/>
                <a:gd name="connsiteX18" fmla="*/ 108745 w 217488"/>
                <a:gd name="connsiteY18" fmla="*/ 312739 h 336550"/>
                <a:gd name="connsiteX19" fmla="*/ 130177 w 217488"/>
                <a:gd name="connsiteY19" fmla="*/ 292101 h 336550"/>
                <a:gd name="connsiteX20" fmla="*/ 108745 w 217488"/>
                <a:gd name="connsiteY20" fmla="*/ 271463 h 336550"/>
                <a:gd name="connsiteX21" fmla="*/ 27469 w 217488"/>
                <a:gd name="connsiteY21" fmla="*/ 38100 h 336550"/>
                <a:gd name="connsiteX22" fmla="*/ 22225 w 217488"/>
                <a:gd name="connsiteY22" fmla="*/ 42049 h 336550"/>
                <a:gd name="connsiteX23" fmla="*/ 22225 w 217488"/>
                <a:gd name="connsiteY23" fmla="*/ 240798 h 336550"/>
                <a:gd name="connsiteX24" fmla="*/ 27469 w 217488"/>
                <a:gd name="connsiteY24" fmla="*/ 246063 h 336550"/>
                <a:gd name="connsiteX25" fmla="*/ 190019 w 217488"/>
                <a:gd name="connsiteY25" fmla="*/ 246063 h 336550"/>
                <a:gd name="connsiteX26" fmla="*/ 195263 w 217488"/>
                <a:gd name="connsiteY26" fmla="*/ 240798 h 336550"/>
                <a:gd name="connsiteX27" fmla="*/ 195263 w 217488"/>
                <a:gd name="connsiteY27" fmla="*/ 42049 h 336550"/>
                <a:gd name="connsiteX28" fmla="*/ 190019 w 217488"/>
                <a:gd name="connsiteY28" fmla="*/ 38100 h 336550"/>
                <a:gd name="connsiteX29" fmla="*/ 27469 w 217488"/>
                <a:gd name="connsiteY29" fmla="*/ 38100 h 336550"/>
                <a:gd name="connsiteX30" fmla="*/ 92869 w 217488"/>
                <a:gd name="connsiteY30" fmla="*/ 15875 h 336550"/>
                <a:gd name="connsiteX31" fmla="*/ 88900 w 217488"/>
                <a:gd name="connsiteY31" fmla="*/ 19957 h 336550"/>
                <a:gd name="connsiteX32" fmla="*/ 92869 w 217488"/>
                <a:gd name="connsiteY32" fmla="*/ 25400 h 336550"/>
                <a:gd name="connsiteX33" fmla="*/ 124619 w 217488"/>
                <a:gd name="connsiteY33" fmla="*/ 25400 h 336550"/>
                <a:gd name="connsiteX34" fmla="*/ 128588 w 217488"/>
                <a:gd name="connsiteY34" fmla="*/ 19957 h 336550"/>
                <a:gd name="connsiteX35" fmla="*/ 124619 w 217488"/>
                <a:gd name="connsiteY35" fmla="*/ 15875 h 336550"/>
                <a:gd name="connsiteX36" fmla="*/ 92869 w 217488"/>
                <a:gd name="connsiteY36" fmla="*/ 15875 h 336550"/>
                <a:gd name="connsiteX37" fmla="*/ 19652 w 217488"/>
                <a:gd name="connsiteY37" fmla="*/ 0 h 336550"/>
                <a:gd name="connsiteX38" fmla="*/ 197836 w 217488"/>
                <a:gd name="connsiteY38" fmla="*/ 0 h 336550"/>
                <a:gd name="connsiteX39" fmla="*/ 217488 w 217488"/>
                <a:gd name="connsiteY39" fmla="*/ 18405 h 336550"/>
                <a:gd name="connsiteX40" fmla="*/ 217488 w 217488"/>
                <a:gd name="connsiteY40" fmla="*/ 318145 h 336550"/>
                <a:gd name="connsiteX41" fmla="*/ 197836 w 217488"/>
                <a:gd name="connsiteY41" fmla="*/ 336550 h 336550"/>
                <a:gd name="connsiteX42" fmla="*/ 19652 w 217488"/>
                <a:gd name="connsiteY42" fmla="*/ 336550 h 336550"/>
                <a:gd name="connsiteX43" fmla="*/ 0 w 217488"/>
                <a:gd name="connsiteY43" fmla="*/ 318145 h 336550"/>
                <a:gd name="connsiteX44" fmla="*/ 0 w 217488"/>
                <a:gd name="connsiteY44" fmla="*/ 18405 h 336550"/>
                <a:gd name="connsiteX45" fmla="*/ 19652 w 217488"/>
                <a:gd name="connsiteY4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7487" h="336550">
                  <a:moveTo>
                    <a:pt x="182768" y="277515"/>
                  </a:moveTo>
                  <a:cubicBezTo>
                    <a:pt x="182768" y="277515"/>
                    <a:pt x="182768" y="277515"/>
                    <a:pt x="156139" y="283964"/>
                  </a:cubicBezTo>
                  <a:cubicBezTo>
                    <a:pt x="153476" y="285254"/>
                    <a:pt x="150813" y="289124"/>
                    <a:pt x="152145" y="292993"/>
                  </a:cubicBezTo>
                  <a:cubicBezTo>
                    <a:pt x="152145" y="295573"/>
                    <a:pt x="156139" y="296863"/>
                    <a:pt x="158802" y="296863"/>
                  </a:cubicBezTo>
                  <a:cubicBezTo>
                    <a:pt x="158802" y="296863"/>
                    <a:pt x="160133" y="296863"/>
                    <a:pt x="160133" y="296863"/>
                  </a:cubicBezTo>
                  <a:cubicBezTo>
                    <a:pt x="160133" y="296863"/>
                    <a:pt x="160133" y="296863"/>
                    <a:pt x="186762" y="290414"/>
                  </a:cubicBezTo>
                  <a:cubicBezTo>
                    <a:pt x="189425" y="289124"/>
                    <a:pt x="192088" y="285254"/>
                    <a:pt x="190757" y="282674"/>
                  </a:cubicBezTo>
                  <a:cubicBezTo>
                    <a:pt x="190757" y="278805"/>
                    <a:pt x="186762" y="276225"/>
                    <a:pt x="182768" y="277515"/>
                  </a:cubicBezTo>
                  <a:close/>
                  <a:moveTo>
                    <a:pt x="34720" y="277515"/>
                  </a:moveTo>
                  <a:cubicBezTo>
                    <a:pt x="30726" y="276225"/>
                    <a:pt x="26732" y="278805"/>
                    <a:pt x="26732" y="282674"/>
                  </a:cubicBezTo>
                  <a:cubicBezTo>
                    <a:pt x="25400" y="285254"/>
                    <a:pt x="28063" y="289124"/>
                    <a:pt x="30726" y="290414"/>
                  </a:cubicBezTo>
                  <a:cubicBezTo>
                    <a:pt x="30726" y="290414"/>
                    <a:pt x="30726" y="290414"/>
                    <a:pt x="57355" y="296863"/>
                  </a:cubicBezTo>
                  <a:cubicBezTo>
                    <a:pt x="57355" y="296863"/>
                    <a:pt x="58686" y="296863"/>
                    <a:pt x="58686" y="296863"/>
                  </a:cubicBezTo>
                  <a:cubicBezTo>
                    <a:pt x="61349" y="296863"/>
                    <a:pt x="65344" y="295573"/>
                    <a:pt x="65344" y="292993"/>
                  </a:cubicBezTo>
                  <a:cubicBezTo>
                    <a:pt x="66675" y="289124"/>
                    <a:pt x="64012" y="285254"/>
                    <a:pt x="61349" y="283964"/>
                  </a:cubicBezTo>
                  <a:cubicBezTo>
                    <a:pt x="61349" y="283964"/>
                    <a:pt x="61349" y="283964"/>
                    <a:pt x="34720" y="277515"/>
                  </a:cubicBezTo>
                  <a:close/>
                  <a:moveTo>
                    <a:pt x="108745" y="271463"/>
                  </a:moveTo>
                  <a:cubicBezTo>
                    <a:pt x="96908" y="271463"/>
                    <a:pt x="87313" y="280703"/>
                    <a:pt x="87313" y="292101"/>
                  </a:cubicBezTo>
                  <a:cubicBezTo>
                    <a:pt x="87313" y="303499"/>
                    <a:pt x="96908" y="312739"/>
                    <a:pt x="108745" y="312739"/>
                  </a:cubicBezTo>
                  <a:cubicBezTo>
                    <a:pt x="120582" y="312739"/>
                    <a:pt x="130177" y="303499"/>
                    <a:pt x="130177" y="292101"/>
                  </a:cubicBezTo>
                  <a:cubicBezTo>
                    <a:pt x="130177" y="280703"/>
                    <a:pt x="120582" y="271463"/>
                    <a:pt x="108745" y="271463"/>
                  </a:cubicBezTo>
                  <a:close/>
                  <a:moveTo>
                    <a:pt x="27469" y="38100"/>
                  </a:moveTo>
                  <a:cubicBezTo>
                    <a:pt x="24847" y="38100"/>
                    <a:pt x="22225" y="39416"/>
                    <a:pt x="22225" y="42049"/>
                  </a:cubicBezTo>
                  <a:cubicBezTo>
                    <a:pt x="22225" y="42049"/>
                    <a:pt x="22225" y="42049"/>
                    <a:pt x="22225" y="240798"/>
                  </a:cubicBezTo>
                  <a:cubicBezTo>
                    <a:pt x="22225" y="243431"/>
                    <a:pt x="24847" y="246063"/>
                    <a:pt x="27469" y="246063"/>
                  </a:cubicBezTo>
                  <a:cubicBezTo>
                    <a:pt x="27469" y="246063"/>
                    <a:pt x="27469" y="246063"/>
                    <a:pt x="190019" y="246063"/>
                  </a:cubicBezTo>
                  <a:cubicBezTo>
                    <a:pt x="192641" y="246063"/>
                    <a:pt x="195263" y="243431"/>
                    <a:pt x="195263" y="240798"/>
                  </a:cubicBezTo>
                  <a:lnTo>
                    <a:pt x="195263" y="42049"/>
                  </a:lnTo>
                  <a:cubicBezTo>
                    <a:pt x="195263" y="39416"/>
                    <a:pt x="192641" y="38100"/>
                    <a:pt x="190019" y="38100"/>
                  </a:cubicBezTo>
                  <a:cubicBezTo>
                    <a:pt x="190019" y="38100"/>
                    <a:pt x="190019" y="38100"/>
                    <a:pt x="27469" y="38100"/>
                  </a:cubicBezTo>
                  <a:close/>
                  <a:moveTo>
                    <a:pt x="92869" y="15875"/>
                  </a:moveTo>
                  <a:cubicBezTo>
                    <a:pt x="90223" y="15875"/>
                    <a:pt x="88900" y="17236"/>
                    <a:pt x="88900" y="19957"/>
                  </a:cubicBezTo>
                  <a:cubicBezTo>
                    <a:pt x="88900" y="22679"/>
                    <a:pt x="90223" y="25400"/>
                    <a:pt x="92869" y="25400"/>
                  </a:cubicBezTo>
                  <a:cubicBezTo>
                    <a:pt x="92869" y="25400"/>
                    <a:pt x="92869" y="25400"/>
                    <a:pt x="124619" y="25400"/>
                  </a:cubicBezTo>
                  <a:cubicBezTo>
                    <a:pt x="127265" y="25400"/>
                    <a:pt x="128588" y="22679"/>
                    <a:pt x="128588" y="19957"/>
                  </a:cubicBezTo>
                  <a:cubicBezTo>
                    <a:pt x="128588" y="17236"/>
                    <a:pt x="127265" y="15875"/>
                    <a:pt x="124619" y="15875"/>
                  </a:cubicBezTo>
                  <a:cubicBezTo>
                    <a:pt x="124619" y="15875"/>
                    <a:pt x="124619" y="15875"/>
                    <a:pt x="92869" y="15875"/>
                  </a:cubicBezTo>
                  <a:close/>
                  <a:moveTo>
                    <a:pt x="19652" y="0"/>
                  </a:moveTo>
                  <a:cubicBezTo>
                    <a:pt x="19652" y="0"/>
                    <a:pt x="19652" y="0"/>
                    <a:pt x="197836" y="0"/>
                  </a:cubicBezTo>
                  <a:cubicBezTo>
                    <a:pt x="208317" y="0"/>
                    <a:pt x="217488" y="7888"/>
                    <a:pt x="217488" y="18405"/>
                  </a:cubicBezTo>
                  <a:cubicBezTo>
                    <a:pt x="217488" y="18405"/>
                    <a:pt x="217488" y="18405"/>
                    <a:pt x="217488" y="318145"/>
                  </a:cubicBezTo>
                  <a:cubicBezTo>
                    <a:pt x="217488" y="328662"/>
                    <a:pt x="208317" y="336550"/>
                    <a:pt x="197836" y="336550"/>
                  </a:cubicBezTo>
                  <a:cubicBezTo>
                    <a:pt x="197836" y="336550"/>
                    <a:pt x="197836" y="336550"/>
                    <a:pt x="19652" y="336550"/>
                  </a:cubicBezTo>
                  <a:cubicBezTo>
                    <a:pt x="9171" y="336550"/>
                    <a:pt x="0" y="328662"/>
                    <a:pt x="0" y="318145"/>
                  </a:cubicBezTo>
                  <a:cubicBezTo>
                    <a:pt x="0" y="318145"/>
                    <a:pt x="0" y="318145"/>
                    <a:pt x="0" y="18405"/>
                  </a:cubicBezTo>
                  <a:cubicBezTo>
                    <a:pt x="0" y="7888"/>
                    <a:pt x="9171" y="0"/>
                    <a:pt x="1965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sp>
          <p:nvSpPr>
            <p:cNvPr id="65" name="千图PPT彼岸天：ID 8661124库_椭圆 30">
              <a:extLst>
                <a:ext uri="{FF2B5EF4-FFF2-40B4-BE49-F238E27FC236}">
                  <a16:creationId xmlns:a16="http://schemas.microsoft.com/office/drawing/2014/main" id="{1AFD68A6-8BBB-4611-9C84-7AAAB0104D1D}"/>
                </a:ext>
              </a:extLst>
            </p:cNvPr>
            <p:cNvSpPr>
              <a:spLocks noChangeArrowheads="1"/>
            </p:cNvSpPr>
            <p:nvPr>
              <p:custDataLst>
                <p:tags r:id="rId31"/>
              </p:custDataLst>
            </p:nvPr>
          </p:nvSpPr>
          <p:spPr bwMode="auto">
            <a:xfrm>
              <a:off x="5952402" y="3327848"/>
              <a:ext cx="248905" cy="385167"/>
            </a:xfrm>
            <a:custGeom>
              <a:avLst/>
              <a:gdLst>
                <a:gd name="connsiteX0" fmla="*/ 182768 w 217488"/>
                <a:gd name="connsiteY0" fmla="*/ 277515 h 336550"/>
                <a:gd name="connsiteX1" fmla="*/ 156139 w 217488"/>
                <a:gd name="connsiteY1" fmla="*/ 283964 h 336550"/>
                <a:gd name="connsiteX2" fmla="*/ 152145 w 217488"/>
                <a:gd name="connsiteY2" fmla="*/ 292993 h 336550"/>
                <a:gd name="connsiteX3" fmla="*/ 158802 w 217488"/>
                <a:gd name="connsiteY3" fmla="*/ 296863 h 336550"/>
                <a:gd name="connsiteX4" fmla="*/ 160133 w 217488"/>
                <a:gd name="connsiteY4" fmla="*/ 296863 h 336550"/>
                <a:gd name="connsiteX5" fmla="*/ 186762 w 217488"/>
                <a:gd name="connsiteY5" fmla="*/ 290414 h 336550"/>
                <a:gd name="connsiteX6" fmla="*/ 190757 w 217488"/>
                <a:gd name="connsiteY6" fmla="*/ 282674 h 336550"/>
                <a:gd name="connsiteX7" fmla="*/ 182768 w 217488"/>
                <a:gd name="connsiteY7" fmla="*/ 277515 h 336550"/>
                <a:gd name="connsiteX8" fmla="*/ 34720 w 217488"/>
                <a:gd name="connsiteY8" fmla="*/ 277515 h 336550"/>
                <a:gd name="connsiteX9" fmla="*/ 26732 w 217488"/>
                <a:gd name="connsiteY9" fmla="*/ 282674 h 336550"/>
                <a:gd name="connsiteX10" fmla="*/ 30726 w 217488"/>
                <a:gd name="connsiteY10" fmla="*/ 290414 h 336550"/>
                <a:gd name="connsiteX11" fmla="*/ 57355 w 217488"/>
                <a:gd name="connsiteY11" fmla="*/ 296863 h 336550"/>
                <a:gd name="connsiteX12" fmla="*/ 58686 w 217488"/>
                <a:gd name="connsiteY12" fmla="*/ 296863 h 336550"/>
                <a:gd name="connsiteX13" fmla="*/ 65344 w 217488"/>
                <a:gd name="connsiteY13" fmla="*/ 292993 h 336550"/>
                <a:gd name="connsiteX14" fmla="*/ 61349 w 217488"/>
                <a:gd name="connsiteY14" fmla="*/ 283964 h 336550"/>
                <a:gd name="connsiteX15" fmla="*/ 34720 w 217488"/>
                <a:gd name="connsiteY15" fmla="*/ 277515 h 336550"/>
                <a:gd name="connsiteX16" fmla="*/ 108745 w 217488"/>
                <a:gd name="connsiteY16" fmla="*/ 271463 h 336550"/>
                <a:gd name="connsiteX17" fmla="*/ 87313 w 217488"/>
                <a:gd name="connsiteY17" fmla="*/ 292101 h 336550"/>
                <a:gd name="connsiteX18" fmla="*/ 108745 w 217488"/>
                <a:gd name="connsiteY18" fmla="*/ 312739 h 336550"/>
                <a:gd name="connsiteX19" fmla="*/ 130177 w 217488"/>
                <a:gd name="connsiteY19" fmla="*/ 292101 h 336550"/>
                <a:gd name="connsiteX20" fmla="*/ 108745 w 217488"/>
                <a:gd name="connsiteY20" fmla="*/ 271463 h 336550"/>
                <a:gd name="connsiteX21" fmla="*/ 27469 w 217488"/>
                <a:gd name="connsiteY21" fmla="*/ 38100 h 336550"/>
                <a:gd name="connsiteX22" fmla="*/ 22225 w 217488"/>
                <a:gd name="connsiteY22" fmla="*/ 42049 h 336550"/>
                <a:gd name="connsiteX23" fmla="*/ 22225 w 217488"/>
                <a:gd name="connsiteY23" fmla="*/ 240798 h 336550"/>
                <a:gd name="connsiteX24" fmla="*/ 27469 w 217488"/>
                <a:gd name="connsiteY24" fmla="*/ 246063 h 336550"/>
                <a:gd name="connsiteX25" fmla="*/ 190019 w 217488"/>
                <a:gd name="connsiteY25" fmla="*/ 246063 h 336550"/>
                <a:gd name="connsiteX26" fmla="*/ 195263 w 217488"/>
                <a:gd name="connsiteY26" fmla="*/ 240798 h 336550"/>
                <a:gd name="connsiteX27" fmla="*/ 195263 w 217488"/>
                <a:gd name="connsiteY27" fmla="*/ 42049 h 336550"/>
                <a:gd name="connsiteX28" fmla="*/ 190019 w 217488"/>
                <a:gd name="connsiteY28" fmla="*/ 38100 h 336550"/>
                <a:gd name="connsiteX29" fmla="*/ 27469 w 217488"/>
                <a:gd name="connsiteY29" fmla="*/ 38100 h 336550"/>
                <a:gd name="connsiteX30" fmla="*/ 92869 w 217488"/>
                <a:gd name="connsiteY30" fmla="*/ 15875 h 336550"/>
                <a:gd name="connsiteX31" fmla="*/ 88900 w 217488"/>
                <a:gd name="connsiteY31" fmla="*/ 19957 h 336550"/>
                <a:gd name="connsiteX32" fmla="*/ 92869 w 217488"/>
                <a:gd name="connsiteY32" fmla="*/ 25400 h 336550"/>
                <a:gd name="connsiteX33" fmla="*/ 124619 w 217488"/>
                <a:gd name="connsiteY33" fmla="*/ 25400 h 336550"/>
                <a:gd name="connsiteX34" fmla="*/ 128588 w 217488"/>
                <a:gd name="connsiteY34" fmla="*/ 19957 h 336550"/>
                <a:gd name="connsiteX35" fmla="*/ 124619 w 217488"/>
                <a:gd name="connsiteY35" fmla="*/ 15875 h 336550"/>
                <a:gd name="connsiteX36" fmla="*/ 92869 w 217488"/>
                <a:gd name="connsiteY36" fmla="*/ 15875 h 336550"/>
                <a:gd name="connsiteX37" fmla="*/ 19652 w 217488"/>
                <a:gd name="connsiteY37" fmla="*/ 0 h 336550"/>
                <a:gd name="connsiteX38" fmla="*/ 197836 w 217488"/>
                <a:gd name="connsiteY38" fmla="*/ 0 h 336550"/>
                <a:gd name="connsiteX39" fmla="*/ 217488 w 217488"/>
                <a:gd name="connsiteY39" fmla="*/ 18405 h 336550"/>
                <a:gd name="connsiteX40" fmla="*/ 217488 w 217488"/>
                <a:gd name="connsiteY40" fmla="*/ 318145 h 336550"/>
                <a:gd name="connsiteX41" fmla="*/ 197836 w 217488"/>
                <a:gd name="connsiteY41" fmla="*/ 336550 h 336550"/>
                <a:gd name="connsiteX42" fmla="*/ 19652 w 217488"/>
                <a:gd name="connsiteY42" fmla="*/ 336550 h 336550"/>
                <a:gd name="connsiteX43" fmla="*/ 0 w 217488"/>
                <a:gd name="connsiteY43" fmla="*/ 318145 h 336550"/>
                <a:gd name="connsiteX44" fmla="*/ 0 w 217488"/>
                <a:gd name="connsiteY44" fmla="*/ 18405 h 336550"/>
                <a:gd name="connsiteX45" fmla="*/ 19652 w 217488"/>
                <a:gd name="connsiteY4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7487" h="336550">
                  <a:moveTo>
                    <a:pt x="182768" y="277515"/>
                  </a:moveTo>
                  <a:cubicBezTo>
                    <a:pt x="182768" y="277515"/>
                    <a:pt x="182768" y="277515"/>
                    <a:pt x="156139" y="283964"/>
                  </a:cubicBezTo>
                  <a:cubicBezTo>
                    <a:pt x="153476" y="285254"/>
                    <a:pt x="150813" y="289124"/>
                    <a:pt x="152145" y="292993"/>
                  </a:cubicBezTo>
                  <a:cubicBezTo>
                    <a:pt x="152145" y="295573"/>
                    <a:pt x="156139" y="296863"/>
                    <a:pt x="158802" y="296863"/>
                  </a:cubicBezTo>
                  <a:cubicBezTo>
                    <a:pt x="158802" y="296863"/>
                    <a:pt x="160133" y="296863"/>
                    <a:pt x="160133" y="296863"/>
                  </a:cubicBezTo>
                  <a:cubicBezTo>
                    <a:pt x="160133" y="296863"/>
                    <a:pt x="160133" y="296863"/>
                    <a:pt x="186762" y="290414"/>
                  </a:cubicBezTo>
                  <a:cubicBezTo>
                    <a:pt x="189425" y="289124"/>
                    <a:pt x="192088" y="285254"/>
                    <a:pt x="190757" y="282674"/>
                  </a:cubicBezTo>
                  <a:cubicBezTo>
                    <a:pt x="190757" y="278805"/>
                    <a:pt x="186762" y="276225"/>
                    <a:pt x="182768" y="277515"/>
                  </a:cubicBezTo>
                  <a:close/>
                  <a:moveTo>
                    <a:pt x="34720" y="277515"/>
                  </a:moveTo>
                  <a:cubicBezTo>
                    <a:pt x="30726" y="276225"/>
                    <a:pt x="26732" y="278805"/>
                    <a:pt x="26732" y="282674"/>
                  </a:cubicBezTo>
                  <a:cubicBezTo>
                    <a:pt x="25400" y="285254"/>
                    <a:pt x="28063" y="289124"/>
                    <a:pt x="30726" y="290414"/>
                  </a:cubicBezTo>
                  <a:cubicBezTo>
                    <a:pt x="30726" y="290414"/>
                    <a:pt x="30726" y="290414"/>
                    <a:pt x="57355" y="296863"/>
                  </a:cubicBezTo>
                  <a:cubicBezTo>
                    <a:pt x="57355" y="296863"/>
                    <a:pt x="58686" y="296863"/>
                    <a:pt x="58686" y="296863"/>
                  </a:cubicBezTo>
                  <a:cubicBezTo>
                    <a:pt x="61349" y="296863"/>
                    <a:pt x="65344" y="295573"/>
                    <a:pt x="65344" y="292993"/>
                  </a:cubicBezTo>
                  <a:cubicBezTo>
                    <a:pt x="66675" y="289124"/>
                    <a:pt x="64012" y="285254"/>
                    <a:pt x="61349" y="283964"/>
                  </a:cubicBezTo>
                  <a:cubicBezTo>
                    <a:pt x="61349" y="283964"/>
                    <a:pt x="61349" y="283964"/>
                    <a:pt x="34720" y="277515"/>
                  </a:cubicBezTo>
                  <a:close/>
                  <a:moveTo>
                    <a:pt x="108745" y="271463"/>
                  </a:moveTo>
                  <a:cubicBezTo>
                    <a:pt x="96908" y="271463"/>
                    <a:pt x="87313" y="280703"/>
                    <a:pt x="87313" y="292101"/>
                  </a:cubicBezTo>
                  <a:cubicBezTo>
                    <a:pt x="87313" y="303499"/>
                    <a:pt x="96908" y="312739"/>
                    <a:pt x="108745" y="312739"/>
                  </a:cubicBezTo>
                  <a:cubicBezTo>
                    <a:pt x="120582" y="312739"/>
                    <a:pt x="130177" y="303499"/>
                    <a:pt x="130177" y="292101"/>
                  </a:cubicBezTo>
                  <a:cubicBezTo>
                    <a:pt x="130177" y="280703"/>
                    <a:pt x="120582" y="271463"/>
                    <a:pt x="108745" y="271463"/>
                  </a:cubicBezTo>
                  <a:close/>
                  <a:moveTo>
                    <a:pt x="27469" y="38100"/>
                  </a:moveTo>
                  <a:cubicBezTo>
                    <a:pt x="24847" y="38100"/>
                    <a:pt x="22225" y="39416"/>
                    <a:pt x="22225" y="42049"/>
                  </a:cubicBezTo>
                  <a:cubicBezTo>
                    <a:pt x="22225" y="42049"/>
                    <a:pt x="22225" y="42049"/>
                    <a:pt x="22225" y="240798"/>
                  </a:cubicBezTo>
                  <a:cubicBezTo>
                    <a:pt x="22225" y="243431"/>
                    <a:pt x="24847" y="246063"/>
                    <a:pt x="27469" y="246063"/>
                  </a:cubicBezTo>
                  <a:cubicBezTo>
                    <a:pt x="27469" y="246063"/>
                    <a:pt x="27469" y="246063"/>
                    <a:pt x="190019" y="246063"/>
                  </a:cubicBezTo>
                  <a:cubicBezTo>
                    <a:pt x="192641" y="246063"/>
                    <a:pt x="195263" y="243431"/>
                    <a:pt x="195263" y="240798"/>
                  </a:cubicBezTo>
                  <a:lnTo>
                    <a:pt x="195263" y="42049"/>
                  </a:lnTo>
                  <a:cubicBezTo>
                    <a:pt x="195263" y="39416"/>
                    <a:pt x="192641" y="38100"/>
                    <a:pt x="190019" y="38100"/>
                  </a:cubicBezTo>
                  <a:cubicBezTo>
                    <a:pt x="190019" y="38100"/>
                    <a:pt x="190019" y="38100"/>
                    <a:pt x="27469" y="38100"/>
                  </a:cubicBezTo>
                  <a:close/>
                  <a:moveTo>
                    <a:pt x="92869" y="15875"/>
                  </a:moveTo>
                  <a:cubicBezTo>
                    <a:pt x="90223" y="15875"/>
                    <a:pt x="88900" y="17236"/>
                    <a:pt x="88900" y="19957"/>
                  </a:cubicBezTo>
                  <a:cubicBezTo>
                    <a:pt x="88900" y="22679"/>
                    <a:pt x="90223" y="25400"/>
                    <a:pt x="92869" y="25400"/>
                  </a:cubicBezTo>
                  <a:cubicBezTo>
                    <a:pt x="92869" y="25400"/>
                    <a:pt x="92869" y="25400"/>
                    <a:pt x="124619" y="25400"/>
                  </a:cubicBezTo>
                  <a:cubicBezTo>
                    <a:pt x="127265" y="25400"/>
                    <a:pt x="128588" y="22679"/>
                    <a:pt x="128588" y="19957"/>
                  </a:cubicBezTo>
                  <a:cubicBezTo>
                    <a:pt x="128588" y="17236"/>
                    <a:pt x="127265" y="15875"/>
                    <a:pt x="124619" y="15875"/>
                  </a:cubicBezTo>
                  <a:cubicBezTo>
                    <a:pt x="124619" y="15875"/>
                    <a:pt x="124619" y="15875"/>
                    <a:pt x="92869" y="15875"/>
                  </a:cubicBezTo>
                  <a:close/>
                  <a:moveTo>
                    <a:pt x="19652" y="0"/>
                  </a:moveTo>
                  <a:cubicBezTo>
                    <a:pt x="19652" y="0"/>
                    <a:pt x="19652" y="0"/>
                    <a:pt x="197836" y="0"/>
                  </a:cubicBezTo>
                  <a:cubicBezTo>
                    <a:pt x="208317" y="0"/>
                    <a:pt x="217488" y="7888"/>
                    <a:pt x="217488" y="18405"/>
                  </a:cubicBezTo>
                  <a:cubicBezTo>
                    <a:pt x="217488" y="18405"/>
                    <a:pt x="217488" y="18405"/>
                    <a:pt x="217488" y="318145"/>
                  </a:cubicBezTo>
                  <a:cubicBezTo>
                    <a:pt x="217488" y="328662"/>
                    <a:pt x="208317" y="336550"/>
                    <a:pt x="197836" y="336550"/>
                  </a:cubicBezTo>
                  <a:cubicBezTo>
                    <a:pt x="197836" y="336550"/>
                    <a:pt x="197836" y="336550"/>
                    <a:pt x="19652" y="336550"/>
                  </a:cubicBezTo>
                  <a:cubicBezTo>
                    <a:pt x="9171" y="336550"/>
                    <a:pt x="0" y="328662"/>
                    <a:pt x="0" y="318145"/>
                  </a:cubicBezTo>
                  <a:cubicBezTo>
                    <a:pt x="0" y="318145"/>
                    <a:pt x="0" y="318145"/>
                    <a:pt x="0" y="18405"/>
                  </a:cubicBezTo>
                  <a:cubicBezTo>
                    <a:pt x="0" y="7888"/>
                    <a:pt x="9171" y="0"/>
                    <a:pt x="1965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endParaRPr lang="en-US" dirty="0">
                <a:cs typeface="+mn-ea"/>
                <a:sym typeface="+mn-lt"/>
              </a:endParaRPr>
            </a:p>
          </p:txBody>
        </p:sp>
      </p:grpSp>
    </p:spTree>
    <p:extLst>
      <p:ext uri="{BB962C8B-B14F-4D97-AF65-F5344CB8AC3E}">
        <p14:creationId xmlns:p14="http://schemas.microsoft.com/office/powerpoint/2010/main" val="13735835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53" presetClass="entr" presetSubtype="0" fill="hold" nodeType="afterEffect">
                                  <p:childTnLst>
                                    <p:set>
                                      <p:cBhvr>
                                        <p:cTn id="11" dur="1" fill="hold">
                                          <p:stCondLst>
                                            <p:cond delay="0"/>
                                          </p:stCondLst>
                                        </p:cTn>
                                        <p:tgtEl>
                                          <p:spTgt spid="23"/>
                                        </p:tgtEl>
                                        <p:attrNameLst>
                                          <p:attrName>style.visibility</p:attrName>
                                        </p:attrNameLst>
                                      </p:cBhvr>
                                      <p:to>
                                        <p:strVal val="visible"/>
                                      </p:to>
                                    </p:set>
                                    <p:anim calcmode="lin" valueType="num">
                                      <p:cBhvr>
                                        <p:cTn id="12" dur="500" fill="hold"/>
                                        <p:tgtEl>
                                          <p:spTgt spid="23"/>
                                        </p:tgtEl>
                                        <p:attrNameLst>
                                          <p:attrName>ppt_w</p:attrName>
                                        </p:attrNameLst>
                                      </p:cBhvr>
                                      <p:tavLst>
                                        <p:tav tm="0">
                                          <p:val>
                                            <p:fltVal val="0"/>
                                          </p:val>
                                        </p:tav>
                                        <p:tav tm="100000">
                                          <p:val>
                                            <p:strVal val="#ppt_w"/>
                                          </p:val>
                                        </p:tav>
                                      </p:tavLst>
                                    </p:anim>
                                    <p:anim calcmode="lin" valueType="num">
                                      <p:cBhvr>
                                        <p:cTn id="13" dur="500" fill="hold"/>
                                        <p:tgtEl>
                                          <p:spTgt spid="23"/>
                                        </p:tgtEl>
                                        <p:attrNameLst>
                                          <p:attrName>ppt_h</p:attrName>
                                        </p:attrNameLst>
                                      </p:cBhvr>
                                      <p:tavLst>
                                        <p:tav tm="0">
                                          <p:val>
                                            <p:fltVal val="0"/>
                                          </p:val>
                                        </p:tav>
                                        <p:tav tm="100000">
                                          <p:val>
                                            <p:strVal val="#ppt_h"/>
                                          </p:val>
                                        </p:tav>
                                      </p:tavLst>
                                    </p:anim>
                                    <p:animEffect transition="in" filter="fade">
                                      <p:cBhvr>
                                        <p:cTn id="14" dur="500"/>
                                        <p:tgtEl>
                                          <p:spTgt spid="23"/>
                                        </p:tgtEl>
                                      </p:cBhvr>
                                    </p:animEffect>
                                    <p:anim calcmode="lin" valueType="num">
                                      <p:cBhvr>
                                        <p:cTn id="15" dur="500" fill="hold"/>
                                        <p:tgtEl>
                                          <p:spTgt spid="23"/>
                                        </p:tgtEl>
                                        <p:attrNameLst>
                                          <p:attrName>ppt_x</p:attrName>
                                        </p:attrNameLst>
                                      </p:cBhvr>
                                      <p:tavLst>
                                        <p:tav tm="0">
                                          <p:val>
                                            <p:fltVal val="0.5"/>
                                          </p:val>
                                        </p:tav>
                                        <p:tav tm="100000">
                                          <p:val>
                                            <p:strVal val="#ppt_x"/>
                                          </p:val>
                                        </p:tav>
                                      </p:tavLst>
                                    </p:anim>
                                    <p:anim calcmode="lin" valueType="num">
                                      <p:cBhvr>
                                        <p:cTn id="16" dur="500" fill="hold"/>
                                        <p:tgtEl>
                                          <p:spTgt spid="23"/>
                                        </p:tgtEl>
                                        <p:attrNameLst>
                                          <p:attrName>ppt_y</p:attrName>
                                        </p:attrNameLst>
                                      </p:cBhvr>
                                      <p:tavLst>
                                        <p:tav tm="0">
                                          <p:val>
                                            <p:fltVal val="0.5"/>
                                          </p:val>
                                        </p:tav>
                                        <p:tav tm="100000">
                                          <p:val>
                                            <p:strVal val="#ppt_y"/>
                                          </p:val>
                                        </p:tav>
                                      </p:tavLst>
                                    </p:anim>
                                  </p:childTnLst>
                                </p:cTn>
                              </p:par>
                            </p:childTnLst>
                          </p:cTn>
                        </p:par>
                        <p:par>
                          <p:cTn id="17" fill="hold">
                            <p:stCondLst>
                              <p:cond delay="1000"/>
                            </p:stCondLst>
                            <p:childTnLst>
                              <p:par>
                                <p:cTn id="18" presetID="53" presetClass="entr" presetSubtype="0" fill="hold" nodeType="afterEffect">
                                  <p:childTnLst>
                                    <p:set>
                                      <p:cBhvr>
                                        <p:cTn id="19" dur="1" fill="hold">
                                          <p:stCondLst>
                                            <p:cond delay="0"/>
                                          </p:stCondLst>
                                        </p:cTn>
                                        <p:tgtEl>
                                          <p:spTgt spid="26"/>
                                        </p:tgtEl>
                                        <p:attrNameLst>
                                          <p:attrName>style.visibility</p:attrName>
                                        </p:attrNameLst>
                                      </p:cBhvr>
                                      <p:to>
                                        <p:strVal val="visible"/>
                                      </p:to>
                                    </p:set>
                                    <p:anim calcmode="lin" valueType="num">
                                      <p:cBhvr>
                                        <p:cTn id="20" dur="500" fill="hold"/>
                                        <p:tgtEl>
                                          <p:spTgt spid="26"/>
                                        </p:tgtEl>
                                        <p:attrNameLst>
                                          <p:attrName>ppt_w</p:attrName>
                                        </p:attrNameLst>
                                      </p:cBhvr>
                                      <p:tavLst>
                                        <p:tav tm="0">
                                          <p:val>
                                            <p:fltVal val="0"/>
                                          </p:val>
                                        </p:tav>
                                        <p:tav tm="100000">
                                          <p:val>
                                            <p:strVal val="#ppt_w"/>
                                          </p:val>
                                        </p:tav>
                                      </p:tavLst>
                                    </p:anim>
                                    <p:anim calcmode="lin" valueType="num">
                                      <p:cBhvr>
                                        <p:cTn id="21" dur="500" fill="hold"/>
                                        <p:tgtEl>
                                          <p:spTgt spid="26"/>
                                        </p:tgtEl>
                                        <p:attrNameLst>
                                          <p:attrName>ppt_h</p:attrName>
                                        </p:attrNameLst>
                                      </p:cBhvr>
                                      <p:tavLst>
                                        <p:tav tm="0">
                                          <p:val>
                                            <p:fltVal val="0"/>
                                          </p:val>
                                        </p:tav>
                                        <p:tav tm="100000">
                                          <p:val>
                                            <p:strVal val="#ppt_h"/>
                                          </p:val>
                                        </p:tav>
                                      </p:tavLst>
                                    </p:anim>
                                    <p:animEffect transition="in" filter="fade">
                                      <p:cBhvr>
                                        <p:cTn id="22" dur="500"/>
                                        <p:tgtEl>
                                          <p:spTgt spid="26"/>
                                        </p:tgtEl>
                                      </p:cBhvr>
                                    </p:animEffect>
                                    <p:anim calcmode="lin" valueType="num">
                                      <p:cBhvr>
                                        <p:cTn id="23" dur="500" fill="hold"/>
                                        <p:tgtEl>
                                          <p:spTgt spid="26"/>
                                        </p:tgtEl>
                                        <p:attrNameLst>
                                          <p:attrName>ppt_x</p:attrName>
                                        </p:attrNameLst>
                                      </p:cBhvr>
                                      <p:tavLst>
                                        <p:tav tm="0">
                                          <p:val>
                                            <p:fltVal val="0.5"/>
                                          </p:val>
                                        </p:tav>
                                        <p:tav tm="100000">
                                          <p:val>
                                            <p:strVal val="#ppt_x"/>
                                          </p:val>
                                        </p:tav>
                                      </p:tavLst>
                                    </p:anim>
                                    <p:anim calcmode="lin" valueType="num">
                                      <p:cBhvr>
                                        <p:cTn id="24" dur="500" fill="hold"/>
                                        <p:tgtEl>
                                          <p:spTgt spid="26"/>
                                        </p:tgtEl>
                                        <p:attrNameLst>
                                          <p:attrName>ppt_y</p:attrName>
                                        </p:attrNameLst>
                                      </p:cBhvr>
                                      <p:tavLst>
                                        <p:tav tm="0">
                                          <p:val>
                                            <p:fltVal val="0.5"/>
                                          </p:val>
                                        </p:tav>
                                        <p:tav tm="100000">
                                          <p:val>
                                            <p:strVal val="#ppt_y"/>
                                          </p:val>
                                        </p:tav>
                                      </p:tavLst>
                                    </p:anim>
                                  </p:childTnLst>
                                </p:cTn>
                              </p:par>
                            </p:childTnLst>
                          </p:cTn>
                        </p:par>
                        <p:par>
                          <p:cTn id="25" fill="hold">
                            <p:stCondLst>
                              <p:cond delay="1500"/>
                            </p:stCondLst>
                            <p:childTnLst>
                              <p:par>
                                <p:cTn id="26" presetID="53" presetClass="entr" presetSubtype="0" fill="hold" nodeType="afterEffect">
                                  <p:childTnLst>
                                    <p:set>
                                      <p:cBhvr>
                                        <p:cTn id="27" dur="1" fill="hold">
                                          <p:stCondLst>
                                            <p:cond delay="0"/>
                                          </p:stCondLst>
                                        </p:cTn>
                                        <p:tgtEl>
                                          <p:spTgt spid="29"/>
                                        </p:tgtEl>
                                        <p:attrNameLst>
                                          <p:attrName>style.visibility</p:attrName>
                                        </p:attrNameLst>
                                      </p:cBhvr>
                                      <p:to>
                                        <p:strVal val="visible"/>
                                      </p:to>
                                    </p:set>
                                    <p:anim calcmode="lin" valueType="num">
                                      <p:cBhvr>
                                        <p:cTn id="28" dur="500" fill="hold"/>
                                        <p:tgtEl>
                                          <p:spTgt spid="29"/>
                                        </p:tgtEl>
                                        <p:attrNameLst>
                                          <p:attrName>ppt_w</p:attrName>
                                        </p:attrNameLst>
                                      </p:cBhvr>
                                      <p:tavLst>
                                        <p:tav tm="0">
                                          <p:val>
                                            <p:fltVal val="0"/>
                                          </p:val>
                                        </p:tav>
                                        <p:tav tm="100000">
                                          <p:val>
                                            <p:strVal val="#ppt_w"/>
                                          </p:val>
                                        </p:tav>
                                      </p:tavLst>
                                    </p:anim>
                                    <p:anim calcmode="lin" valueType="num">
                                      <p:cBhvr>
                                        <p:cTn id="29" dur="500" fill="hold"/>
                                        <p:tgtEl>
                                          <p:spTgt spid="29"/>
                                        </p:tgtEl>
                                        <p:attrNameLst>
                                          <p:attrName>ppt_h</p:attrName>
                                        </p:attrNameLst>
                                      </p:cBhvr>
                                      <p:tavLst>
                                        <p:tav tm="0">
                                          <p:val>
                                            <p:fltVal val="0"/>
                                          </p:val>
                                        </p:tav>
                                        <p:tav tm="100000">
                                          <p:val>
                                            <p:strVal val="#ppt_h"/>
                                          </p:val>
                                        </p:tav>
                                      </p:tavLst>
                                    </p:anim>
                                    <p:animEffect transition="in" filter="fade">
                                      <p:cBhvr>
                                        <p:cTn id="30" dur="500"/>
                                        <p:tgtEl>
                                          <p:spTgt spid="29"/>
                                        </p:tgtEl>
                                      </p:cBhvr>
                                    </p:animEffect>
                                    <p:anim calcmode="lin" valueType="num">
                                      <p:cBhvr>
                                        <p:cTn id="31" dur="500" fill="hold"/>
                                        <p:tgtEl>
                                          <p:spTgt spid="29"/>
                                        </p:tgtEl>
                                        <p:attrNameLst>
                                          <p:attrName>ppt_x</p:attrName>
                                        </p:attrNameLst>
                                      </p:cBhvr>
                                      <p:tavLst>
                                        <p:tav tm="0">
                                          <p:val>
                                            <p:fltVal val="0.5"/>
                                          </p:val>
                                        </p:tav>
                                        <p:tav tm="100000">
                                          <p:val>
                                            <p:strVal val="#ppt_x"/>
                                          </p:val>
                                        </p:tav>
                                      </p:tavLst>
                                    </p:anim>
                                    <p:anim calcmode="lin" valueType="num">
                                      <p:cBhvr>
                                        <p:cTn id="32" dur="500" fill="hold"/>
                                        <p:tgtEl>
                                          <p:spTgt spid="29"/>
                                        </p:tgtEl>
                                        <p:attrNameLst>
                                          <p:attrName>ppt_y</p:attrName>
                                        </p:attrNameLst>
                                      </p:cBhvr>
                                      <p:tavLst>
                                        <p:tav tm="0">
                                          <p:val>
                                            <p:fltVal val="0.5"/>
                                          </p:val>
                                        </p:tav>
                                        <p:tav tm="100000">
                                          <p:val>
                                            <p:strVal val="#ppt_y"/>
                                          </p:val>
                                        </p:tav>
                                      </p:tavLst>
                                    </p:anim>
                                  </p:childTnLst>
                                </p:cTn>
                              </p:par>
                            </p:childTnLst>
                          </p:cTn>
                        </p:par>
                        <p:par>
                          <p:cTn id="33" fill="hold">
                            <p:stCondLst>
                              <p:cond delay="2000"/>
                            </p:stCondLst>
                            <p:childTnLst>
                              <p:par>
                                <p:cTn id="34" presetID="53" presetClass="entr" presetSubtype="0" fill="hold" nodeType="afterEffect">
                                  <p:childTnLst>
                                    <p:set>
                                      <p:cBhvr>
                                        <p:cTn id="35" dur="1" fill="hold">
                                          <p:stCondLst>
                                            <p:cond delay="0"/>
                                          </p:stCondLst>
                                        </p:cTn>
                                        <p:tgtEl>
                                          <p:spTgt spid="32"/>
                                        </p:tgtEl>
                                        <p:attrNameLst>
                                          <p:attrName>style.visibility</p:attrName>
                                        </p:attrNameLst>
                                      </p:cBhvr>
                                      <p:to>
                                        <p:strVal val="visible"/>
                                      </p:to>
                                    </p:set>
                                    <p:anim calcmode="lin" valueType="num">
                                      <p:cBhvr>
                                        <p:cTn id="36" dur="500" fill="hold"/>
                                        <p:tgtEl>
                                          <p:spTgt spid="32"/>
                                        </p:tgtEl>
                                        <p:attrNameLst>
                                          <p:attrName>ppt_w</p:attrName>
                                        </p:attrNameLst>
                                      </p:cBhvr>
                                      <p:tavLst>
                                        <p:tav tm="0">
                                          <p:val>
                                            <p:fltVal val="0"/>
                                          </p:val>
                                        </p:tav>
                                        <p:tav tm="100000">
                                          <p:val>
                                            <p:strVal val="#ppt_w"/>
                                          </p:val>
                                        </p:tav>
                                      </p:tavLst>
                                    </p:anim>
                                    <p:anim calcmode="lin" valueType="num">
                                      <p:cBhvr>
                                        <p:cTn id="37" dur="500" fill="hold"/>
                                        <p:tgtEl>
                                          <p:spTgt spid="32"/>
                                        </p:tgtEl>
                                        <p:attrNameLst>
                                          <p:attrName>ppt_h</p:attrName>
                                        </p:attrNameLst>
                                      </p:cBhvr>
                                      <p:tavLst>
                                        <p:tav tm="0">
                                          <p:val>
                                            <p:fltVal val="0"/>
                                          </p:val>
                                        </p:tav>
                                        <p:tav tm="100000">
                                          <p:val>
                                            <p:strVal val="#ppt_h"/>
                                          </p:val>
                                        </p:tav>
                                      </p:tavLst>
                                    </p:anim>
                                    <p:animEffect transition="in" filter="fade">
                                      <p:cBhvr>
                                        <p:cTn id="38" dur="500"/>
                                        <p:tgtEl>
                                          <p:spTgt spid="32"/>
                                        </p:tgtEl>
                                      </p:cBhvr>
                                    </p:animEffect>
                                    <p:anim calcmode="lin" valueType="num">
                                      <p:cBhvr>
                                        <p:cTn id="39" dur="500" fill="hold"/>
                                        <p:tgtEl>
                                          <p:spTgt spid="32"/>
                                        </p:tgtEl>
                                        <p:attrNameLst>
                                          <p:attrName>ppt_x</p:attrName>
                                        </p:attrNameLst>
                                      </p:cBhvr>
                                      <p:tavLst>
                                        <p:tav tm="0">
                                          <p:val>
                                            <p:fltVal val="0.5"/>
                                          </p:val>
                                        </p:tav>
                                        <p:tav tm="100000">
                                          <p:val>
                                            <p:strVal val="#ppt_x"/>
                                          </p:val>
                                        </p:tav>
                                      </p:tavLst>
                                    </p:anim>
                                    <p:anim calcmode="lin" valueType="num">
                                      <p:cBhvr>
                                        <p:cTn id="40" dur="500" fill="hold"/>
                                        <p:tgtEl>
                                          <p:spTgt spid="32"/>
                                        </p:tgtEl>
                                        <p:attrNameLst>
                                          <p:attrName>ppt_y</p:attrName>
                                        </p:attrNameLst>
                                      </p:cBhvr>
                                      <p:tavLst>
                                        <p:tav tm="0">
                                          <p:val>
                                            <p:fltVal val="0.5"/>
                                          </p:val>
                                        </p:tav>
                                        <p:tav tm="100000">
                                          <p:val>
                                            <p:strVal val="#ppt_y"/>
                                          </p:val>
                                        </p:tav>
                                      </p:tavLst>
                                    </p:anim>
                                  </p:childTnLst>
                                </p:cTn>
                              </p:par>
                            </p:childTnLst>
                          </p:cTn>
                        </p:par>
                        <p:par>
                          <p:cTn id="41" fill="hold">
                            <p:stCondLst>
                              <p:cond delay="2500"/>
                            </p:stCondLst>
                            <p:childTnLst>
                              <p:par>
                                <p:cTn id="42" presetID="53" presetClass="entr" presetSubtype="0" fill="hold" nodeType="afterEffect">
                                  <p:childTnLst>
                                    <p:set>
                                      <p:cBhvr>
                                        <p:cTn id="43" dur="1" fill="hold">
                                          <p:stCondLst>
                                            <p:cond delay="0"/>
                                          </p:stCondLst>
                                        </p:cTn>
                                        <p:tgtEl>
                                          <p:spTgt spid="38"/>
                                        </p:tgtEl>
                                        <p:attrNameLst>
                                          <p:attrName>style.visibility</p:attrName>
                                        </p:attrNameLst>
                                      </p:cBhvr>
                                      <p:to>
                                        <p:strVal val="visible"/>
                                      </p:to>
                                    </p:set>
                                    <p:anim calcmode="lin" valueType="num">
                                      <p:cBhvr>
                                        <p:cTn id="44" dur="500" fill="hold"/>
                                        <p:tgtEl>
                                          <p:spTgt spid="38"/>
                                        </p:tgtEl>
                                        <p:attrNameLst>
                                          <p:attrName>ppt_w</p:attrName>
                                        </p:attrNameLst>
                                      </p:cBhvr>
                                      <p:tavLst>
                                        <p:tav tm="0">
                                          <p:val>
                                            <p:fltVal val="0"/>
                                          </p:val>
                                        </p:tav>
                                        <p:tav tm="100000">
                                          <p:val>
                                            <p:strVal val="#ppt_w"/>
                                          </p:val>
                                        </p:tav>
                                      </p:tavLst>
                                    </p:anim>
                                    <p:anim calcmode="lin" valueType="num">
                                      <p:cBhvr>
                                        <p:cTn id="45" dur="500" fill="hold"/>
                                        <p:tgtEl>
                                          <p:spTgt spid="38"/>
                                        </p:tgtEl>
                                        <p:attrNameLst>
                                          <p:attrName>ppt_h</p:attrName>
                                        </p:attrNameLst>
                                      </p:cBhvr>
                                      <p:tavLst>
                                        <p:tav tm="0">
                                          <p:val>
                                            <p:fltVal val="0"/>
                                          </p:val>
                                        </p:tav>
                                        <p:tav tm="100000">
                                          <p:val>
                                            <p:strVal val="#ppt_h"/>
                                          </p:val>
                                        </p:tav>
                                      </p:tavLst>
                                    </p:anim>
                                    <p:animEffect transition="in" filter="fade">
                                      <p:cBhvr>
                                        <p:cTn id="46" dur="500"/>
                                        <p:tgtEl>
                                          <p:spTgt spid="38"/>
                                        </p:tgtEl>
                                      </p:cBhvr>
                                    </p:animEffect>
                                    <p:anim calcmode="lin" valueType="num">
                                      <p:cBhvr>
                                        <p:cTn id="47" dur="500" fill="hold"/>
                                        <p:tgtEl>
                                          <p:spTgt spid="38"/>
                                        </p:tgtEl>
                                        <p:attrNameLst>
                                          <p:attrName>ppt_x</p:attrName>
                                        </p:attrNameLst>
                                      </p:cBhvr>
                                      <p:tavLst>
                                        <p:tav tm="0">
                                          <p:val>
                                            <p:fltVal val="0.5"/>
                                          </p:val>
                                        </p:tav>
                                        <p:tav tm="100000">
                                          <p:val>
                                            <p:strVal val="#ppt_x"/>
                                          </p:val>
                                        </p:tav>
                                      </p:tavLst>
                                    </p:anim>
                                    <p:anim calcmode="lin" valueType="num">
                                      <p:cBhvr>
                                        <p:cTn id="48" dur="500" fill="hold"/>
                                        <p:tgtEl>
                                          <p:spTgt spid="38"/>
                                        </p:tgtEl>
                                        <p:attrNameLst>
                                          <p:attrName>ppt_y</p:attrName>
                                        </p:attrNameLst>
                                      </p:cBhvr>
                                      <p:tavLst>
                                        <p:tav tm="0">
                                          <p:val>
                                            <p:fltVal val="0.5"/>
                                          </p:val>
                                        </p:tav>
                                        <p:tav tm="100000">
                                          <p:val>
                                            <p:strVal val="#ppt_y"/>
                                          </p:val>
                                        </p:tav>
                                      </p:tavLst>
                                    </p:anim>
                                  </p:childTnLst>
                                </p:cTn>
                              </p:par>
                            </p:childTnLst>
                          </p:cTn>
                        </p:par>
                        <p:par>
                          <p:cTn id="49" fill="hold">
                            <p:stCondLst>
                              <p:cond delay="3000"/>
                            </p:stCondLst>
                            <p:childTnLst>
                              <p:par>
                                <p:cTn id="50" presetID="53" presetClass="entr" presetSubtype="0" fill="hold" nodeType="afterEffect">
                                  <p:childTnLst>
                                    <p:set>
                                      <p:cBhvr>
                                        <p:cTn id="51" dur="1" fill="hold">
                                          <p:stCondLst>
                                            <p:cond delay="0"/>
                                          </p:stCondLst>
                                        </p:cTn>
                                        <p:tgtEl>
                                          <p:spTgt spid="35"/>
                                        </p:tgtEl>
                                        <p:attrNameLst>
                                          <p:attrName>style.visibility</p:attrName>
                                        </p:attrNameLst>
                                      </p:cBhvr>
                                      <p:to>
                                        <p:strVal val="visible"/>
                                      </p:to>
                                    </p:set>
                                    <p:anim calcmode="lin" valueType="num">
                                      <p:cBhvr>
                                        <p:cTn id="52" dur="500" fill="hold"/>
                                        <p:tgtEl>
                                          <p:spTgt spid="35"/>
                                        </p:tgtEl>
                                        <p:attrNameLst>
                                          <p:attrName>ppt_w</p:attrName>
                                        </p:attrNameLst>
                                      </p:cBhvr>
                                      <p:tavLst>
                                        <p:tav tm="0">
                                          <p:val>
                                            <p:fltVal val="0"/>
                                          </p:val>
                                        </p:tav>
                                        <p:tav tm="100000">
                                          <p:val>
                                            <p:strVal val="#ppt_w"/>
                                          </p:val>
                                        </p:tav>
                                      </p:tavLst>
                                    </p:anim>
                                    <p:anim calcmode="lin" valueType="num">
                                      <p:cBhvr>
                                        <p:cTn id="53" dur="500" fill="hold"/>
                                        <p:tgtEl>
                                          <p:spTgt spid="35"/>
                                        </p:tgtEl>
                                        <p:attrNameLst>
                                          <p:attrName>ppt_h</p:attrName>
                                        </p:attrNameLst>
                                      </p:cBhvr>
                                      <p:tavLst>
                                        <p:tav tm="0">
                                          <p:val>
                                            <p:fltVal val="0"/>
                                          </p:val>
                                        </p:tav>
                                        <p:tav tm="100000">
                                          <p:val>
                                            <p:strVal val="#ppt_h"/>
                                          </p:val>
                                        </p:tav>
                                      </p:tavLst>
                                    </p:anim>
                                    <p:animEffect transition="in" filter="fade">
                                      <p:cBhvr>
                                        <p:cTn id="54" dur="500"/>
                                        <p:tgtEl>
                                          <p:spTgt spid="35"/>
                                        </p:tgtEl>
                                      </p:cBhvr>
                                    </p:animEffect>
                                    <p:anim calcmode="lin" valueType="num">
                                      <p:cBhvr>
                                        <p:cTn id="55" dur="500" fill="hold"/>
                                        <p:tgtEl>
                                          <p:spTgt spid="35"/>
                                        </p:tgtEl>
                                        <p:attrNameLst>
                                          <p:attrName>ppt_x</p:attrName>
                                        </p:attrNameLst>
                                      </p:cBhvr>
                                      <p:tavLst>
                                        <p:tav tm="0">
                                          <p:val>
                                            <p:fltVal val="0.5"/>
                                          </p:val>
                                        </p:tav>
                                        <p:tav tm="100000">
                                          <p:val>
                                            <p:strVal val="#ppt_x"/>
                                          </p:val>
                                        </p:tav>
                                      </p:tavLst>
                                    </p:anim>
                                    <p:anim calcmode="lin" valueType="num">
                                      <p:cBhvr>
                                        <p:cTn id="56" dur="500" fill="hold"/>
                                        <p:tgtEl>
                                          <p:spTgt spid="35"/>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nvSpPr>
        <p:spPr>
          <a:xfrm>
            <a:off x="2242517" y="2946258"/>
            <a:ext cx="596900" cy="656791"/>
          </a:xfrm>
          <a:custGeom>
            <a:avLst/>
            <a:gdLst>
              <a:gd name="connsiteX0" fmla="*/ 0 w 561975"/>
              <a:gd name="connsiteY0" fmla="*/ 0 h 547688"/>
              <a:gd name="connsiteX1" fmla="*/ 552450 w 561975"/>
              <a:gd name="connsiteY1" fmla="*/ 547688 h 547688"/>
              <a:gd name="connsiteX2" fmla="*/ 561975 w 561975"/>
              <a:gd name="connsiteY2" fmla="*/ 0 h 547688"/>
              <a:gd name="connsiteX3" fmla="*/ 0 w 561975"/>
              <a:gd name="connsiteY3" fmla="*/ 0 h 547688"/>
              <a:gd name="connsiteX0" fmla="*/ 0 w 576263"/>
              <a:gd name="connsiteY0" fmla="*/ 0 h 547688"/>
              <a:gd name="connsiteX1" fmla="*/ 566738 w 576263"/>
              <a:gd name="connsiteY1" fmla="*/ 547688 h 547688"/>
              <a:gd name="connsiteX2" fmla="*/ 576263 w 576263"/>
              <a:gd name="connsiteY2" fmla="*/ 0 h 547688"/>
              <a:gd name="connsiteX3" fmla="*/ 0 w 576263"/>
              <a:gd name="connsiteY3" fmla="*/ 0 h 547688"/>
              <a:gd name="connsiteX0" fmla="*/ 0 w 576263"/>
              <a:gd name="connsiteY0" fmla="*/ 0 h 571500"/>
              <a:gd name="connsiteX1" fmla="*/ 566738 w 576263"/>
              <a:gd name="connsiteY1" fmla="*/ 571500 h 571500"/>
              <a:gd name="connsiteX2" fmla="*/ 576263 w 576263"/>
              <a:gd name="connsiteY2" fmla="*/ 0 h 571500"/>
              <a:gd name="connsiteX3" fmla="*/ 0 w 576263"/>
              <a:gd name="connsiteY3" fmla="*/ 0 h 571500"/>
              <a:gd name="connsiteX0" fmla="*/ 0 w 576263"/>
              <a:gd name="connsiteY0" fmla="*/ 0 h 576263"/>
              <a:gd name="connsiteX1" fmla="*/ 571335 w 576263"/>
              <a:gd name="connsiteY1" fmla="*/ 576263 h 576263"/>
              <a:gd name="connsiteX2" fmla="*/ 576263 w 576263"/>
              <a:gd name="connsiteY2" fmla="*/ 0 h 576263"/>
              <a:gd name="connsiteX3" fmla="*/ 0 w 576263"/>
              <a:gd name="connsiteY3" fmla="*/ 0 h 576263"/>
              <a:gd name="connsiteX0" fmla="*/ 0 w 576448"/>
              <a:gd name="connsiteY0" fmla="*/ 0 h 576263"/>
              <a:gd name="connsiteX1" fmla="*/ 575933 w 576448"/>
              <a:gd name="connsiteY1" fmla="*/ 576263 h 576263"/>
              <a:gd name="connsiteX2" fmla="*/ 576263 w 576448"/>
              <a:gd name="connsiteY2" fmla="*/ 0 h 576263"/>
              <a:gd name="connsiteX3" fmla="*/ 0 w 576448"/>
              <a:gd name="connsiteY3" fmla="*/ 0 h 576263"/>
            </a:gdLst>
            <a:ahLst/>
            <a:cxnLst>
              <a:cxn ang="0">
                <a:pos x="connsiteX0" y="connsiteY0"/>
              </a:cxn>
              <a:cxn ang="0">
                <a:pos x="connsiteX1" y="connsiteY1"/>
              </a:cxn>
              <a:cxn ang="0">
                <a:pos x="connsiteX2" y="connsiteY2"/>
              </a:cxn>
              <a:cxn ang="0">
                <a:pos x="connsiteX3" y="connsiteY3"/>
              </a:cxn>
            </a:cxnLst>
            <a:rect l="l" t="t" r="r" b="b"/>
            <a:pathLst>
              <a:path w="576448" h="576263">
                <a:moveTo>
                  <a:pt x="0" y="0"/>
                </a:moveTo>
                <a:lnTo>
                  <a:pt x="575933" y="576263"/>
                </a:lnTo>
                <a:cubicBezTo>
                  <a:pt x="577576" y="384175"/>
                  <a:pt x="574620" y="192088"/>
                  <a:pt x="576263" y="0"/>
                </a:cubicBezTo>
                <a:lnTo>
                  <a:pt x="0" y="0"/>
                </a:lnTo>
                <a:close/>
              </a:path>
            </a:pathLst>
          </a:custGeom>
          <a:solidFill>
            <a:srgbClr val="61942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4" name="矩形 3"/>
          <p:cNvSpPr/>
          <p:nvPr/>
        </p:nvSpPr>
        <p:spPr>
          <a:xfrm>
            <a:off x="2832100" y="2949865"/>
            <a:ext cx="9359900" cy="65722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0" rIns="180000" bIns="0" anchor="ctr"/>
          <a:lstStyle/>
          <a:p>
            <a:pPr algn="ctr">
              <a:defRPr/>
            </a:pPr>
            <a:r>
              <a:rPr lang="en-US" altLang="zh-CN" sz="280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eiryo" panose="020B0604030504040204" pitchFamily="34" charset="-128"/>
              </a:rPr>
              <a:t>www.ypppt.com</a:t>
            </a:r>
            <a:endParaRPr lang="zh-CN" altLang="en-US" sz="2800" dirty="0">
              <a:solidFill>
                <a:srgbClr val="CEEAB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eiryo" panose="020B0604030504040204" pitchFamily="34" charset="-128"/>
            </a:endParaRPr>
          </a:p>
        </p:txBody>
      </p:sp>
      <p:sp>
        <p:nvSpPr>
          <p:cNvPr id="7" name="矩形 6"/>
          <p:cNvSpPr/>
          <p:nvPr/>
        </p:nvSpPr>
        <p:spPr>
          <a:xfrm>
            <a:off x="1" y="2182092"/>
            <a:ext cx="9312276" cy="77527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zh-CN" altLang="en-US" sz="3200" spc="200" dirty="0">
                <a:solidFill>
                  <a:srgbClr val="FFFFFF"/>
                </a:solidFill>
                <a:effectLst>
                  <a:outerShdw blurRad="50800" dist="38100" algn="l" rotWithShape="0">
                    <a:prstClr val="black">
                      <a:alpha val="40000"/>
                    </a:prstClr>
                  </a:outerShdw>
                </a:effectLst>
                <a:latin typeface="微软雅黑" panose="020B0503020204020204" pitchFamily="34" charset="-122"/>
                <a:ea typeface="微软雅黑" panose="020B0503020204020204" pitchFamily="34" charset="-122"/>
              </a:rPr>
              <a:t>                   </a:t>
            </a:r>
            <a:r>
              <a:rPr lang="zh-CN" altLang="en-US" sz="2800" spc="20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更多精品</a:t>
            </a:r>
            <a:r>
              <a:rPr lang="en-US" altLang="zh-CN" sz="2800" spc="20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PPT</a:t>
            </a:r>
            <a:r>
              <a:rPr lang="zh-CN" altLang="en-US" sz="2800" spc="20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资源尽在</a:t>
            </a:r>
            <a:r>
              <a:rPr lang="en-US" altLang="zh-CN" sz="2800" spc="20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800" spc="20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优品</a:t>
            </a:r>
            <a:r>
              <a:rPr lang="en-US" altLang="zh-CN" sz="2800" spc="20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PPT</a:t>
            </a:r>
            <a:r>
              <a:rPr lang="zh-CN" altLang="en-US" sz="2800" spc="20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p>
        </p:txBody>
      </p:sp>
      <p:sp>
        <p:nvSpPr>
          <p:cNvPr id="6" name="直角三角形 5"/>
          <p:cNvSpPr/>
          <p:nvPr/>
        </p:nvSpPr>
        <p:spPr>
          <a:xfrm>
            <a:off x="9312275" y="2178052"/>
            <a:ext cx="853701" cy="779317"/>
          </a:xfrm>
          <a:prstGeom prst="rtTriangle">
            <a:avLst/>
          </a:prstGeom>
          <a:solidFill>
            <a:srgbClr val="007C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12" name="矩形 11"/>
          <p:cNvSpPr/>
          <p:nvPr/>
        </p:nvSpPr>
        <p:spPr>
          <a:xfrm>
            <a:off x="2581830" y="3921022"/>
            <a:ext cx="6906409" cy="1692771"/>
          </a:xfrm>
          <a:prstGeom prst="rect">
            <a:avLst/>
          </a:prstGeom>
          <a:noFill/>
          <a:ln w="25400" cap="flat" cmpd="sng" algn="ctr">
            <a:noFill/>
            <a:prstDash val="solid"/>
          </a:ln>
          <a:effectLst/>
        </p:spPr>
        <p:txBody>
          <a:bodyPr rtlCol="0" anchor="ctr"/>
          <a:lstStyle/>
          <a:p>
            <a:pPr>
              <a:lnSpc>
                <a:spcPts val="2400"/>
              </a:lnSpc>
            </a:pPr>
            <a:r>
              <a:rPr lang="en-US" altLang="zh-CN" sz="1200" kern="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200" kern="0" dirty="0">
                <a:solidFill>
                  <a:srgbClr val="EEECE1">
                    <a:lumMod val="25000"/>
                  </a:srgbClr>
                </a:solidFill>
                <a:latin typeface="微软雅黑" panose="020B0503020204020204" pitchFamily="34" charset="-122"/>
                <a:ea typeface="微软雅黑" panose="020B0503020204020204" pitchFamily="34" charset="-122"/>
              </a:rPr>
              <a:t>模板下载：</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hlinkClick r:id="rId3"/>
              </a:rPr>
              <a:t>www.ypppt.com/moban/</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rPr>
              <a:t>         </a:t>
            </a:r>
            <a:r>
              <a:rPr lang="zh-CN" altLang="en-US" sz="1200" kern="0" dirty="0">
                <a:solidFill>
                  <a:srgbClr val="EEECE1">
                    <a:lumMod val="25000"/>
                  </a:srgbClr>
                </a:solidFill>
                <a:latin typeface="微软雅黑" panose="020B0503020204020204" pitchFamily="34" charset="-122"/>
                <a:ea typeface="微软雅黑" panose="020B0503020204020204" pitchFamily="34" charset="-122"/>
              </a:rPr>
              <a:t>节日</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200" kern="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hlinkClick r:id="rId4"/>
              </a:rPr>
              <a:t>www.ypppt.com/jieri/</a:t>
            </a:r>
            <a:endParaRPr lang="en-US" altLang="zh-CN" sz="1200" kern="0" dirty="0">
              <a:solidFill>
                <a:srgbClr val="EEECE1">
                  <a:lumMod val="25000"/>
                </a:srgbClr>
              </a:solidFill>
              <a:latin typeface="微软雅黑" panose="020B0503020204020204" pitchFamily="34" charset="-122"/>
              <a:ea typeface="微软雅黑" panose="020B0503020204020204" pitchFamily="34" charset="-122"/>
            </a:endParaRPr>
          </a:p>
          <a:p>
            <a:pPr>
              <a:lnSpc>
                <a:spcPts val="2400"/>
              </a:lnSpc>
            </a:pPr>
            <a:r>
              <a:rPr lang="en-US" altLang="zh-CN" sz="1200" kern="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200" kern="0" dirty="0">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hlinkClick r:id="rId5"/>
              </a:rPr>
              <a:t>www.ypppt.com/beijing/</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200" kern="0" dirty="0">
                <a:solidFill>
                  <a:srgbClr val="EEECE1">
                    <a:lumMod val="25000"/>
                  </a:srgbClr>
                </a:solidFill>
                <a:latin typeface="微软雅黑" panose="020B0503020204020204" pitchFamily="34" charset="-122"/>
                <a:ea typeface="微软雅黑" panose="020B0503020204020204" pitchFamily="34" charset="-122"/>
              </a:rPr>
              <a:t>图表下载：</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hlinkClick r:id="rId6"/>
              </a:rPr>
              <a:t>www.ypppt.com/tubiao/</a:t>
            </a:r>
            <a:endParaRPr lang="en-US" altLang="zh-CN" sz="1200" kern="0" dirty="0">
              <a:solidFill>
                <a:srgbClr val="EEECE1">
                  <a:lumMod val="25000"/>
                </a:srgbClr>
              </a:solidFill>
              <a:latin typeface="微软雅黑" panose="020B0503020204020204" pitchFamily="34" charset="-122"/>
              <a:ea typeface="微软雅黑" panose="020B0503020204020204" pitchFamily="34" charset="-122"/>
            </a:endParaRPr>
          </a:p>
          <a:p>
            <a:pPr>
              <a:lnSpc>
                <a:spcPts val="2400"/>
              </a:lnSpc>
            </a:pPr>
            <a:r>
              <a:rPr lang="en-US" altLang="zh-CN" sz="1200" kern="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200" kern="0" dirty="0">
                <a:solidFill>
                  <a:srgbClr val="EEECE1">
                    <a:lumMod val="25000"/>
                  </a:srgbClr>
                </a:solidFill>
                <a:latin typeface="微软雅黑" panose="020B0503020204020204" pitchFamily="34" charset="-122"/>
                <a:ea typeface="微软雅黑" panose="020B0503020204020204" pitchFamily="34" charset="-122"/>
              </a:rPr>
              <a:t>素材下载：</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rPr>
              <a:t> </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hlinkClick r:id="rId7"/>
              </a:rPr>
              <a:t>www.ypppt.com/sucai/</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200" kern="0" dirty="0">
                <a:solidFill>
                  <a:srgbClr val="EEECE1">
                    <a:lumMod val="25000"/>
                  </a:srgbClr>
                </a:solidFill>
                <a:latin typeface="微软雅黑" panose="020B0503020204020204" pitchFamily="34" charset="-122"/>
                <a:ea typeface="微软雅黑" panose="020B0503020204020204" pitchFamily="34" charset="-122"/>
              </a:rPr>
              <a:t>教程下载：</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hlinkClick r:id="rId8"/>
              </a:rPr>
              <a:t>www.ypppt.com/jiaocheng/</a:t>
            </a:r>
            <a:endParaRPr lang="en-US" altLang="zh-CN" sz="1200" kern="0" dirty="0">
              <a:solidFill>
                <a:srgbClr val="EEECE1">
                  <a:lumMod val="25000"/>
                </a:srgbClr>
              </a:solidFill>
              <a:latin typeface="微软雅黑" panose="020B0503020204020204" pitchFamily="34" charset="-122"/>
              <a:ea typeface="微软雅黑" panose="020B0503020204020204" pitchFamily="34" charset="-122"/>
            </a:endParaRPr>
          </a:p>
          <a:p>
            <a:pPr>
              <a:lnSpc>
                <a:spcPts val="2400"/>
              </a:lnSpc>
            </a:pPr>
            <a:r>
              <a:rPr lang="zh-CN" altLang="en-US" sz="1200" kern="0" dirty="0">
                <a:solidFill>
                  <a:srgbClr val="EEECE1">
                    <a:lumMod val="25000"/>
                  </a:srgbClr>
                </a:solidFill>
                <a:latin typeface="微软雅黑" panose="020B0503020204020204" pitchFamily="34" charset="-122"/>
                <a:ea typeface="微软雅黑" panose="020B0503020204020204" pitchFamily="34" charset="-122"/>
              </a:rPr>
              <a:t>字体下载：</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hlinkClick r:id="rId9"/>
              </a:rPr>
              <a:t>http://www.ypppt.com/ziti/</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rPr>
              <a:t>            </a:t>
            </a:r>
            <a:r>
              <a:rPr lang="zh-CN" altLang="en-US" sz="1200" kern="0" dirty="0">
                <a:solidFill>
                  <a:srgbClr val="EEECE1">
                    <a:lumMod val="25000"/>
                  </a:srgbClr>
                </a:solidFill>
                <a:latin typeface="微软雅黑" panose="020B0503020204020204" pitchFamily="34" charset="-122"/>
                <a:ea typeface="微软雅黑" panose="020B0503020204020204" pitchFamily="34" charset="-122"/>
              </a:rPr>
              <a:t>绘本故事</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200" kern="0" dirty="0">
                <a:solidFill>
                  <a:srgbClr val="EEECE1">
                    <a:lumMod val="25000"/>
                  </a:srgbClr>
                </a:solidFill>
                <a:latin typeface="微软雅黑" panose="020B0503020204020204" pitchFamily="34" charset="-122"/>
                <a:ea typeface="微软雅黑" panose="020B0503020204020204" pitchFamily="34" charset="-122"/>
              </a:rPr>
              <a:t>：</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hlinkClick r:id="rId10"/>
              </a:rPr>
              <a:t>http://www.ypppt.com/gushi/</a:t>
            </a:r>
            <a:endParaRPr lang="en-US" altLang="zh-CN" sz="1200" kern="0" dirty="0">
              <a:solidFill>
                <a:srgbClr val="EEECE1">
                  <a:lumMod val="25000"/>
                </a:srgb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6459939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16.09.30"/>
  <p:tag name="AS_TITLE" val="Aspose.Slides for .NET 2.0"/>
  <p:tag name="AS_VERSION" val="16.9.0.0"/>
  <p:tag name="ISPRING_PLAYERS_CUSTOMIZATION" val="UEsDBBQAAgAIAGhjzkgVDq0oZAQAAAcRAAAdAAAAdW5pdmVyc2FsL2NvbW1vbl9tZXNzYWdlcy5sbmetWG1v2zYQ/l6g/4EQUGADtrQd0KIYEge0xNhEZMmV6DjZCwRGYmwilJjpxW32ab9mP2y/ZEfKTuK+QFISwDZMyvfc8e6eu6MPjz/nCm1EWUldHDlvD944SBSpzmSxOnIW7OTnDw6qal5kXOlCHDmFdtDx6OWLQ8WLVcNXAr6/fIHQYS6qCpbVyKzu10hmR858nLjhbI6Di8QPJ2EyphNn5Or8hhe3yNcr/Uf5wy/vP3x+++79j4evt5J9gOIZ9v19KGSR3r3pARSwKPQTQCN+EpBz5ozM5zC5cMF8GhBntP0yTHoekTNnZD475RZRRAKWxD71SELjJAiZ9YVPGPGc0YVu0JpvBKo12kjxCdVrAZGsZSlQpWRmH6QaNopGdCnzwhmmQRKRmEXUZTQMnFGsy/L2JwvLm3qtS1BXoUxW/FKJzOqEnLHPb0pRgWpeQ04heNVrCb/UOZfFQafqCC9pMElYGPpxQgJvt+OMSJEhr+RGzUCUCMckAoCSV6J8hGxis8yKI6zUMIQpnUx9eDNjwlSu1gre9VA75gRiMBdFlxTkCIkgu+J4GUaecRqoQhzd8Kr6pMtsLz8eBqoLmAZuCCnosgfgzGDsgCHGEipHWYq07gKbkTjGE5KMw3NIZOBdOEQiPAW6nQ6RuCAxUITEXTIBPqMTbBLeUGyX/zt+pdyks7pFPE1BzrhvI3VTwY5xKbDAMq06GKYmJh8XEDaK/e/QuEUF79rVSm4E2FFmouxUBJXFJZ7Joo8L+ltygqlPvATSyguXCbMlz2jM+S0qdI14tuFFKtClSHkDuX4LzzKZ2Wcmzlb/X438G/F6W1VebQtS4JHzV0Pt2ath3zCrqcCmuhb5Td2l2jhsa/5jrDA5/V0T+hz9cfpjlwQ4ouHzRKaSeaPaqvvk+NxZNjRGnUY80VP9o/XclsRtbR1TKFhjqftLEOimpn9AA1T9pWhwAormbYmGGk6LqwE6g3ALEGj0WIwzcNWeCWfgwgHySzKOKYPZaCkuK1l3jh2WjW2Avh3aFOY8JWpxT8ZLcaVhwlGCb9rpA7qQjXRnQB8MN3utglHmg8kBAK7a5AFIJXOwP+uBuZiRnQfaAr93kqVuVGbJq+S1LfLg2yYXX49NV6XO7a7i1S552yZz/BQr2sNFrdL5gPZ/x7/e8XlAv8dHKSY4cqeJiwOXmEHfcFX1FAIKGFf4LE58PDbiwIWc1+kamumVboqsJ1A7q3vkBAPY9syx4GW6/u+ff3tifGFJu4u2u78OAgFimypI7sB+D3Qtqj+7QBge78vZRR+p7d1mJ9fzqsMoZOGz3CF421pyncPWQbdeSPJt0DBj2J3OgAexTXvdlDC6DUGY4egUapmdwp3RjJfXUAiZ1moQinW1ScB6mPb762VTK1mIIbJPayXmwIzOE+x59q4N5FMyvW57ZgY3inR76VZw6e4L5k5xAHX2CzyRyXogoG1NuyoERG/X9zTffN2p7laV/cvi8PWDfzD+B1BLAwQUAAIACABoY85ICH4LIykDAACGDAAAJwAAAHVuaXZlcnNhbC9mbGFzaF9wdWJsaXNoaW5nX3NldHRpbmdzLnhtbNVX3W7aMBS+5yksT70saTu6diihqgpo1VpAhW3tVWViQ6w6dhbbUHq1p9mD7Ul2HAMFtevSH6RNCBGfn+/8n5jw6DYVaMJyzZWM8G51ByMmY0W5HEf4y6C9fYiRNkRSIpRkEZYKo6NGJczsUHCd9JkxIKoRwEhdz0yEE2OyehBMp9Mq11nuuEpYA/i6Gqs0yHKmmTQsDzJBZvBjZhnTeI5QAgC+qZJztUalglDokc4VtYIhTsFzyV1QRLQF0QkOvNiQxDfjXFlJT5RQOcrHwwi/Ozx2n4WMh2rylEmXE90AoiObOqGUOy+I6PM7hhLGxwm4e1DDaMqpSSK8V3MoIB08RCmwfejEoZwoyIE0c/iUGUKJIf7o7Rl2a/SC4El0JknK4wFwkIs/ws3B9aerXuvi7LTz+XrQ7Z4NTnveiUInWMcJg3VDITikbB6zpZ2QGEPiBPwGnRERmoXBKmkhNlJyzTl3RkMlIPeFFrRROmS0Q1K2Uo3+DZdtkNzFaASBiFmEj3NOBEbcEMHjpbK2Q224KareXpVEgAXtydB5H9+b99mJE5JrturWgqNdzuPGN2UFRTNlkeA3DBmFIH6bwlPC0Gpx0ChXaUGF9jFICw4WJ5xNGT0qcjoH/JOhKzCRWtCEXs0EM97Cd8vv0JCNVA64jEygs4HOtcevPgs4I1rfg5KFj1v9s9Nm6/q002xdbrkACZ0QGT8THArO0sxsBJ/MkFRmoQfpiInVrCgK5bTglYmt+vIyaJ5a4cv81sVYgd5gSTZj5TmF+asHpc0mZFIMohuuAhpGkENJPCYwYlgXXFpWFjAmEikpZojEsNa0G+sJV1YDxQ+wh9Yv99DrIy6L0xhWG1jMKctLQe7s7r2v7X84OPxYrwa/fvzcflJpvvB7gjhzfuOfPLnyl2v/4TYMA7elH1/aJrf/5s7uXbS+lslrp3U5KFXSVr8UXLeMVPdzGakL/5LprbxgSrkAS2nshwzWkuApN4y+ZYu9oE1e9W73PbaZNtlgzK8Zjf8mZH9aXhPX7oVh8OjF1XFSLnkKiXArcXnbbezXduCm+SirUgG09f8OjcpvUEsDBBQAAgAIAGhjzkiQtduluAIAAFMKAAAhAAAAdW5pdmVyc2FsL2ZsYXNoX3NraW5fc2V0dGluZ3MueG1slVZtb9owEP6+X4HYd9K90kkpEqVMqtSt1Vr1u5MciYVjR7ZDx7+fz7EbGwhknCrhu+fxne+NpmpL+eLDZJLmggn5DFpTXirUeN2EFjfTrNVa8FkuuAauZ1zImrDp4uNP+0kTi7zEEjuQYzkbkkPvZm4/YyjOx7c5yhAhF3VD+P5BlGKWkXxbStHy4mJo1b4BySjfGuTVj/lqPeiAUaXvNdRRTOtrlHGURoJSgCF9X6NcZDGSAfOeruxnJKd3df71B7QdVVRb2vITyhCtISXESb5eogzjubk9rsoc5TxBw19toF8+owxCGdmDjC+/+4oyyBBN2/xPjzRSlJjQmHO+iO8cJkhhxg+jukK5SMAHoaOLVXDpsW+9C0Duazj3KY6rFOwJ83qwELDoGYOFli2kiT91NlWJt8dWm/mAxYYwZQChqgc9maCfSKv8NbGux/2BN8qLAOQUPeJVsLaGVRdvAIz1PX61urWrIozvXRcEKGHnlEGEvbJH/jZpPUIGyh75zGgBj5ztj+CHlo7jS3xLXDHPZ99YgRNz9PnyJ29FTw84uCpw7RQeU4sCFgrDeaE1YNXSxOq6kJKjmFJOdrQkmgr+C3HZ3j5GpcmBwXXa6b5KNdUMTrWbjdEs6bBe9hx3o7PG7dj9KPSP684TbXb4zZRoTfKqNj9KajpxPDMkJjHT5DQDt6SBg7znGxFwrO8hUk3kFuSLEGysGy40qLHXi260huBpEuQgTU5nOXWXnEo/b+sM5NpUjYLyWY6VHbCiZcXMn36l8AbFAWPA2lF1Ze7jhL73ZaBwTQBE5pXv2u7QWeqWacpgB372A4V98tDbUmW6dKjhlvoBNjpsOacZ1ZNuVfS9Eq+QQH8C/2rCii4+sIxoe00yZV8WTb5fwn0s0Vr22wybL1xk9ux6KbrY2I8zaJT4z+Q/UEsDBBQAAgAIAGhjzkgqlg9n/gIAAJcLAAAmAAAAdW5pdmVyc2FsL2h0bWxfcHVibGlzaGluZ19zZXR0aW5ncy54bWzNlm9PGjEYwN/zKZouvpRT56YjdxgjGIlOiLBNX5lyLVxjr721PfB8tU+zD7ZPsqdXQIiOnUaWhRDo0z6/51/7tOHRfSrQhGnDlYzwbn0HIyZjRbkcR/jL4HT7ECNjiaREKMkiLBVGR81amOVDwU3SZ9bCUoMAI00jsxFOrM0aQTCdTuvcZNrNKpFb4Jt6rNIg08wwaZkOMkEK+LFFxgyeESoA4JsqOVNr1moIhZ70WdFcMMQpeC65C4qIM5sKHPhVQxLfjbXKJT1RQmmkx8MIvzs8dp/5Gk9q8ZRJlxLTBKET2wahlDsniOjzB4YSxscJeHuwj9GUU5tEeG/fUWB18JRSsn3kxFFOFKRA2hk+ZZZQYokfenuW3VszF3gRLSRJeTyAGeTCj3BrcHt202tfXXQuz28H3e7FoNPzTpQ6wSonDFYNheCQynXMFnZCYi2JE/AbdEZEGBYGy6L5spGSK865MRoqAakvtTAagaeiiPCx5kRgxC0RPF7MWqLHzJ5yATE43d36SFr8CPTxxgnRhi0bms8Yl8W4+U3lgqJC5UjwO4asQhBRnsK/hKHldKORVmkpFcRYZASnDE04mzJ6VGZpBvyToRswkeagCZsvE8x6C99z/oCGbKQ0cBmZwFYFOTeeX38ROCPGPELJ3Met/kWn1b7tXLba11suQEInRMYvhEMJWZrZjfBJgaSycz1IR0xyw8qiUE7LuSqx1V9fBsPTXPgyv3UxltAbLMlmrLykMH/1oLLZhEzKg+gOV4mGI8ihJJ4JEzEcdy5zVhUYE4mUFAUiMTQq4471hKvcgMQfYI82r/fQ6yMuy9EYbg6wqCnTlZA7u3vv9z98PDj81KgHv3783F6rNGvhPUGcOd/DT9Y28UUjf9oNw8D1zufbsNX5v+rCvav21yqZumxfDyoVqd2vhOtWWdU9r7Lqyl8bvaUro5IL0GbG/thAoxE85ZbRt9w0ryj8+vvXb4s3KvwGo1i7ff/fIPxo8dxaeV+FwbMPwBrIVx/TzdpvUEsDBBQAAgAIAGhjzkihT/+0mQEAAB0GAAAfAAAAdW5pdmVyc2FsL2h0bWxfc2tpbl9zZXR0aW5ncy5qc42Uy27CMBBF93xF5G4rRJ/Q7lChUiUWlcqu6sIJQ4hwbMt2UlLEvzdjXrHjlHo28c3JHc9Enm0vqhdJSPQcbe2z3b+7e6sBakYVcO3qrEPPUSeaZQuYZzmwjAPxkPL46UnenYmQMeHWNK4+0FY3/IjAN0vKdBOXAQsV0HRAKwPad0DbhBL/OJUdqtpX1GhzXBgjeD8R3AA3fS5UTi1Drl7tahbowaIEdQFd0gQc06FdXeTZ8WGI0eQSkUvKq5lIRT+myTpVouCLrvyrSoKqf/h6Dwyehi9Tx45l2rwZyP3E0xFGNykVaA2HvI9TjCDMaAys4Tuw6w/UMW4X5NFlpjNzpMc3GE1a0hRaXRqNMVyM116tbg4x2pyBjdkTd7cYDsFoBaplNbnHcEAhC/mPHyiVSLEjLbTd8xPKBF1kPD2kHmAEOTws2nZ171yoPf6EOFdIeFdoFbp9edfk8MHQvTfBq6u9vLOQHQuJPJBDBDTZNYOsoXMY488R3H9GhBpDk1Vej4d6NNZtoGoNai4Eq0//demcfq7e7hdQSwMEFAACAAgAWmfOSD08L9HBAAAA5QEAABoAAAB1bml2ZXJzYWwvaTE4bl9wcmVzZXRzLnhtbJ2RsQrCMBCG9z5FuN3EbqUkdRPcHHSWmqYaaS8ll1of35SKdJGAQyD/8X0/JCd3r75jT+PJOlSQ8y0wg9o1Fm8Kzqf9pgBGocam7hwaBeiA7apM2rzAozdkArFYgaTgHsJQCjFNE7c0+NhArhtDLCauXS/i6R2K2RTDosLilvYv+zODKssYk9fRduGAVbzHtCCMvFYwOxeN3GLrQPwCGpMATKrBUAJofQJ4DAnAjytAiu+b56RHCvGjYpBitZ4qewNQSwMEFAACAAgAWmfOSFHldcZvAAAAdgAAABwAAAB1bml2ZXJzYWwvbG9jYWxfc2V0dGluZ3MueG1sDcyxDoJADIDhnadouoO6OXAwmLipg/AADVfIJb3WcI2Rt/e2f/jy9+MvC3x5L8k04KU7I7AuFpNuAefp3l4RipNGElMOqIYwDk0vtpC82b3CAh+hg/eJcw3nJ+Uqb6bO6vBSOaCFR32uiSOehuYPUEsDBBQAAgAIAESUV0cjtE77+wIAALAIAAAUAAAAdW5pdmVyc2FsL3BsYXllci54bWytVd9P2zAQfi7S/ofI79gtHQOqBMSQ0B7GhNSx7a0yiZt4TeLMdgjlr9/Zzu+lbEh7aJWc7/vufPfdxb96zlLviUnFRR6gBZ4jj+WhiHgeB+jh6+3xObq6fHfkFyndM+nxKEBlzg2ApsiLmAolLzSA76lOAtQzYGBGXiG5kFzvgfsUuNtIJ0v07mgGLrkKUKJ1sSKkqirMFSDyWIm0NCQKhyIjhWSK5ZpJ4tJAXoNd6b+j4ZeJnOh9wVQPWei3B65JWo5nxQck1RILGZOT+XxBftx9XocJy+gxz5WmeciQB5Wc2VI+0nB3J6IyZcrYZr5Lcs20NklY28zXK744zz0lwwA5h03GlKIxUzjNY0QclkyA/W1KVVLzqAGt4VU7XvNav4153zRutnOkcy7Kx5SrBI76kM46CfTJMKqf2etaBT00Cro1TMiT7FfJJYvs67dWjPMFcgFbxdk8sapCOICnWxpqIfc3AAMV1R3EbdOwaxq2oJYDt9HXHQVqbrtlVJeSNaWa+U88YuILlZIaWVxqWTKfjIw1lgzBPnFXrpvUNcRPdJae/kNvjN+oNT/Va52xgP/RmE9A1NaE5xF7vuXgo1kGNdUMim1sWBcpNjG7nFT5mPV0PTC5HOumwEU8TWXMYAwjqinp7OQQlEmqwCUs5QjbOzgITnicpPDTkwzj04M0GZW7SYbewUFwKsLdBLQ1t2Uk4zqOxNQqyCcT68QPS6VFxl+sPAd7Rq+sDl8buebouuDtwdn8j1EcxGgGc4smVpd56u2r5vDezKlWnc+mcJaBWmEemC4L59XMQlmMfCK2pWWqb/o5NfuwBx3lPDUd01zfQe+iWvMX5lU8Ml+6xdLUJGFGMwH6cL7sMUA/YbsMwlvToYhbkTd1wJjYN/dvK9ps+bp1ruuHOuxDDZ84qxzGzdRHUEcsRZlHox7iovuIqBR22rVk1EvZFm60OAGRiiJA7+GhvvPF6UV35bPFRYO1ed27wC6XN6z0OuFOQaTWdXsRv94N8PgbUEsDBBQAAgAIAFpnzkjJGH6LcgEAAPsCAAApAAAAdW5pdmVyc2FsL3NraW5fY3VzdG9taXphdGlvbl9zZXR0aW5ncy54bWyNUttqGzEQfc9XiPyAJY1uC1uDblsMwSnEEPpUtl61LE20ZaXQEPTx1SYxjhuXVvM0c86cYUanTT/GaB9Snu7Hpz6PU7wJOY/xe1pfINTup7tp/jSHFHJaHSu3YxymX5v4bVpqtZpyH4d+HuyCpjVG3fNDSmrlVM2YYRRJ5qlXyHluK9aAa8BWzFFi29UfEi+6c9iHmM+rtqsT9H3DJqYw500cwuMaTtlvodMNPs79MFZeWgu2RDlMLY4tgRjhkvtCNQAIZLkjDhcpG6kJ8phxDMUoChQQ4Zw0ohBJOdSsa0RVYb4RiEnGqCvU09qNtDaO2iKhIUTXaV41tnSdkRgjQggwV7iAzmBU2VA1NKjlgODAgCjaaKIAdbYzHSveeWE5UtQLjAszBjA+Hve43dtzHav/vc7hnP8QPPsFZ9HFW6sz5mr3D/Ncybtw//OuzwF97VPYDB8u7fV257e7L9fbq8+Xr9589vGBuRi2bv5Xf/8GUEsDBBQAAgAIAFpnzkgM1XO42g4AAKcbAAAXAAAAdW5pdmVyc2FsL3VuaXZlcnNhbC5wbmftV/lXk1e3fqktWhWH1XpFAsShX1uRglEBmYIIFl01QCSVgoRQUSlTkCEJUwItXxVRSEcGEdBoA2FIjJEpgUSqkLYRohKIEAPaFJCMQkxCJnJf8OvqXXet+xdcfnhX3v3kPec8Z+/n7LP3pcjwMIe1TmsBAHA4djT0BACs2gIAb5WusQcR+x/Eu8Afu+wTYYcB+pDzLGi8nRSMCAYAJnmd5ct3QPvd80djsgFgw/2lx46f0XQGACABx0KDUbnxKimi5YOpbfwXxuNGgAR02m3tQ5z/iNLy8QcJpTvlh1GbHhR/QP/pbVjX5s05NyjfXC/dvqMJ8t6O72rqNE9+J/7AD4jKNihsd/c39q71GKqhN9PVftIRIaNFWPNZS7Lpz8ueJxuI+jH5jxFwX+2Li9C3AMDyaM3IuhEH7esQlEUGtX0VDW7ji2aS43AMKo5b2I3eBAAJdfJSVtOCScGQLPHvoNV3oRouyc+Bo9OiAjNnGUXWVP/3wO9q5Zc+k64HgGL0JdA923e6ga+lTeCQnRTw29LSFXAFXAFXwBVwBVwBV8AVcAVcAf8fglVcy7wA7Jru3QgFO4pNm8HXQ6Eo8J/NSDsACP2/Qd+P3ehx3XfyZ3+pOhkBN/4l71sNjZNmCwN9rrHROLMcP6pSqVcDgGIwkYvtwSFFKk/Pnle/xst+je0Y3aYgiIkgFDTdlatpWrBohdE8qypDAim42Sw51cnhBAFAnGI4Iqj3y8mAcFHXbfUpQkNS+8MjEK2aQqJyntmIKpctQrg5rWBVRg6OwzH/mL9onBHmaCtJ2trJVpDPj6keRdpBn+iIgLkHNUGLc2Txw5lc+MLzEqjeKvDkFY70GGdOCAa153T7IQKrtsHWkzLRVShuULD5v+WlJUqyNga+fjRgrrk6qfIjb6WFCD9luwCSkVrmTGYaG2l9sbHoK42htXJ2NPAdHStQ4/PMUFF2OTZtmUtT35iQpGexvo71KZrtkGA503fW/sDusb89NV2bATez4ypkTUQMDGm20Dlq0w73lOdw0n9NVZ7CxkD+3R5PbMOldsMYrlu9Ihl5MnOeNNzg6EtOT4ulq1PRRYGVqYs9E3m++m1DbDV6QwV29T28buDBTTJ83BUTfowwmST1a7xFGpgxfiiaQD6WNl2mcIIuNgd/4aCWpzo8YZ8957VdZV+oG3od8F2LYnzK9NsIqWH1S50H8dtQIs85N/rQqLCZy9jkHMTa/K/E7vyAK/ujvY42CN2e5Qwj0qvXK1x3XcTeVN9fIA1n4Rr4MuMXyLnEay+eTaXdktjdRtfNKSv2NFI5Gha2LioqSKHmQg+jnL8qPH5GvKYpeDZgbxy/pgwaYT1eGcRxKhSLzypHDDL3ww4W/nWu/UxizT7XjV4JmHpcU1GGaYxecMWZXW7iujZKKiGZMAx+osJIt0RKXnYEZvsD3i3CcQL/pyiR1BbTOUSjicu0Juta5GanVT3YidaJd+snd6tFh/A9kKE5XBBn8xaBHR7cYHUV07KXzjpFklwnShM/kA7QBekc4iW1MXe9tAP0Hf9ResFoWzZo2I3SyL9em9cg3XHmBBAqkydGSq2TVU1ryu3ifTI6nEWDKdtjtO/0k1vMY2hh00s6r7RMipPU4xTOIZ0qkBN7NqLIFMWxeLDTV7Vm/8Grfjar72s9NYMaaRhU6fvgoUe+Wv+KnRdCvHVWum/L+7oYvZr12jma+O/kDd1Ggpt8fm5z4z5beH9rJRQKdZMZXOR3MtH3qZO0p68dj3UyFVlif7f6vOmakYtQUpdpQUbe6HqU8M/64T7/CkaCS+dM5Cva9Aez/mBb9ypGfc9qeg3xHCgeJ6Wc9lX5eT6WNog8kMi+2+oI3OghnOUb5W1nZaZze0Pq+UCSt47l+CKyRG/qRr0ufwX5HonhPy+Ib6QnubaKD5Hik3xvN6SDUbpTnh+nzj5Fj0YF6J8mtvBsVo2toMNGyJ/6OXr8bOdsR6BidOycNJ1G4/TkLDF0bwwx9LVKvO89Ydp2SsubJVuXBHOS/PVfnqvLyiIdHg0kpNdNhUVcmGM2/pIu5htpRDTU023XzoEep9/IeTh8QhzcRtGvqWA+s7AgdpFVYjFiFciSUFUV0okU+x4+WyW5szvthFTLFNkp56cEtgIqY4irGUL1LPx5OUkrn0d4Fi4HXCHCyztEokEMIW+ZZkw4pnCuP+Y8TqBuBvmdmJ9JVDh894ufNmBanCoIYFTMRATqRF78zryaGBcDH5eTlKFgp8QT0UMS6vIu0sHpiNc8IZ1MdZiVs/REaVNtIwYtyR3Xi8vrhQ8q3F3ueF74y7An9J3zOSDDK8EFCNx2ZeVuHbMpL98gJUjsCJ2qsSwjTl4cV2KCDWoHeHxx+LKmquXcchr2PrV0nAqya4V/NukShG/HOq1S+NXTa+VPuap8OY4yTU6cn68+OJRDtjPD2VbYkvePa+9x4yenBdNi7hRKq9C1UY1e19+6SWUGeSNq4yMImS810aVrn79kzyT2Ru2nOh0lCNYrqFNfsyT6tHh88vDdOOzi+LKLaMk963w0tfl9AQfcQX2thxJfIwuUT8MQiddPuX04LfgU9ZCvWFucWZn/4BBCq3Mv94mbZgHtWATu2rUq6eedEeekfpIrNPVkVxoadcVYxwyXavIdHJHtVxqZRT4qTogo8abko9o3ZGQHzZGrJxAl03Pqh9Xye7GrJWo0DSthTc2zEMPVk0TVGz1FKMT+n+MwghvQEnmHw95rfExBc7LvdZekjXKzh9sfCgaPhDc6fiW+m5wQMNHbsOr02w/nF7pbsA0P2biOmsbMho2XyvbpZV+QujcKmBSKK0QKHwPvvDBxIJSP8nSXWr5cPBiJqJ34Xr7kgW3eiESSoX14KVcM07Y+Dimh5EjsHdmyAW5KsyzLASso/TY/5Na0sGTC6f2qqX2yfHay61EyCyLrOmgv5fvVStpYCAQOo+gYsbb43Bs90p8Ve6FvDe3q9H4oK/HIkVn97x9STpcsXYotk7ZFQ9LG0hj0SS0bV5yKE/JhOE3Pw5TFhV/aYTjBz6AvsHVfDh+YJmD8lxXNaU6MJOQ1gvJ45OKjB7XBOxNg37trTUpzH76urZ6cJJt3chZOszbt+lSe2nZquIMsxD5R/QiKy9trROVq4Khn2E3VmqQY7u/eRUratFBrj5yDCpLFeZfUizlujvK+/Jk6At2VtPBiREYOIv282jU3AWdWdTZ8sssjgaM2HqROBefUzZ0+EeXDW47O+loqjGd+I56xI725o+seziv72axtYJa9oF2YZKVeFaKufK3da98rc7gFuxfvak4d997rqnkmzjxf+DrZuPUH/eP/MCw3w4buinmpTuZzloJ4xv6i411Uo+HYBWaR0N9NzgQ/Q4T2/8pb1DFGGCRdC+t802q5X0SQ9fXYvva0tmH01lcYqTbTGSWue4J2auxWpP7DcSpL+59T5i379ibV112eai3oLpwF9dSjH09VMROhXulOjzxuUq7IjPOMINW+vfXCXKXJxAx/o2nRATW/kHqDSqSctvRVxOIraFO1R/llZflpOeYz7yGZkUk7SVYFpnPHY9rZ1Do1u9gmrydrMQevYtL8dHGQKEP44PL1M7xNc6s8ud5nMZCLZ6cL2Tg8TMPKz6QVkbe2Yo1YCcD6qKHwTiBJ2UxFrBr3cBsIq0pxWqW6Ks89KW4/MLpHtv4IglM/G98ogS4lpJSrGVqLqf1KmRG+YYtDe1EK5icTd3SbocA4MA4Dtf6edPHpp6jj8qDFZrLX4OPbl09l9OJ0VTzLWd2iWZPdZzEKi+DmaohixI5ewFXeLIBXGl0acV8ihUzYeTqjlrSDIdG3nkqq84skq/BaMTr+DWmvi/0BOAFeYl+N7s6aeo7J8fCqlh7oYoi/i6VWoLVTXkfpAj6Tx8UkxTPsx2TzsOdwVGfQsiNVsWqyyRGFhg/tE1kyoZUpNeMf6azziLuZgTr2QQ+I2ceh9YbrOl31Sz3fm3L6BK8YzQuBrQ6hQdWQjJ5MKhczxLMtmqN5ZqlmPHiPDxe7fXCEPSOAg9mNVvLCsUuM0twTZac5NnzkEhU4yVZsW6bsTStJdWnl5HnhqqqWzxVRxI0Jl2aBOq0cktlaukrZRDCZ+uKW71BPfKaU8mf+S7VQWeGvPlhAyNpwofnB1Pa7HrVVtOFQ3kK/Jz2m4vINSGh2u9p4hwyeDJE/QqZtV1DXkjPHc39cXiLx5fKxGNn3YED0iSQdcl375DPPdv73UaOqi6AUdxfox5Ik1tt7kLBuVYeEXvbtE4fDgqzuBptlRpX1bIEdfCBaUe9pfllPZvntimTCi5ybqSZC3ROp7n3Csphhy/pWnkZHikSfTKZDEurCoMS7gZXXmrFQMPuFf25tbwwJ0h8oLbvUtJAst38c1/Ymyq4h/2M8WFOkF+PgNov2pWGPx9U3Q0caG0jj6hJiadkxw1yjSTmftSm2alCwsDDcP+pA6Y41FI7xyXM7P/+nZBP9U7LtBsuSznEzzxMJowU5SKwUfQuDa7oP3AWDx8CI6EGf+G9EdR/8e4NNwmS88HftXUFSsHRDsYp0JVFUfv1NoZldz9hSENZPntsggSnn6VJJBo/oXRz76X1vnmXKM1oYaIjzT5ga0A/5a+L2F0+nECaJBDNIjRlBE+PE3mDon20olt6yFfWXY6tsMFPAIn8OMnbDBu33A6c90iZGf6acKNBITbxkYcpYbCPH47lNrr3Kz/2+WfFshnV9qQjnk7SyfMnZuNw/ktIq5qaHJ5CZm6FnzMousE1RKgl71BwN13vnBdBhprQasAeapa8DnlOafT4Oh7njXbbWp3wxQvQbqI0oCDviO+qfxj//Gwe/5V2deYuOSTax15eFueb9pUzc4RURCQCN8p3lRjxT0/WqkWQzZEaiLKilBJVUBOUtipStHi15Uj8AeBW16391f3EmeQtjfBtoS1ARcSawGxmv+dsAT7rkbyPWmpTVAQ54Go0LRSQhkcOdkySJxxoAuI2y7qVCKRSqhmvG6nRiTOcesCNEeaJ8LEWxbYsOZ9YgbKyad7DgPMCxI+Gh9MMJ3/w3UEsDBBQAAgAIAFpnzkhwa966SwAAAGoAAAAbAAAAdW5pdmVyc2FsL3VuaXZlcnNhbC5wbmcueG1ss7GvyM1RKEstKs7Mz7NVMtQzULK34+WyKShKLctMLVeoAIoBBSFASaESyDVCcMszU0oybJXMzUwRYhmpmekZJbZKpuYmcEF9oJEAUEsBAgAAFAACAAgAaGPOSBUOrShkBAAABxEAAB0AAAAAAAAAAQAAAAAAAAAAAHVuaXZlcnNhbC9jb21tb25fbWVzc2FnZXMubG5nUEsBAgAAFAACAAgAaGPOSAh+CyMpAwAAhgwAACcAAAAAAAAAAQAAAAAAnwQAAHVuaXZlcnNhbC9mbGFzaF9wdWJsaXNoaW5nX3NldHRpbmdzLnhtbFBLAQIAABQAAgAIAGhjzkiQtduluAIAAFMKAAAhAAAAAAAAAAEAAAAAAA0IAAB1bml2ZXJzYWwvZmxhc2hfc2tpbl9zZXR0aW5ncy54bWxQSwECAAAUAAIACABoY85IKpYPZ/4CAACXCwAAJgAAAAAAAAABAAAAAAAECwAAdW5pdmVyc2FsL2h0bWxfcHVibGlzaGluZ19zZXR0aW5ncy54bWxQSwECAAAUAAIACABoY85IoU//tJkBAAAdBgAAHwAAAAAAAAABAAAAAABGDgAAdW5pdmVyc2FsL2h0bWxfc2tpbl9zZXR0aW5ncy5qc1BLAQIAABQAAgAIAFpnzkg9PC/RwQAAAOUBAAAaAAAAAAAAAAEAAAAAABwQAAB1bml2ZXJzYWwvaTE4bl9wcmVzZXRzLnhtbFBLAQIAABQAAgAIAFpnzkhR5XXGbwAAAHYAAAAcAAAAAAAAAAEAAAAAABURAAB1bml2ZXJzYWwvbG9jYWxfc2V0dGluZ3MueG1sUEsBAgAAFAACAAgARJRXRyO0Tvv7AgAAsAgAABQAAAAAAAAAAQAAAAAAvhEAAHVuaXZlcnNhbC9wbGF5ZXIueG1sUEsBAgAAFAACAAgAWmfOSMkYfotyAQAA+wIAACkAAAAAAAAAAQAAAAAA6xQAAHVuaXZlcnNhbC9za2luX2N1c3RvbWl6YXRpb25fc2V0dGluZ3MueG1sUEsBAgAAFAACAAgAWmfOSAzVc7jaDgAApxsAABcAAAAAAAAAAAAAAAAApBYAAHVuaXZlcnNhbC91bml2ZXJzYWwucG5nUEsBAgAAFAACAAgAWmfOSHBr3rpLAAAAagAAABsAAAAAAAAAAQAAAAAAsyUAAHVuaXZlcnNhbC91bml2ZXJzYWwucG5nLnhtbFBLBQYAAAAACwALAEkDAAA3JgAAAAA="/>
  <p:tag name="ISPRING_PRESENTATION_TITLE" val="www.33ppt.com"/>
  <p:tag name="ISPRING_SCORM_ENDPOINT" val="&lt;endpoint&gt;&lt;enable&gt;0&lt;/enable&gt;&lt;lrs&gt;http://&lt;/lrs&gt;&lt;auth&gt;0&lt;/auth&gt;&lt;login&gt;&lt;/login&gt;&lt;password&gt;&lt;/password&gt;&lt;key&gt;&lt;/key&gt;&lt;name&gt;&lt;/name&gt;&lt;email&gt;&lt;/email&gt;&lt;/endpoint&gt;&#10;"/>
  <p:tag name="ISPRING_SCORM_RATE_SLIDES" val="1"/>
  <p:tag name="ISPRING_ULTRA_SCORM_COURSE_ID" val="6EDA41B8-4DD8-484E-A498-8AAF89A1BDA7"/>
  <p:tag name="ISPRINGCLOUDFOLDERID" val="0"/>
  <p:tag name="ISPRINGCLOUDFOLDERPATH" val="Repository"/>
  <p:tag name="ISPRINGONLINEFOLDERID" val="0"/>
  <p:tag name="ISPRINGONLINEFOLDERPATH" val="Content List"/>
</p:tagLst>
</file>

<file path=ppt/tags/tag2.xml><?xml version="1.0" encoding="utf-8"?>
<p:tagLst xmlns:a="http://schemas.openxmlformats.org/drawingml/2006/main" xmlns:r="http://schemas.openxmlformats.org/officeDocument/2006/relationships" xmlns:p="http://schemas.openxmlformats.org/presentationml/2006/main">
  <p:tag name="PA" val="v4.0.0"/>
</p:tagLst>
</file>

<file path=ppt/tags/tag3.xml><?xml version="1.0" encoding="utf-8"?>
<p:tagLst xmlns:a="http://schemas.openxmlformats.org/drawingml/2006/main" xmlns:r="http://schemas.openxmlformats.org/officeDocument/2006/relationships" xmlns:p="http://schemas.openxmlformats.org/presentationml/2006/main">
  <p:tag name="PA" val="v4.0.0"/>
</p:tagLst>
</file>

<file path=ppt/tags/tag4.xml><?xml version="1.0" encoding="utf-8"?>
<p:tagLst xmlns:a="http://schemas.openxmlformats.org/drawingml/2006/main" xmlns:r="http://schemas.openxmlformats.org/officeDocument/2006/relationships" xmlns:p="http://schemas.openxmlformats.org/presentationml/2006/main">
  <p:tag name="PA" val="v4.0.0"/>
</p:tagLst>
</file>

<file path=ppt/tags/tag5.xml><?xml version="1.0" encoding="utf-8"?>
<p:tagLst xmlns:a="http://schemas.openxmlformats.org/drawingml/2006/main" xmlns:r="http://schemas.openxmlformats.org/officeDocument/2006/relationships" xmlns:p="http://schemas.openxmlformats.org/presentationml/2006/main">
  <p:tag name="PA" val="v4.0.0"/>
</p:tagLst>
</file>

<file path=ppt/tags/tag6.xml><?xml version="1.0" encoding="utf-8"?>
<p:tagLst xmlns:a="http://schemas.openxmlformats.org/drawingml/2006/main" xmlns:r="http://schemas.openxmlformats.org/officeDocument/2006/relationships" xmlns:p="http://schemas.openxmlformats.org/presentationml/2006/main">
  <p:tag name="PA" val="v4.0.0"/>
</p:tagLst>
</file>

<file path=ppt/tags/tag7.xml><?xml version="1.0" encoding="utf-8"?>
<p:tagLst xmlns:a="http://schemas.openxmlformats.org/drawingml/2006/main" xmlns:r="http://schemas.openxmlformats.org/officeDocument/2006/relationships" xmlns:p="http://schemas.openxmlformats.org/presentationml/2006/main">
  <p:tag name="PA" val="v4.0.0"/>
</p:tagLst>
</file>

<file path=ppt/tags/tag8.xml><?xml version="1.0" encoding="utf-8"?>
<p:tagLst xmlns:a="http://schemas.openxmlformats.org/drawingml/2006/main" xmlns:r="http://schemas.openxmlformats.org/officeDocument/2006/relationships" xmlns:p="http://schemas.openxmlformats.org/presentationml/2006/main">
  <p:tag name="PA" val="v4.0.0"/>
</p:tagLst>
</file>

<file path=ppt/tags/tag9.xml><?xml version="1.0" encoding="utf-8"?>
<p:tagLst xmlns:a="http://schemas.openxmlformats.org/drawingml/2006/main" xmlns:r="http://schemas.openxmlformats.org/officeDocument/2006/relationships" xmlns:p="http://schemas.openxmlformats.org/presentationml/2006/main">
  <p:tag name="PA" val="v4.0.0"/>
</p:tagLst>
</file>

<file path=ppt/tags/tag10.xml><?xml version="1.0" encoding="utf-8"?>
<p:tagLst xmlns:a="http://schemas.openxmlformats.org/drawingml/2006/main" xmlns:r="http://schemas.openxmlformats.org/officeDocument/2006/relationships" xmlns:p="http://schemas.openxmlformats.org/presentationml/2006/main">
  <p:tag name="PA" val="v4.0.0"/>
</p:tagLst>
</file>

<file path=ppt/tags/tag11.xml><?xml version="1.0" encoding="utf-8"?>
<p:tagLst xmlns:a="http://schemas.openxmlformats.org/drawingml/2006/main" xmlns:r="http://schemas.openxmlformats.org/officeDocument/2006/relationships" xmlns:p="http://schemas.openxmlformats.org/presentationml/2006/main">
  <p:tag name="PA" val="v4.0.0"/>
</p:tagLst>
</file>

<file path=ppt/tags/tag12.xml><?xml version="1.0" encoding="utf-8"?>
<p:tagLst xmlns:a="http://schemas.openxmlformats.org/drawingml/2006/main" xmlns:r="http://schemas.openxmlformats.org/officeDocument/2006/relationships" xmlns:p="http://schemas.openxmlformats.org/presentationml/2006/main">
  <p:tag name="PA" val="v4.0.0"/>
</p:tagLst>
</file>

<file path=ppt/tags/tag13.xml><?xml version="1.0" encoding="utf-8"?>
<p:tagLst xmlns:a="http://schemas.openxmlformats.org/drawingml/2006/main" xmlns:r="http://schemas.openxmlformats.org/officeDocument/2006/relationships" xmlns:p="http://schemas.openxmlformats.org/presentationml/2006/main">
  <p:tag name="PA" val="v4.0.0"/>
</p:tagLst>
</file>

<file path=ppt/tags/tag14.xml><?xml version="1.0" encoding="utf-8"?>
<p:tagLst xmlns:a="http://schemas.openxmlformats.org/drawingml/2006/main" xmlns:r="http://schemas.openxmlformats.org/officeDocument/2006/relationships" xmlns:p="http://schemas.openxmlformats.org/presentationml/2006/main">
  <p:tag name="PA" val="v4.0.0"/>
</p:tagLst>
</file>

<file path=ppt/tags/tag15.xml><?xml version="1.0" encoding="utf-8"?>
<p:tagLst xmlns:a="http://schemas.openxmlformats.org/drawingml/2006/main" xmlns:r="http://schemas.openxmlformats.org/officeDocument/2006/relationships" xmlns:p="http://schemas.openxmlformats.org/presentationml/2006/main">
  <p:tag name="PA" val="v4.0.0"/>
</p:tagLst>
</file>

<file path=ppt/tags/tag16.xml><?xml version="1.0" encoding="utf-8"?>
<p:tagLst xmlns:a="http://schemas.openxmlformats.org/drawingml/2006/main" xmlns:r="http://schemas.openxmlformats.org/officeDocument/2006/relationships" xmlns:p="http://schemas.openxmlformats.org/presentationml/2006/main">
  <p:tag name="PA" val="v4.0.0"/>
</p:tagLst>
</file>

<file path=ppt/tags/tag17.xml><?xml version="1.0" encoding="utf-8"?>
<p:tagLst xmlns:a="http://schemas.openxmlformats.org/drawingml/2006/main" xmlns:r="http://schemas.openxmlformats.org/officeDocument/2006/relationships" xmlns:p="http://schemas.openxmlformats.org/presentationml/2006/main">
  <p:tag name="PA" val="v4.0.0"/>
</p:tagLst>
</file>

<file path=ppt/tags/tag18.xml><?xml version="1.0" encoding="utf-8"?>
<p:tagLst xmlns:a="http://schemas.openxmlformats.org/drawingml/2006/main" xmlns:r="http://schemas.openxmlformats.org/officeDocument/2006/relationships" xmlns:p="http://schemas.openxmlformats.org/presentationml/2006/main">
  <p:tag name="PA" val="v4.0.0"/>
</p:tagLst>
</file>

<file path=ppt/tags/tag19.xml><?xml version="1.0" encoding="utf-8"?>
<p:tagLst xmlns:a="http://schemas.openxmlformats.org/drawingml/2006/main" xmlns:r="http://schemas.openxmlformats.org/officeDocument/2006/relationships" xmlns:p="http://schemas.openxmlformats.org/presentationml/2006/main">
  <p:tag name="PA" val="v4.0.0"/>
</p:tagLst>
</file>

<file path=ppt/tags/tag20.xml><?xml version="1.0" encoding="utf-8"?>
<p:tagLst xmlns:a="http://schemas.openxmlformats.org/drawingml/2006/main" xmlns:r="http://schemas.openxmlformats.org/officeDocument/2006/relationships" xmlns:p="http://schemas.openxmlformats.org/presentationml/2006/main">
  <p:tag name="PA" val="v4.0.0"/>
</p:tagLst>
</file>

<file path=ppt/tags/tag21.xml><?xml version="1.0" encoding="utf-8"?>
<p:tagLst xmlns:a="http://schemas.openxmlformats.org/drawingml/2006/main" xmlns:r="http://schemas.openxmlformats.org/officeDocument/2006/relationships" xmlns:p="http://schemas.openxmlformats.org/presentationml/2006/main">
  <p:tag name="PA" val="v4.0.0"/>
</p:tagLst>
</file>

<file path=ppt/tags/tag22.xml><?xml version="1.0" encoding="utf-8"?>
<p:tagLst xmlns:a="http://schemas.openxmlformats.org/drawingml/2006/main" xmlns:r="http://schemas.openxmlformats.org/officeDocument/2006/relationships" xmlns:p="http://schemas.openxmlformats.org/presentationml/2006/main">
  <p:tag name="PA" val="v4.0.0"/>
</p:tagLst>
</file>

<file path=ppt/tags/tag23.xml><?xml version="1.0" encoding="utf-8"?>
<p:tagLst xmlns:a="http://schemas.openxmlformats.org/drawingml/2006/main" xmlns:r="http://schemas.openxmlformats.org/officeDocument/2006/relationships" xmlns:p="http://schemas.openxmlformats.org/presentationml/2006/main">
  <p:tag name="PA" val="v4.0.0"/>
</p:tagLst>
</file>

<file path=ppt/tags/tag24.xml><?xml version="1.0" encoding="utf-8"?>
<p:tagLst xmlns:a="http://schemas.openxmlformats.org/drawingml/2006/main" xmlns:r="http://schemas.openxmlformats.org/officeDocument/2006/relationships" xmlns:p="http://schemas.openxmlformats.org/presentationml/2006/main">
  <p:tag name="PA" val="v4.0.0"/>
</p:tagLst>
</file>

<file path=ppt/tags/tag25.xml><?xml version="1.0" encoding="utf-8"?>
<p:tagLst xmlns:a="http://schemas.openxmlformats.org/drawingml/2006/main" xmlns:r="http://schemas.openxmlformats.org/officeDocument/2006/relationships" xmlns:p="http://schemas.openxmlformats.org/presentationml/2006/main">
  <p:tag name="PA" val="v4.0.0"/>
</p:tagLst>
</file>

<file path=ppt/tags/tag26.xml><?xml version="1.0" encoding="utf-8"?>
<p:tagLst xmlns:a="http://schemas.openxmlformats.org/drawingml/2006/main" xmlns:r="http://schemas.openxmlformats.org/officeDocument/2006/relationships" xmlns:p="http://schemas.openxmlformats.org/presentationml/2006/main">
  <p:tag name="PA" val="v4.0.0"/>
</p:tagLst>
</file>

<file path=ppt/tags/tag27.xml><?xml version="1.0" encoding="utf-8"?>
<p:tagLst xmlns:a="http://schemas.openxmlformats.org/drawingml/2006/main" xmlns:r="http://schemas.openxmlformats.org/officeDocument/2006/relationships" xmlns:p="http://schemas.openxmlformats.org/presentationml/2006/main">
  <p:tag name="PA" val="v4.0.0"/>
</p:tagLst>
</file>

<file path=ppt/tags/tag28.xml><?xml version="1.0" encoding="utf-8"?>
<p:tagLst xmlns:a="http://schemas.openxmlformats.org/drawingml/2006/main" xmlns:r="http://schemas.openxmlformats.org/officeDocument/2006/relationships" xmlns:p="http://schemas.openxmlformats.org/presentationml/2006/main">
  <p:tag name="PA" val="v4.0.0"/>
</p:tagLst>
</file>

<file path=ppt/tags/tag29.xml><?xml version="1.0" encoding="utf-8"?>
<p:tagLst xmlns:a="http://schemas.openxmlformats.org/drawingml/2006/main" xmlns:r="http://schemas.openxmlformats.org/officeDocument/2006/relationships" xmlns:p="http://schemas.openxmlformats.org/presentationml/2006/main">
  <p:tag name="PA" val="v4.0.0"/>
</p:tagLst>
</file>

<file path=ppt/tags/tag30.xml><?xml version="1.0" encoding="utf-8"?>
<p:tagLst xmlns:a="http://schemas.openxmlformats.org/drawingml/2006/main" xmlns:r="http://schemas.openxmlformats.org/officeDocument/2006/relationships" xmlns:p="http://schemas.openxmlformats.org/presentationml/2006/main">
  <p:tag name="PA" val="v4.0.0"/>
</p:tagLst>
</file>

<file path=ppt/tags/tag31.xml><?xml version="1.0" encoding="utf-8"?>
<p:tagLst xmlns:a="http://schemas.openxmlformats.org/drawingml/2006/main" xmlns:r="http://schemas.openxmlformats.org/officeDocument/2006/relationships" xmlns:p="http://schemas.openxmlformats.org/presentationml/2006/main">
  <p:tag name="PA" val="v4.0.0"/>
</p:tagLst>
</file>

<file path=ppt/tags/tag32.xml><?xml version="1.0" encoding="utf-8"?>
<p:tagLst xmlns:a="http://schemas.openxmlformats.org/drawingml/2006/main" xmlns:r="http://schemas.openxmlformats.org/officeDocument/2006/relationships" xmlns:p="http://schemas.openxmlformats.org/presentationml/2006/main">
  <p:tag name="PA" val="v4.0.0"/>
</p:tagLst>
</file>

<file path=ppt/tags/tag33.xml><?xml version="1.0" encoding="utf-8"?>
<p:tagLst xmlns:a="http://schemas.openxmlformats.org/drawingml/2006/main" xmlns:r="http://schemas.openxmlformats.org/officeDocument/2006/relationships" xmlns:p="http://schemas.openxmlformats.org/presentationml/2006/main">
  <p:tag name="PA" val="v4.0.0"/>
</p:tagLst>
</file>

<file path=ppt/tags/tag34.xml><?xml version="1.0" encoding="utf-8"?>
<p:tagLst xmlns:a="http://schemas.openxmlformats.org/drawingml/2006/main" xmlns:r="http://schemas.openxmlformats.org/officeDocument/2006/relationships" xmlns:p="http://schemas.openxmlformats.org/presentationml/2006/main">
  <p:tag name="PA" val="v4.0.0"/>
</p:tagLst>
</file>

<file path=ppt/tags/tag35.xml><?xml version="1.0" encoding="utf-8"?>
<p:tagLst xmlns:a="http://schemas.openxmlformats.org/drawingml/2006/main" xmlns:r="http://schemas.openxmlformats.org/officeDocument/2006/relationships" xmlns:p="http://schemas.openxmlformats.org/presentationml/2006/main">
  <p:tag name="PA" val="v4.0.0"/>
</p:tagLst>
</file>

<file path=ppt/tags/tag36.xml><?xml version="1.0" encoding="utf-8"?>
<p:tagLst xmlns:a="http://schemas.openxmlformats.org/drawingml/2006/main" xmlns:r="http://schemas.openxmlformats.org/officeDocument/2006/relationships" xmlns:p="http://schemas.openxmlformats.org/presentationml/2006/main">
  <p:tag name="PA" val="v4.0.0"/>
</p:tagLst>
</file>

<file path=ppt/tags/tag37.xml><?xml version="1.0" encoding="utf-8"?>
<p:tagLst xmlns:a="http://schemas.openxmlformats.org/drawingml/2006/main" xmlns:r="http://schemas.openxmlformats.org/officeDocument/2006/relationships" xmlns:p="http://schemas.openxmlformats.org/presentationml/2006/main">
  <p:tag name="PA" val="v4.0.0"/>
</p:tagLst>
</file>

<file path=ppt/tags/tag38.xml><?xml version="1.0" encoding="utf-8"?>
<p:tagLst xmlns:a="http://schemas.openxmlformats.org/drawingml/2006/main" xmlns:r="http://schemas.openxmlformats.org/officeDocument/2006/relationships" xmlns:p="http://schemas.openxmlformats.org/presentationml/2006/main">
  <p:tag name="PA" val="v4.0.0"/>
</p:tagLst>
</file>

<file path=ppt/tags/tag39.xml><?xml version="1.0" encoding="utf-8"?>
<p:tagLst xmlns:a="http://schemas.openxmlformats.org/drawingml/2006/main" xmlns:r="http://schemas.openxmlformats.org/officeDocument/2006/relationships" xmlns:p="http://schemas.openxmlformats.org/presentationml/2006/main">
  <p:tag name="PA" val="v4.0.0"/>
</p:tagLst>
</file>

<file path=ppt/tags/tag40.xml><?xml version="1.0" encoding="utf-8"?>
<p:tagLst xmlns:a="http://schemas.openxmlformats.org/drawingml/2006/main" xmlns:r="http://schemas.openxmlformats.org/officeDocument/2006/relationships" xmlns:p="http://schemas.openxmlformats.org/presentationml/2006/main">
  <p:tag name="PA" val="v4.0.0"/>
</p:tagLst>
</file>

<file path=ppt/tags/tag41.xml><?xml version="1.0" encoding="utf-8"?>
<p:tagLst xmlns:a="http://schemas.openxmlformats.org/drawingml/2006/main" xmlns:r="http://schemas.openxmlformats.org/officeDocument/2006/relationships" xmlns:p="http://schemas.openxmlformats.org/presentationml/2006/main">
  <p:tag name="PA" val="v4.0.0"/>
</p:tagLst>
</file>

<file path=ppt/tags/tag42.xml><?xml version="1.0" encoding="utf-8"?>
<p:tagLst xmlns:a="http://schemas.openxmlformats.org/drawingml/2006/main" xmlns:r="http://schemas.openxmlformats.org/officeDocument/2006/relationships" xmlns:p="http://schemas.openxmlformats.org/presentationml/2006/main">
  <p:tag name="PA" val="v4.0.0"/>
</p:tagLst>
</file>

<file path=ppt/tags/tag43.xml><?xml version="1.0" encoding="utf-8"?>
<p:tagLst xmlns:a="http://schemas.openxmlformats.org/drawingml/2006/main" xmlns:r="http://schemas.openxmlformats.org/officeDocument/2006/relationships" xmlns:p="http://schemas.openxmlformats.org/presentationml/2006/main">
  <p:tag name="PA" val="v4.0.0"/>
</p:tagLst>
</file>

<file path=ppt/tags/tag44.xml><?xml version="1.0" encoding="utf-8"?>
<p:tagLst xmlns:a="http://schemas.openxmlformats.org/drawingml/2006/main" xmlns:r="http://schemas.openxmlformats.org/officeDocument/2006/relationships" xmlns:p="http://schemas.openxmlformats.org/presentationml/2006/main">
  <p:tag name="PA" val="v4.0.0"/>
</p:tagLst>
</file>

<file path=ppt/tags/tag45.xml><?xml version="1.0" encoding="utf-8"?>
<p:tagLst xmlns:a="http://schemas.openxmlformats.org/drawingml/2006/main" xmlns:r="http://schemas.openxmlformats.org/officeDocument/2006/relationships" xmlns:p="http://schemas.openxmlformats.org/presentationml/2006/main">
  <p:tag name="PA" val="v4.0.0"/>
</p:tagLst>
</file>

<file path=ppt/tags/tag46.xml><?xml version="1.0" encoding="utf-8"?>
<p:tagLst xmlns:a="http://schemas.openxmlformats.org/drawingml/2006/main" xmlns:r="http://schemas.openxmlformats.org/officeDocument/2006/relationships" xmlns:p="http://schemas.openxmlformats.org/presentationml/2006/main">
  <p:tag name="PA" val="v4.0.0"/>
</p:tagLst>
</file>

<file path=ppt/tags/tag47.xml><?xml version="1.0" encoding="utf-8"?>
<p:tagLst xmlns:a="http://schemas.openxmlformats.org/drawingml/2006/main" xmlns:r="http://schemas.openxmlformats.org/officeDocument/2006/relationships" xmlns:p="http://schemas.openxmlformats.org/presentationml/2006/main">
  <p:tag name="PA" val="v4.0.0"/>
</p:tagLst>
</file>

<file path=ppt/tags/tag48.xml><?xml version="1.0" encoding="utf-8"?>
<p:tagLst xmlns:a="http://schemas.openxmlformats.org/drawingml/2006/main" xmlns:r="http://schemas.openxmlformats.org/officeDocument/2006/relationships" xmlns:p="http://schemas.openxmlformats.org/presentationml/2006/main">
  <p:tag name="PA" val="v4.0.0"/>
</p:tagLst>
</file>

<file path=ppt/tags/tag49.xml><?xml version="1.0" encoding="utf-8"?>
<p:tagLst xmlns:a="http://schemas.openxmlformats.org/drawingml/2006/main" xmlns:r="http://schemas.openxmlformats.org/officeDocument/2006/relationships" xmlns:p="http://schemas.openxmlformats.org/presentationml/2006/main">
  <p:tag name="PA" val="v4.0.0"/>
</p:tagLst>
</file>

<file path=ppt/tags/tag50.xml><?xml version="1.0" encoding="utf-8"?>
<p:tagLst xmlns:a="http://schemas.openxmlformats.org/drawingml/2006/main" xmlns:r="http://schemas.openxmlformats.org/officeDocument/2006/relationships" xmlns:p="http://schemas.openxmlformats.org/presentationml/2006/main">
  <p:tag name="PA" val="v4.0.0"/>
</p:tagLst>
</file>

<file path=ppt/tags/tag51.xml><?xml version="1.0" encoding="utf-8"?>
<p:tagLst xmlns:a="http://schemas.openxmlformats.org/drawingml/2006/main" xmlns:r="http://schemas.openxmlformats.org/officeDocument/2006/relationships" xmlns:p="http://schemas.openxmlformats.org/presentationml/2006/main">
  <p:tag name="PA" val="v4.0.0"/>
</p:tagLst>
</file>

<file path=ppt/tags/tag52.xml><?xml version="1.0" encoding="utf-8"?>
<p:tagLst xmlns:a="http://schemas.openxmlformats.org/drawingml/2006/main" xmlns:r="http://schemas.openxmlformats.org/officeDocument/2006/relationships" xmlns:p="http://schemas.openxmlformats.org/presentationml/2006/main">
  <p:tag name="PA" val="v4.0.0"/>
</p:tagLst>
</file>

<file path=ppt/tags/tag53.xml><?xml version="1.0" encoding="utf-8"?>
<p:tagLst xmlns:a="http://schemas.openxmlformats.org/drawingml/2006/main" xmlns:r="http://schemas.openxmlformats.org/officeDocument/2006/relationships" xmlns:p="http://schemas.openxmlformats.org/presentationml/2006/main">
  <p:tag name="PA" val="v4.0.0"/>
</p:tagLst>
</file>

<file path=ppt/tags/tag54.xml><?xml version="1.0" encoding="utf-8"?>
<p:tagLst xmlns:a="http://schemas.openxmlformats.org/drawingml/2006/main" xmlns:r="http://schemas.openxmlformats.org/officeDocument/2006/relationships" xmlns:p="http://schemas.openxmlformats.org/presentationml/2006/main">
  <p:tag name="PA" val="v4.0.0"/>
</p:tagLst>
</file>

<file path=ppt/tags/tag55.xml><?xml version="1.0" encoding="utf-8"?>
<p:tagLst xmlns:a="http://schemas.openxmlformats.org/drawingml/2006/main" xmlns:r="http://schemas.openxmlformats.org/officeDocument/2006/relationships" xmlns:p="http://schemas.openxmlformats.org/presentationml/2006/main">
  <p:tag name="PA" val="v4.0.0"/>
</p:tagLst>
</file>

<file path=ppt/tags/tag56.xml><?xml version="1.0" encoding="utf-8"?>
<p:tagLst xmlns:a="http://schemas.openxmlformats.org/drawingml/2006/main" xmlns:r="http://schemas.openxmlformats.org/officeDocument/2006/relationships" xmlns:p="http://schemas.openxmlformats.org/presentationml/2006/main">
  <p:tag name="PA" val="v4.0.0"/>
</p:tagLst>
</file>

<file path=ppt/tags/tag57.xml><?xml version="1.0" encoding="utf-8"?>
<p:tagLst xmlns:a="http://schemas.openxmlformats.org/drawingml/2006/main" xmlns:r="http://schemas.openxmlformats.org/officeDocument/2006/relationships" xmlns:p="http://schemas.openxmlformats.org/presentationml/2006/main">
  <p:tag name="PA" val="v4.0.0"/>
</p:tagLst>
</file>

<file path=ppt/tags/tag58.xml><?xml version="1.0" encoding="utf-8"?>
<p:tagLst xmlns:a="http://schemas.openxmlformats.org/drawingml/2006/main" xmlns:r="http://schemas.openxmlformats.org/officeDocument/2006/relationships" xmlns:p="http://schemas.openxmlformats.org/presentationml/2006/main">
  <p:tag name="PA" val="v4.0.0"/>
</p:tagLst>
</file>

<file path=ppt/tags/tag59.xml><?xml version="1.0" encoding="utf-8"?>
<p:tagLst xmlns:a="http://schemas.openxmlformats.org/drawingml/2006/main" xmlns:r="http://schemas.openxmlformats.org/officeDocument/2006/relationships" xmlns:p="http://schemas.openxmlformats.org/presentationml/2006/main">
  <p:tag name="PA" val="v4.0.0"/>
</p:tagLst>
</file>

<file path=ppt/tags/tag60.xml><?xml version="1.0" encoding="utf-8"?>
<p:tagLst xmlns:a="http://schemas.openxmlformats.org/drawingml/2006/main" xmlns:r="http://schemas.openxmlformats.org/officeDocument/2006/relationships" xmlns:p="http://schemas.openxmlformats.org/presentationml/2006/main">
  <p:tag name="PA" val="v4.0.0"/>
</p:tagLst>
</file>

<file path=ppt/tags/tag61.xml><?xml version="1.0" encoding="utf-8"?>
<p:tagLst xmlns:a="http://schemas.openxmlformats.org/drawingml/2006/main" xmlns:r="http://schemas.openxmlformats.org/officeDocument/2006/relationships" xmlns:p="http://schemas.openxmlformats.org/presentationml/2006/main">
  <p:tag name="PA" val="v4.0.0"/>
</p:tagLst>
</file>

<file path=ppt/tags/tag62.xml><?xml version="1.0" encoding="utf-8"?>
<p:tagLst xmlns:a="http://schemas.openxmlformats.org/drawingml/2006/main" xmlns:r="http://schemas.openxmlformats.org/officeDocument/2006/relationships" xmlns:p="http://schemas.openxmlformats.org/presentationml/2006/main">
  <p:tag name="PA" val="v4.0.0"/>
</p:tagLst>
</file>

<file path=ppt/tags/tag63.xml><?xml version="1.0" encoding="utf-8"?>
<p:tagLst xmlns:a="http://schemas.openxmlformats.org/drawingml/2006/main" xmlns:r="http://schemas.openxmlformats.org/officeDocument/2006/relationships" xmlns:p="http://schemas.openxmlformats.org/presentationml/2006/main">
  <p:tag name="PA" val="v4.0.0"/>
</p:tagLst>
</file>

<file path=ppt/tags/tag64.xml><?xml version="1.0" encoding="utf-8"?>
<p:tagLst xmlns:a="http://schemas.openxmlformats.org/drawingml/2006/main" xmlns:r="http://schemas.openxmlformats.org/officeDocument/2006/relationships" xmlns:p="http://schemas.openxmlformats.org/presentationml/2006/main">
  <p:tag name="PA" val="v4.0.0"/>
</p:tagLst>
</file>

<file path=ppt/tags/tag65.xml><?xml version="1.0" encoding="utf-8"?>
<p:tagLst xmlns:a="http://schemas.openxmlformats.org/drawingml/2006/main" xmlns:r="http://schemas.openxmlformats.org/officeDocument/2006/relationships" xmlns:p="http://schemas.openxmlformats.org/presentationml/2006/main">
  <p:tag name="PA" val="v4.0.0"/>
</p:tagLst>
</file>

<file path=ppt/tags/tag66.xml><?xml version="1.0" encoding="utf-8"?>
<p:tagLst xmlns:a="http://schemas.openxmlformats.org/drawingml/2006/main" xmlns:r="http://schemas.openxmlformats.org/officeDocument/2006/relationships" xmlns:p="http://schemas.openxmlformats.org/presentationml/2006/main">
  <p:tag name="PA" val="v4.0.0"/>
</p:tagLst>
</file>

<file path=ppt/tags/tag67.xml><?xml version="1.0" encoding="utf-8"?>
<p:tagLst xmlns:a="http://schemas.openxmlformats.org/drawingml/2006/main" xmlns:r="http://schemas.openxmlformats.org/officeDocument/2006/relationships" xmlns:p="http://schemas.openxmlformats.org/presentationml/2006/main">
  <p:tag name="PA" val="v4.0.0"/>
</p:tagLst>
</file>

<file path=ppt/tags/tag68.xml><?xml version="1.0" encoding="utf-8"?>
<p:tagLst xmlns:a="http://schemas.openxmlformats.org/drawingml/2006/main" xmlns:r="http://schemas.openxmlformats.org/officeDocument/2006/relationships" xmlns:p="http://schemas.openxmlformats.org/presentationml/2006/main">
  <p:tag name="PA" val="v4.0.0"/>
</p:tagLst>
</file>

<file path=ppt/tags/tag69.xml><?xml version="1.0" encoding="utf-8"?>
<p:tagLst xmlns:a="http://schemas.openxmlformats.org/drawingml/2006/main" xmlns:r="http://schemas.openxmlformats.org/officeDocument/2006/relationships" xmlns:p="http://schemas.openxmlformats.org/presentationml/2006/main">
  <p:tag name="PA" val="v4.0.0"/>
</p:tagLst>
</file>

<file path=ppt/tags/tag70.xml><?xml version="1.0" encoding="utf-8"?>
<p:tagLst xmlns:a="http://schemas.openxmlformats.org/drawingml/2006/main" xmlns:r="http://schemas.openxmlformats.org/officeDocument/2006/relationships" xmlns:p="http://schemas.openxmlformats.org/presentationml/2006/main">
  <p:tag name="PA" val="v4.0.0"/>
</p:tagLst>
</file>

<file path=ppt/tags/tag71.xml><?xml version="1.0" encoding="utf-8"?>
<p:tagLst xmlns:a="http://schemas.openxmlformats.org/drawingml/2006/main" xmlns:r="http://schemas.openxmlformats.org/officeDocument/2006/relationships" xmlns:p="http://schemas.openxmlformats.org/presentationml/2006/main">
  <p:tag name="PA" val="v4.0.0"/>
</p:tagLst>
</file>

<file path=ppt/tags/tag72.xml><?xml version="1.0" encoding="utf-8"?>
<p:tagLst xmlns:a="http://schemas.openxmlformats.org/drawingml/2006/main" xmlns:r="http://schemas.openxmlformats.org/officeDocument/2006/relationships" xmlns:p="http://schemas.openxmlformats.org/presentationml/2006/main">
  <p:tag name="PA" val="v4.0.0"/>
</p:tagLst>
</file>

<file path=ppt/tags/tag73.xml><?xml version="1.0" encoding="utf-8"?>
<p:tagLst xmlns:a="http://schemas.openxmlformats.org/drawingml/2006/main" xmlns:r="http://schemas.openxmlformats.org/officeDocument/2006/relationships" xmlns:p="http://schemas.openxmlformats.org/presentationml/2006/main">
  <p:tag name="PA" val="v4.0.0"/>
</p:tagLst>
</file>

<file path=ppt/tags/tag74.xml><?xml version="1.0" encoding="utf-8"?>
<p:tagLst xmlns:a="http://schemas.openxmlformats.org/drawingml/2006/main" xmlns:r="http://schemas.openxmlformats.org/officeDocument/2006/relationships" xmlns:p="http://schemas.openxmlformats.org/presentationml/2006/main">
  <p:tag name="PA" val="v4.0.0"/>
</p:tagLst>
</file>

<file path=ppt/tags/tag75.xml><?xml version="1.0" encoding="utf-8"?>
<p:tagLst xmlns:a="http://schemas.openxmlformats.org/drawingml/2006/main" xmlns:r="http://schemas.openxmlformats.org/officeDocument/2006/relationships" xmlns:p="http://schemas.openxmlformats.org/presentationml/2006/main">
  <p:tag name="PA" val="v4.0.0"/>
</p:tagLst>
</file>

<file path=ppt/tags/tag76.xml><?xml version="1.0" encoding="utf-8"?>
<p:tagLst xmlns:a="http://schemas.openxmlformats.org/drawingml/2006/main" xmlns:r="http://schemas.openxmlformats.org/officeDocument/2006/relationships" xmlns:p="http://schemas.openxmlformats.org/presentationml/2006/main">
  <p:tag name="PA" val="v4.0.0"/>
</p:tagLst>
</file>

<file path=ppt/tags/tag77.xml><?xml version="1.0" encoding="utf-8"?>
<p:tagLst xmlns:a="http://schemas.openxmlformats.org/drawingml/2006/main" xmlns:r="http://schemas.openxmlformats.org/officeDocument/2006/relationships" xmlns:p="http://schemas.openxmlformats.org/presentationml/2006/main">
  <p:tag name="PA" val="v4.0.0"/>
</p:tagLst>
</file>

<file path=ppt/tags/tag78.xml><?xml version="1.0" encoding="utf-8"?>
<p:tagLst xmlns:a="http://schemas.openxmlformats.org/drawingml/2006/main" xmlns:r="http://schemas.openxmlformats.org/officeDocument/2006/relationships" xmlns:p="http://schemas.openxmlformats.org/presentationml/2006/main">
  <p:tag name="PA" val="v4.0.0"/>
</p:tagLst>
</file>

<file path=ppt/tags/tag79.xml><?xml version="1.0" encoding="utf-8"?>
<p:tagLst xmlns:a="http://schemas.openxmlformats.org/drawingml/2006/main" xmlns:r="http://schemas.openxmlformats.org/officeDocument/2006/relationships" xmlns:p="http://schemas.openxmlformats.org/presentationml/2006/main">
  <p:tag name="PA" val="v4.0.0"/>
</p:tagLst>
</file>

<file path=ppt/tags/tag80.xml><?xml version="1.0" encoding="utf-8"?>
<p:tagLst xmlns:a="http://schemas.openxmlformats.org/drawingml/2006/main" xmlns:r="http://schemas.openxmlformats.org/officeDocument/2006/relationships" xmlns:p="http://schemas.openxmlformats.org/presentationml/2006/main">
  <p:tag name="PA" val="v4.0.0"/>
</p:tagLst>
</file>

<file path=ppt/tags/tag81.xml><?xml version="1.0" encoding="utf-8"?>
<p:tagLst xmlns:a="http://schemas.openxmlformats.org/drawingml/2006/main" xmlns:r="http://schemas.openxmlformats.org/officeDocument/2006/relationships" xmlns:p="http://schemas.openxmlformats.org/presentationml/2006/main">
  <p:tag name="PA" val="v4.0.0"/>
</p:tagLst>
</file>

<file path=ppt/tags/tag82.xml><?xml version="1.0" encoding="utf-8"?>
<p:tagLst xmlns:a="http://schemas.openxmlformats.org/drawingml/2006/main" xmlns:r="http://schemas.openxmlformats.org/officeDocument/2006/relationships" xmlns:p="http://schemas.openxmlformats.org/presentationml/2006/main">
  <p:tag name="PA" val="v4.0.0"/>
</p:tagLst>
</file>

<file path=ppt/tags/tag83.xml><?xml version="1.0" encoding="utf-8"?>
<p:tagLst xmlns:a="http://schemas.openxmlformats.org/drawingml/2006/main" xmlns:r="http://schemas.openxmlformats.org/officeDocument/2006/relationships" xmlns:p="http://schemas.openxmlformats.org/presentationml/2006/main">
  <p:tag name="PA" val="v4.0.0"/>
</p:tagLst>
</file>

<file path=ppt/tags/tag84.xml><?xml version="1.0" encoding="utf-8"?>
<p:tagLst xmlns:a="http://schemas.openxmlformats.org/drawingml/2006/main" xmlns:r="http://schemas.openxmlformats.org/officeDocument/2006/relationships" xmlns:p="http://schemas.openxmlformats.org/presentationml/2006/main">
  <p:tag name="PA" val="v4.0.0"/>
</p:tagLst>
</file>

<file path=ppt/tags/tag85.xml><?xml version="1.0" encoding="utf-8"?>
<p:tagLst xmlns:a="http://schemas.openxmlformats.org/drawingml/2006/main" xmlns:r="http://schemas.openxmlformats.org/officeDocument/2006/relationships" xmlns:p="http://schemas.openxmlformats.org/presentationml/2006/main">
  <p:tag name="PA" val="v4.0.0"/>
</p:tagLst>
</file>

<file path=ppt/tags/tag86.xml><?xml version="1.0" encoding="utf-8"?>
<p:tagLst xmlns:a="http://schemas.openxmlformats.org/drawingml/2006/main" xmlns:r="http://schemas.openxmlformats.org/officeDocument/2006/relationships" xmlns:p="http://schemas.openxmlformats.org/presentationml/2006/main">
  <p:tag name="PA" val="v4.0.0"/>
</p:tagLst>
</file>

<file path=ppt/tags/tag87.xml><?xml version="1.0" encoding="utf-8"?>
<p:tagLst xmlns:a="http://schemas.openxmlformats.org/drawingml/2006/main" xmlns:r="http://schemas.openxmlformats.org/officeDocument/2006/relationships" xmlns:p="http://schemas.openxmlformats.org/presentationml/2006/main">
  <p:tag name="PA" val="v4.0.0"/>
</p:tagLst>
</file>

<file path=ppt/tags/tag88.xml><?xml version="1.0" encoding="utf-8"?>
<p:tagLst xmlns:a="http://schemas.openxmlformats.org/drawingml/2006/main" xmlns:r="http://schemas.openxmlformats.org/officeDocument/2006/relationships" xmlns:p="http://schemas.openxmlformats.org/presentationml/2006/main">
  <p:tag name="PA" val="v4.0.0"/>
</p:tagLst>
</file>

<file path=ppt/tags/tag89.xml><?xml version="1.0" encoding="utf-8"?>
<p:tagLst xmlns:a="http://schemas.openxmlformats.org/drawingml/2006/main" xmlns:r="http://schemas.openxmlformats.org/officeDocument/2006/relationships" xmlns:p="http://schemas.openxmlformats.org/presentationml/2006/main">
  <p:tag name="PA" val="v4.0.0"/>
</p:tagLst>
</file>

<file path=ppt/tags/tag90.xml><?xml version="1.0" encoding="utf-8"?>
<p:tagLst xmlns:a="http://schemas.openxmlformats.org/drawingml/2006/main" xmlns:r="http://schemas.openxmlformats.org/officeDocument/2006/relationships" xmlns:p="http://schemas.openxmlformats.org/presentationml/2006/main">
  <p:tag name="PA" val="v4.0.0"/>
</p:tagLst>
</file>

<file path=ppt/tags/tag91.xml><?xml version="1.0" encoding="utf-8"?>
<p:tagLst xmlns:a="http://schemas.openxmlformats.org/drawingml/2006/main" xmlns:r="http://schemas.openxmlformats.org/officeDocument/2006/relationships" xmlns:p="http://schemas.openxmlformats.org/presentationml/2006/main">
  <p:tag name="PA" val="v4.0.0"/>
</p:tagLst>
</file>

<file path=ppt/tags/tag92.xml><?xml version="1.0" encoding="utf-8"?>
<p:tagLst xmlns:a="http://schemas.openxmlformats.org/drawingml/2006/main" xmlns:r="http://schemas.openxmlformats.org/officeDocument/2006/relationships" xmlns:p="http://schemas.openxmlformats.org/presentationml/2006/main">
  <p:tag name="PA" val="v4.0.0"/>
</p:tagLst>
</file>

<file path=ppt/tags/tag93.xml><?xml version="1.0" encoding="utf-8"?>
<p:tagLst xmlns:a="http://schemas.openxmlformats.org/drawingml/2006/main" xmlns:r="http://schemas.openxmlformats.org/officeDocument/2006/relationships" xmlns:p="http://schemas.openxmlformats.org/presentationml/2006/main">
  <p:tag name="PA" val="v4.0.0"/>
</p:tagLst>
</file>

<file path=ppt/tags/tag94.xml><?xml version="1.0" encoding="utf-8"?>
<p:tagLst xmlns:a="http://schemas.openxmlformats.org/drawingml/2006/main" xmlns:r="http://schemas.openxmlformats.org/officeDocument/2006/relationships" xmlns:p="http://schemas.openxmlformats.org/presentationml/2006/main">
  <p:tag name="PA" val="v4.0.0"/>
</p:tagLst>
</file>

<file path=ppt/tags/tag95.xml><?xml version="1.0" encoding="utf-8"?>
<p:tagLst xmlns:a="http://schemas.openxmlformats.org/drawingml/2006/main" xmlns:r="http://schemas.openxmlformats.org/officeDocument/2006/relationships" xmlns:p="http://schemas.openxmlformats.org/presentationml/2006/main">
  <p:tag name="PA" val="v4.0.0"/>
</p:tagLst>
</file>

<file path=ppt/tags/tag96.xml><?xml version="1.0" encoding="utf-8"?>
<p:tagLst xmlns:a="http://schemas.openxmlformats.org/drawingml/2006/main" xmlns:r="http://schemas.openxmlformats.org/officeDocument/2006/relationships" xmlns:p="http://schemas.openxmlformats.org/presentationml/2006/main">
  <p:tag name="PA" val="v4.0.0"/>
</p:tagLst>
</file>

<file path=ppt/tags/tag97.xml><?xml version="1.0" encoding="utf-8"?>
<p:tagLst xmlns:a="http://schemas.openxmlformats.org/drawingml/2006/main" xmlns:r="http://schemas.openxmlformats.org/officeDocument/2006/relationships" xmlns:p="http://schemas.openxmlformats.org/presentationml/2006/main">
  <p:tag name="PA" val="v4.0.0"/>
</p:tagLst>
</file>

<file path=ppt/tags/tag98.xml><?xml version="1.0" encoding="utf-8"?>
<p:tagLst xmlns:a="http://schemas.openxmlformats.org/drawingml/2006/main" xmlns:r="http://schemas.openxmlformats.org/officeDocument/2006/relationships" xmlns:p="http://schemas.openxmlformats.org/presentationml/2006/main">
  <p:tag name="PA" val="v4.0.0"/>
</p:tagLst>
</file>

<file path=ppt/tags/tag99.xml><?xml version="1.0" encoding="utf-8"?>
<p:tagLst xmlns:a="http://schemas.openxmlformats.org/drawingml/2006/main" xmlns:r="http://schemas.openxmlformats.org/officeDocument/2006/relationships" xmlns:p="http://schemas.openxmlformats.org/presentationml/2006/main">
  <p:tag name="PA" val="v4.0.0"/>
</p:tagLst>
</file>

<file path=ppt/tags/tag100.xml><?xml version="1.0" encoding="utf-8"?>
<p:tagLst xmlns:a="http://schemas.openxmlformats.org/drawingml/2006/main" xmlns:r="http://schemas.openxmlformats.org/officeDocument/2006/relationships" xmlns:p="http://schemas.openxmlformats.org/presentationml/2006/main">
  <p:tag name="PA" val="v4.0.0"/>
</p:tagLst>
</file>

<file path=ppt/tags/tag101.xml><?xml version="1.0" encoding="utf-8"?>
<p:tagLst xmlns:a="http://schemas.openxmlformats.org/drawingml/2006/main" xmlns:r="http://schemas.openxmlformats.org/officeDocument/2006/relationships" xmlns:p="http://schemas.openxmlformats.org/presentationml/2006/main">
  <p:tag name="PA" val="v4.0.0"/>
</p:tagLst>
</file>

<file path=ppt/tags/tag102.xml><?xml version="1.0" encoding="utf-8"?>
<p:tagLst xmlns:a="http://schemas.openxmlformats.org/drawingml/2006/main" xmlns:r="http://schemas.openxmlformats.org/officeDocument/2006/relationships" xmlns:p="http://schemas.openxmlformats.org/presentationml/2006/main">
  <p:tag name="PA" val="v4.0.0"/>
</p:tagLst>
</file>

<file path=ppt/tags/tag103.xml><?xml version="1.0" encoding="utf-8"?>
<p:tagLst xmlns:a="http://schemas.openxmlformats.org/drawingml/2006/main" xmlns:r="http://schemas.openxmlformats.org/officeDocument/2006/relationships" xmlns:p="http://schemas.openxmlformats.org/presentationml/2006/main">
  <p:tag name="PA" val="v4.0.0"/>
</p:tagLst>
</file>

<file path=ppt/tags/tag104.xml><?xml version="1.0" encoding="utf-8"?>
<p:tagLst xmlns:a="http://schemas.openxmlformats.org/drawingml/2006/main" xmlns:r="http://schemas.openxmlformats.org/officeDocument/2006/relationships" xmlns:p="http://schemas.openxmlformats.org/presentationml/2006/main">
  <p:tag name="PA" val="v4.0.0"/>
</p:tagLst>
</file>

<file path=ppt/tags/tag105.xml><?xml version="1.0" encoding="utf-8"?>
<p:tagLst xmlns:a="http://schemas.openxmlformats.org/drawingml/2006/main" xmlns:r="http://schemas.openxmlformats.org/officeDocument/2006/relationships" xmlns:p="http://schemas.openxmlformats.org/presentationml/2006/main">
  <p:tag name="PA" val="v4.0.0"/>
</p:tagLst>
</file>

<file path=ppt/tags/tag106.xml><?xml version="1.0" encoding="utf-8"?>
<p:tagLst xmlns:a="http://schemas.openxmlformats.org/drawingml/2006/main" xmlns:r="http://schemas.openxmlformats.org/officeDocument/2006/relationships" xmlns:p="http://schemas.openxmlformats.org/presentationml/2006/main">
  <p:tag name="PA" val="v4.0.0"/>
</p:tagLst>
</file>

<file path=ppt/tags/tag107.xml><?xml version="1.0" encoding="utf-8"?>
<p:tagLst xmlns:a="http://schemas.openxmlformats.org/drawingml/2006/main" xmlns:r="http://schemas.openxmlformats.org/officeDocument/2006/relationships" xmlns:p="http://schemas.openxmlformats.org/presentationml/2006/main">
  <p:tag name="PA" val="v4.0.0"/>
</p:tagLst>
</file>

<file path=ppt/tags/tag108.xml><?xml version="1.0" encoding="utf-8"?>
<p:tagLst xmlns:a="http://schemas.openxmlformats.org/drawingml/2006/main" xmlns:r="http://schemas.openxmlformats.org/officeDocument/2006/relationships" xmlns:p="http://schemas.openxmlformats.org/presentationml/2006/main">
  <p:tag name="PA" val="v4.0.0"/>
</p:tagLst>
</file>

<file path=ppt/tags/tag109.xml><?xml version="1.0" encoding="utf-8"?>
<p:tagLst xmlns:a="http://schemas.openxmlformats.org/drawingml/2006/main" xmlns:r="http://schemas.openxmlformats.org/officeDocument/2006/relationships" xmlns:p="http://schemas.openxmlformats.org/presentationml/2006/main">
  <p:tag name="PA" val="v4.0.0"/>
</p:tagLst>
</file>

<file path=ppt/tags/tag110.xml><?xml version="1.0" encoding="utf-8"?>
<p:tagLst xmlns:a="http://schemas.openxmlformats.org/drawingml/2006/main" xmlns:r="http://schemas.openxmlformats.org/officeDocument/2006/relationships" xmlns:p="http://schemas.openxmlformats.org/presentationml/2006/main">
  <p:tag name="PA" val="v4.0.0"/>
</p:tagLst>
</file>

<file path=ppt/tags/tag111.xml><?xml version="1.0" encoding="utf-8"?>
<p:tagLst xmlns:a="http://schemas.openxmlformats.org/drawingml/2006/main" xmlns:r="http://schemas.openxmlformats.org/officeDocument/2006/relationships" xmlns:p="http://schemas.openxmlformats.org/presentationml/2006/main">
  <p:tag name="PA" val="v4.0.0"/>
</p:tagLst>
</file>

<file path=ppt/tags/tag112.xml><?xml version="1.0" encoding="utf-8"?>
<p:tagLst xmlns:a="http://schemas.openxmlformats.org/drawingml/2006/main" xmlns:r="http://schemas.openxmlformats.org/officeDocument/2006/relationships" xmlns:p="http://schemas.openxmlformats.org/presentationml/2006/main">
  <p:tag name="PA" val="v4.0.0"/>
</p:tagLst>
</file>

<file path=ppt/tags/tag113.xml><?xml version="1.0" encoding="utf-8"?>
<p:tagLst xmlns:a="http://schemas.openxmlformats.org/drawingml/2006/main" xmlns:r="http://schemas.openxmlformats.org/officeDocument/2006/relationships" xmlns:p="http://schemas.openxmlformats.org/presentationml/2006/main">
  <p:tag name="PA" val="v4.0.0"/>
</p:tagLst>
</file>

<file path=ppt/tags/tag114.xml><?xml version="1.0" encoding="utf-8"?>
<p:tagLst xmlns:a="http://schemas.openxmlformats.org/drawingml/2006/main" xmlns:r="http://schemas.openxmlformats.org/officeDocument/2006/relationships" xmlns:p="http://schemas.openxmlformats.org/presentationml/2006/main">
  <p:tag name="PA" val="v4.0.0"/>
</p:tagLst>
</file>

<file path=ppt/tags/tag115.xml><?xml version="1.0" encoding="utf-8"?>
<p:tagLst xmlns:a="http://schemas.openxmlformats.org/drawingml/2006/main" xmlns:r="http://schemas.openxmlformats.org/officeDocument/2006/relationships" xmlns:p="http://schemas.openxmlformats.org/presentationml/2006/main">
  <p:tag name="PA" val="v4.0.0"/>
</p:tagLst>
</file>

<file path=ppt/tags/tag116.xml><?xml version="1.0" encoding="utf-8"?>
<p:tagLst xmlns:a="http://schemas.openxmlformats.org/drawingml/2006/main" xmlns:r="http://schemas.openxmlformats.org/officeDocument/2006/relationships" xmlns:p="http://schemas.openxmlformats.org/presentationml/2006/main">
  <p:tag name="PA" val="v4.0.0"/>
</p:tagLst>
</file>

<file path=ppt/tags/tag117.xml><?xml version="1.0" encoding="utf-8"?>
<p:tagLst xmlns:a="http://schemas.openxmlformats.org/drawingml/2006/main" xmlns:r="http://schemas.openxmlformats.org/officeDocument/2006/relationships" xmlns:p="http://schemas.openxmlformats.org/presentationml/2006/main">
  <p:tag name="PA" val="v4.0.0"/>
</p:tagLst>
</file>

<file path=ppt/tags/tag118.xml><?xml version="1.0" encoding="utf-8"?>
<p:tagLst xmlns:a="http://schemas.openxmlformats.org/drawingml/2006/main" xmlns:r="http://schemas.openxmlformats.org/officeDocument/2006/relationships" xmlns:p="http://schemas.openxmlformats.org/presentationml/2006/main">
  <p:tag name="PA" val="v4.0.0"/>
</p:tagLst>
</file>

<file path=ppt/tags/tag119.xml><?xml version="1.0" encoding="utf-8"?>
<p:tagLst xmlns:a="http://schemas.openxmlformats.org/drawingml/2006/main" xmlns:r="http://schemas.openxmlformats.org/officeDocument/2006/relationships" xmlns:p="http://schemas.openxmlformats.org/presentationml/2006/main">
  <p:tag name="PA" val="v4.0.0"/>
</p:tagLst>
</file>

<file path=ppt/tags/tag120.xml><?xml version="1.0" encoding="utf-8"?>
<p:tagLst xmlns:a="http://schemas.openxmlformats.org/drawingml/2006/main" xmlns:r="http://schemas.openxmlformats.org/officeDocument/2006/relationships" xmlns:p="http://schemas.openxmlformats.org/presentationml/2006/main">
  <p:tag name="PA" val="v4.0.0"/>
</p:tagLst>
</file>

<file path=ppt/tags/tag121.xml><?xml version="1.0" encoding="utf-8"?>
<p:tagLst xmlns:a="http://schemas.openxmlformats.org/drawingml/2006/main" xmlns:r="http://schemas.openxmlformats.org/officeDocument/2006/relationships" xmlns:p="http://schemas.openxmlformats.org/presentationml/2006/main">
  <p:tag name="PA" val="v4.0.0"/>
</p:tagLst>
</file>

<file path=ppt/tags/tag122.xml><?xml version="1.0" encoding="utf-8"?>
<p:tagLst xmlns:a="http://schemas.openxmlformats.org/drawingml/2006/main" xmlns:r="http://schemas.openxmlformats.org/officeDocument/2006/relationships" xmlns:p="http://schemas.openxmlformats.org/presentationml/2006/main">
  <p:tag name="PA" val="v4.0.0"/>
</p:tagLst>
</file>

<file path=ppt/tags/tag123.xml><?xml version="1.0" encoding="utf-8"?>
<p:tagLst xmlns:a="http://schemas.openxmlformats.org/drawingml/2006/main" xmlns:r="http://schemas.openxmlformats.org/officeDocument/2006/relationships" xmlns:p="http://schemas.openxmlformats.org/presentationml/2006/main">
  <p:tag name="PA" val="v4.0.0"/>
</p:tagLst>
</file>

<file path=ppt/tags/tag124.xml><?xml version="1.0" encoding="utf-8"?>
<p:tagLst xmlns:a="http://schemas.openxmlformats.org/drawingml/2006/main" xmlns:r="http://schemas.openxmlformats.org/officeDocument/2006/relationships" xmlns:p="http://schemas.openxmlformats.org/presentationml/2006/main">
  <p:tag name="PA" val="v4.0.0"/>
</p:tagLst>
</file>

<file path=ppt/tags/tag125.xml><?xml version="1.0" encoding="utf-8"?>
<p:tagLst xmlns:a="http://schemas.openxmlformats.org/drawingml/2006/main" xmlns:r="http://schemas.openxmlformats.org/officeDocument/2006/relationships" xmlns:p="http://schemas.openxmlformats.org/presentationml/2006/main">
  <p:tag name="PA" val="v4.0.0"/>
</p:tagLst>
</file>

<file path=ppt/tags/tag126.xml><?xml version="1.0" encoding="utf-8"?>
<p:tagLst xmlns:a="http://schemas.openxmlformats.org/drawingml/2006/main" xmlns:r="http://schemas.openxmlformats.org/officeDocument/2006/relationships" xmlns:p="http://schemas.openxmlformats.org/presentationml/2006/main">
  <p:tag name="PA" val="v4.0.0"/>
</p:tagLst>
</file>

<file path=ppt/tags/tag127.xml><?xml version="1.0" encoding="utf-8"?>
<p:tagLst xmlns:a="http://schemas.openxmlformats.org/drawingml/2006/main" xmlns:r="http://schemas.openxmlformats.org/officeDocument/2006/relationships" xmlns:p="http://schemas.openxmlformats.org/presentationml/2006/main">
  <p:tag name="PA" val="v4.0.0"/>
</p:tagLst>
</file>

<file path=ppt/tags/tag128.xml><?xml version="1.0" encoding="utf-8"?>
<p:tagLst xmlns:a="http://schemas.openxmlformats.org/drawingml/2006/main" xmlns:r="http://schemas.openxmlformats.org/officeDocument/2006/relationships" xmlns:p="http://schemas.openxmlformats.org/presentationml/2006/main">
  <p:tag name="PA" val="v4.0.0"/>
</p:tagLst>
</file>

<file path=ppt/tags/tag129.xml><?xml version="1.0" encoding="utf-8"?>
<p:tagLst xmlns:a="http://schemas.openxmlformats.org/drawingml/2006/main" xmlns:r="http://schemas.openxmlformats.org/officeDocument/2006/relationships" xmlns:p="http://schemas.openxmlformats.org/presentationml/2006/main">
  <p:tag name="PA" val="v4.0.0"/>
</p:tagLst>
</file>

<file path=ppt/tags/tag130.xml><?xml version="1.0" encoding="utf-8"?>
<p:tagLst xmlns:a="http://schemas.openxmlformats.org/drawingml/2006/main" xmlns:r="http://schemas.openxmlformats.org/officeDocument/2006/relationships" xmlns:p="http://schemas.openxmlformats.org/presentationml/2006/main">
  <p:tag name="PA" val="v4.0.0"/>
</p:tagLst>
</file>

<file path=ppt/tags/tag131.xml><?xml version="1.0" encoding="utf-8"?>
<p:tagLst xmlns:a="http://schemas.openxmlformats.org/drawingml/2006/main" xmlns:r="http://schemas.openxmlformats.org/officeDocument/2006/relationships" xmlns:p="http://schemas.openxmlformats.org/presentationml/2006/main">
  <p:tag name="PA" val="v4.0.0"/>
</p:tagLst>
</file>

<file path=ppt/tags/tag132.xml><?xml version="1.0" encoding="utf-8"?>
<p:tagLst xmlns:a="http://schemas.openxmlformats.org/drawingml/2006/main" xmlns:r="http://schemas.openxmlformats.org/officeDocument/2006/relationships" xmlns:p="http://schemas.openxmlformats.org/presentationml/2006/main">
  <p:tag name="PA" val="v4.0.0"/>
</p:tagLst>
</file>

<file path=ppt/tags/tag133.xml><?xml version="1.0" encoding="utf-8"?>
<p:tagLst xmlns:a="http://schemas.openxmlformats.org/drawingml/2006/main" xmlns:r="http://schemas.openxmlformats.org/officeDocument/2006/relationships" xmlns:p="http://schemas.openxmlformats.org/presentationml/2006/main">
  <p:tag name="PA" val="v4.0.0"/>
</p:tagLst>
</file>

<file path=ppt/tags/tag134.xml><?xml version="1.0" encoding="utf-8"?>
<p:tagLst xmlns:a="http://schemas.openxmlformats.org/drawingml/2006/main" xmlns:r="http://schemas.openxmlformats.org/officeDocument/2006/relationships" xmlns:p="http://schemas.openxmlformats.org/presentationml/2006/main">
  <p:tag name="PA" val="v4.0.0"/>
</p:tagLst>
</file>

<file path=ppt/tags/tag135.xml><?xml version="1.0" encoding="utf-8"?>
<p:tagLst xmlns:a="http://schemas.openxmlformats.org/drawingml/2006/main" xmlns:r="http://schemas.openxmlformats.org/officeDocument/2006/relationships" xmlns:p="http://schemas.openxmlformats.org/presentationml/2006/main">
  <p:tag name="PA" val="v4.0.0"/>
</p:tagLst>
</file>

<file path=ppt/tags/tag136.xml><?xml version="1.0" encoding="utf-8"?>
<p:tagLst xmlns:a="http://schemas.openxmlformats.org/drawingml/2006/main" xmlns:r="http://schemas.openxmlformats.org/officeDocument/2006/relationships" xmlns:p="http://schemas.openxmlformats.org/presentationml/2006/main">
  <p:tag name="PA" val="v4.0.0"/>
</p:tagLst>
</file>

<file path=ppt/tags/tag137.xml><?xml version="1.0" encoding="utf-8"?>
<p:tagLst xmlns:a="http://schemas.openxmlformats.org/drawingml/2006/main" xmlns:r="http://schemas.openxmlformats.org/officeDocument/2006/relationships" xmlns:p="http://schemas.openxmlformats.org/presentationml/2006/main">
  <p:tag name="PA" val="v4.0.0"/>
</p:tagLst>
</file>

<file path=ppt/tags/tag138.xml><?xml version="1.0" encoding="utf-8"?>
<p:tagLst xmlns:a="http://schemas.openxmlformats.org/drawingml/2006/main" xmlns:r="http://schemas.openxmlformats.org/officeDocument/2006/relationships" xmlns:p="http://schemas.openxmlformats.org/presentationml/2006/main">
  <p:tag name="PA" val="v4.0.0"/>
</p:tagLst>
</file>

<file path=ppt/tags/tag139.xml><?xml version="1.0" encoding="utf-8"?>
<p:tagLst xmlns:a="http://schemas.openxmlformats.org/drawingml/2006/main" xmlns:r="http://schemas.openxmlformats.org/officeDocument/2006/relationships" xmlns:p="http://schemas.openxmlformats.org/presentationml/2006/main">
  <p:tag name="PA" val="v4.0.0"/>
</p:tagLst>
</file>

<file path=ppt/tags/tag140.xml><?xml version="1.0" encoding="utf-8"?>
<p:tagLst xmlns:a="http://schemas.openxmlformats.org/drawingml/2006/main" xmlns:r="http://schemas.openxmlformats.org/officeDocument/2006/relationships" xmlns:p="http://schemas.openxmlformats.org/presentationml/2006/main">
  <p:tag name="PA" val="v4.0.0"/>
</p:tagLst>
</file>

<file path=ppt/tags/tag141.xml><?xml version="1.0" encoding="utf-8"?>
<p:tagLst xmlns:a="http://schemas.openxmlformats.org/drawingml/2006/main" xmlns:r="http://schemas.openxmlformats.org/officeDocument/2006/relationships" xmlns:p="http://schemas.openxmlformats.org/presentationml/2006/main">
  <p:tag name="PA" val="v4.0.0"/>
</p:tagLst>
</file>

<file path=ppt/tags/tag142.xml><?xml version="1.0" encoding="utf-8"?>
<p:tagLst xmlns:a="http://schemas.openxmlformats.org/drawingml/2006/main" xmlns:r="http://schemas.openxmlformats.org/officeDocument/2006/relationships" xmlns:p="http://schemas.openxmlformats.org/presentationml/2006/main">
  <p:tag name="PA" val="v4.0.0"/>
</p:tagLst>
</file>

<file path=ppt/tags/tag143.xml><?xml version="1.0" encoding="utf-8"?>
<p:tagLst xmlns:a="http://schemas.openxmlformats.org/drawingml/2006/main" xmlns:r="http://schemas.openxmlformats.org/officeDocument/2006/relationships" xmlns:p="http://schemas.openxmlformats.org/presentationml/2006/main">
  <p:tag name="PA" val="v4.0.0"/>
</p:tagLst>
</file>

<file path=ppt/tags/tag144.xml><?xml version="1.0" encoding="utf-8"?>
<p:tagLst xmlns:a="http://schemas.openxmlformats.org/drawingml/2006/main" xmlns:r="http://schemas.openxmlformats.org/officeDocument/2006/relationships" xmlns:p="http://schemas.openxmlformats.org/presentationml/2006/main">
  <p:tag name="PA" val="v4.0.0"/>
</p:tagLst>
</file>

<file path=ppt/tags/tag145.xml><?xml version="1.0" encoding="utf-8"?>
<p:tagLst xmlns:a="http://schemas.openxmlformats.org/drawingml/2006/main" xmlns:r="http://schemas.openxmlformats.org/officeDocument/2006/relationships" xmlns:p="http://schemas.openxmlformats.org/presentationml/2006/main">
  <p:tag name="PA" val="v4.0.0"/>
</p:tagLst>
</file>

<file path=ppt/tags/tag146.xml><?xml version="1.0" encoding="utf-8"?>
<p:tagLst xmlns:a="http://schemas.openxmlformats.org/drawingml/2006/main" xmlns:r="http://schemas.openxmlformats.org/officeDocument/2006/relationships" xmlns:p="http://schemas.openxmlformats.org/presentationml/2006/main">
  <p:tag name="PA" val="v4.0.0"/>
</p:tagLst>
</file>

<file path=ppt/tags/tag147.xml><?xml version="1.0" encoding="utf-8"?>
<p:tagLst xmlns:a="http://schemas.openxmlformats.org/drawingml/2006/main" xmlns:r="http://schemas.openxmlformats.org/officeDocument/2006/relationships" xmlns:p="http://schemas.openxmlformats.org/presentationml/2006/main">
  <p:tag name="PA" val="v4.0.0"/>
</p:tagLst>
</file>

<file path=ppt/tags/tag148.xml><?xml version="1.0" encoding="utf-8"?>
<p:tagLst xmlns:a="http://schemas.openxmlformats.org/drawingml/2006/main" xmlns:r="http://schemas.openxmlformats.org/officeDocument/2006/relationships" xmlns:p="http://schemas.openxmlformats.org/presentationml/2006/main">
  <p:tag name="PA" val="v4.0.0"/>
</p:tagLst>
</file>

<file path=ppt/tags/tag149.xml><?xml version="1.0" encoding="utf-8"?>
<p:tagLst xmlns:a="http://schemas.openxmlformats.org/drawingml/2006/main" xmlns:r="http://schemas.openxmlformats.org/officeDocument/2006/relationships" xmlns:p="http://schemas.openxmlformats.org/presentationml/2006/main">
  <p:tag name="PA" val="v4.0.0"/>
</p:tagLst>
</file>

<file path=ppt/tags/tag150.xml><?xml version="1.0" encoding="utf-8"?>
<p:tagLst xmlns:a="http://schemas.openxmlformats.org/drawingml/2006/main" xmlns:r="http://schemas.openxmlformats.org/officeDocument/2006/relationships" xmlns:p="http://schemas.openxmlformats.org/presentationml/2006/main">
  <p:tag name="PA" val="v4.0.0"/>
</p:tagLst>
</file>

<file path=ppt/tags/tag151.xml><?xml version="1.0" encoding="utf-8"?>
<p:tagLst xmlns:a="http://schemas.openxmlformats.org/drawingml/2006/main" xmlns:r="http://schemas.openxmlformats.org/officeDocument/2006/relationships" xmlns:p="http://schemas.openxmlformats.org/presentationml/2006/main">
  <p:tag name="PA" val="v4.0.0"/>
</p:tagLst>
</file>

<file path=ppt/tags/tag152.xml><?xml version="1.0" encoding="utf-8"?>
<p:tagLst xmlns:a="http://schemas.openxmlformats.org/drawingml/2006/main" xmlns:r="http://schemas.openxmlformats.org/officeDocument/2006/relationships" xmlns:p="http://schemas.openxmlformats.org/presentationml/2006/main">
  <p:tag name="PA" val="v4.0.0"/>
</p:tagLst>
</file>

<file path=ppt/tags/tag153.xml><?xml version="1.0" encoding="utf-8"?>
<p:tagLst xmlns:a="http://schemas.openxmlformats.org/drawingml/2006/main" xmlns:r="http://schemas.openxmlformats.org/officeDocument/2006/relationships" xmlns:p="http://schemas.openxmlformats.org/presentationml/2006/main">
  <p:tag name="PA" val="v4.0.0"/>
</p:tagLst>
</file>

<file path=ppt/tags/tag154.xml><?xml version="1.0" encoding="utf-8"?>
<p:tagLst xmlns:a="http://schemas.openxmlformats.org/drawingml/2006/main" xmlns:r="http://schemas.openxmlformats.org/officeDocument/2006/relationships" xmlns:p="http://schemas.openxmlformats.org/presentationml/2006/main">
  <p:tag name="PA" val="v4.0.0"/>
</p:tagLst>
</file>

<file path=ppt/tags/tag155.xml><?xml version="1.0" encoding="utf-8"?>
<p:tagLst xmlns:a="http://schemas.openxmlformats.org/drawingml/2006/main" xmlns:r="http://schemas.openxmlformats.org/officeDocument/2006/relationships" xmlns:p="http://schemas.openxmlformats.org/presentationml/2006/main">
  <p:tag name="PA" val="v4.0.0"/>
</p:tagLst>
</file>

<file path=ppt/tags/tag156.xml><?xml version="1.0" encoding="utf-8"?>
<p:tagLst xmlns:a="http://schemas.openxmlformats.org/drawingml/2006/main" xmlns:r="http://schemas.openxmlformats.org/officeDocument/2006/relationships" xmlns:p="http://schemas.openxmlformats.org/presentationml/2006/main">
  <p:tag name="PA" val="v4.0.0"/>
</p:tagLst>
</file>

<file path=ppt/tags/tag157.xml><?xml version="1.0" encoding="utf-8"?>
<p:tagLst xmlns:a="http://schemas.openxmlformats.org/drawingml/2006/main" xmlns:r="http://schemas.openxmlformats.org/officeDocument/2006/relationships" xmlns:p="http://schemas.openxmlformats.org/presentationml/2006/main">
  <p:tag name="PA" val="v4.0.0"/>
</p:tagLst>
</file>

<file path=ppt/tags/tag158.xml><?xml version="1.0" encoding="utf-8"?>
<p:tagLst xmlns:a="http://schemas.openxmlformats.org/drawingml/2006/main" xmlns:r="http://schemas.openxmlformats.org/officeDocument/2006/relationships" xmlns:p="http://schemas.openxmlformats.org/presentationml/2006/main">
  <p:tag name="PA" val="v4.0.0"/>
</p:tagLst>
</file>

<file path=ppt/tags/tag159.xml><?xml version="1.0" encoding="utf-8"?>
<p:tagLst xmlns:a="http://schemas.openxmlformats.org/drawingml/2006/main" xmlns:r="http://schemas.openxmlformats.org/officeDocument/2006/relationships" xmlns:p="http://schemas.openxmlformats.org/presentationml/2006/main">
  <p:tag name="PA" val="v4.0.0"/>
</p:tagLst>
</file>

<file path=ppt/tags/tag160.xml><?xml version="1.0" encoding="utf-8"?>
<p:tagLst xmlns:a="http://schemas.openxmlformats.org/drawingml/2006/main" xmlns:r="http://schemas.openxmlformats.org/officeDocument/2006/relationships" xmlns:p="http://schemas.openxmlformats.org/presentationml/2006/main">
  <p:tag name="PA" val="v4.0.0"/>
</p:tagLst>
</file>

<file path=ppt/tags/tag161.xml><?xml version="1.0" encoding="utf-8"?>
<p:tagLst xmlns:a="http://schemas.openxmlformats.org/drawingml/2006/main" xmlns:r="http://schemas.openxmlformats.org/officeDocument/2006/relationships" xmlns:p="http://schemas.openxmlformats.org/presentationml/2006/main">
  <p:tag name="PA" val="v4.0.0"/>
</p:tagLst>
</file>

<file path=ppt/tags/tag162.xml><?xml version="1.0" encoding="utf-8"?>
<p:tagLst xmlns:a="http://schemas.openxmlformats.org/drawingml/2006/main" xmlns:r="http://schemas.openxmlformats.org/officeDocument/2006/relationships" xmlns:p="http://schemas.openxmlformats.org/presentationml/2006/main">
  <p:tag name="PA" val="v4.0.0"/>
</p:tagLst>
</file>

<file path=ppt/tags/tag163.xml><?xml version="1.0" encoding="utf-8"?>
<p:tagLst xmlns:a="http://schemas.openxmlformats.org/drawingml/2006/main" xmlns:r="http://schemas.openxmlformats.org/officeDocument/2006/relationships" xmlns:p="http://schemas.openxmlformats.org/presentationml/2006/main">
  <p:tag name="PA" val="v4.0.0"/>
</p:tagLst>
</file>

<file path=ppt/tags/tag164.xml><?xml version="1.0" encoding="utf-8"?>
<p:tagLst xmlns:a="http://schemas.openxmlformats.org/drawingml/2006/main" xmlns:r="http://schemas.openxmlformats.org/officeDocument/2006/relationships" xmlns:p="http://schemas.openxmlformats.org/presentationml/2006/main">
  <p:tag name="PA" val="v4.0.0"/>
</p:tagLst>
</file>

<file path=ppt/tags/tag165.xml><?xml version="1.0" encoding="utf-8"?>
<p:tagLst xmlns:a="http://schemas.openxmlformats.org/drawingml/2006/main" xmlns:r="http://schemas.openxmlformats.org/officeDocument/2006/relationships" xmlns:p="http://schemas.openxmlformats.org/presentationml/2006/main">
  <p:tag name="PA" val="v4.0.0"/>
</p:tagLst>
</file>

<file path=ppt/tags/tag166.xml><?xml version="1.0" encoding="utf-8"?>
<p:tagLst xmlns:a="http://schemas.openxmlformats.org/drawingml/2006/main" xmlns:r="http://schemas.openxmlformats.org/officeDocument/2006/relationships" xmlns:p="http://schemas.openxmlformats.org/presentationml/2006/main">
  <p:tag name="PA" val="v4.0.0"/>
</p:tagLst>
</file>

<file path=ppt/tags/tag167.xml><?xml version="1.0" encoding="utf-8"?>
<p:tagLst xmlns:a="http://schemas.openxmlformats.org/drawingml/2006/main" xmlns:r="http://schemas.openxmlformats.org/officeDocument/2006/relationships" xmlns:p="http://schemas.openxmlformats.org/presentationml/2006/main">
  <p:tag name="PA" val="v4.0.0"/>
</p:tagLst>
</file>

<file path=ppt/tags/tag168.xml><?xml version="1.0" encoding="utf-8"?>
<p:tagLst xmlns:a="http://schemas.openxmlformats.org/drawingml/2006/main" xmlns:r="http://schemas.openxmlformats.org/officeDocument/2006/relationships" xmlns:p="http://schemas.openxmlformats.org/presentationml/2006/main">
  <p:tag name="PA" val="v4.0.0"/>
</p:tagLst>
</file>

<file path=ppt/tags/tag169.xml><?xml version="1.0" encoding="utf-8"?>
<p:tagLst xmlns:a="http://schemas.openxmlformats.org/drawingml/2006/main" xmlns:r="http://schemas.openxmlformats.org/officeDocument/2006/relationships" xmlns:p="http://schemas.openxmlformats.org/presentationml/2006/main">
  <p:tag name="PA" val="v4.0.0"/>
</p:tagLst>
</file>

<file path=ppt/tags/tag170.xml><?xml version="1.0" encoding="utf-8"?>
<p:tagLst xmlns:a="http://schemas.openxmlformats.org/drawingml/2006/main" xmlns:r="http://schemas.openxmlformats.org/officeDocument/2006/relationships" xmlns:p="http://schemas.openxmlformats.org/presentationml/2006/main">
  <p:tag name="PA" val="v4.0.0"/>
</p:tagLst>
</file>

<file path=ppt/tags/tag171.xml><?xml version="1.0" encoding="utf-8"?>
<p:tagLst xmlns:a="http://schemas.openxmlformats.org/drawingml/2006/main" xmlns:r="http://schemas.openxmlformats.org/officeDocument/2006/relationships" xmlns:p="http://schemas.openxmlformats.org/presentationml/2006/main">
  <p:tag name="PA" val="v4.0.0"/>
</p:tagLst>
</file>

<file path=ppt/tags/tag172.xml><?xml version="1.0" encoding="utf-8"?>
<p:tagLst xmlns:a="http://schemas.openxmlformats.org/drawingml/2006/main" xmlns:r="http://schemas.openxmlformats.org/officeDocument/2006/relationships" xmlns:p="http://schemas.openxmlformats.org/presentationml/2006/main">
  <p:tag name="PA" val="v4.0.0"/>
</p:tagLst>
</file>

<file path=ppt/tags/tag173.xml><?xml version="1.0" encoding="utf-8"?>
<p:tagLst xmlns:a="http://schemas.openxmlformats.org/drawingml/2006/main" xmlns:r="http://schemas.openxmlformats.org/officeDocument/2006/relationships" xmlns:p="http://schemas.openxmlformats.org/presentationml/2006/main">
  <p:tag name="PA" val="v4.0.0"/>
</p:tagLst>
</file>

<file path=ppt/tags/tag174.xml><?xml version="1.0" encoding="utf-8"?>
<p:tagLst xmlns:a="http://schemas.openxmlformats.org/drawingml/2006/main" xmlns:r="http://schemas.openxmlformats.org/officeDocument/2006/relationships" xmlns:p="http://schemas.openxmlformats.org/presentationml/2006/main">
  <p:tag name="PA" val="v4.0.0"/>
</p:tagLst>
</file>

<file path=ppt/tags/tag175.xml><?xml version="1.0" encoding="utf-8"?>
<p:tagLst xmlns:a="http://schemas.openxmlformats.org/drawingml/2006/main" xmlns:r="http://schemas.openxmlformats.org/officeDocument/2006/relationships" xmlns:p="http://schemas.openxmlformats.org/presentationml/2006/main">
  <p:tag name="PA" val="v4.0.0"/>
</p:tagLst>
</file>

<file path=ppt/tags/tag176.xml><?xml version="1.0" encoding="utf-8"?>
<p:tagLst xmlns:a="http://schemas.openxmlformats.org/drawingml/2006/main" xmlns:r="http://schemas.openxmlformats.org/officeDocument/2006/relationships" xmlns:p="http://schemas.openxmlformats.org/presentationml/2006/main">
  <p:tag name="PA" val="v4.0.0"/>
</p:tagLst>
</file>

<file path=ppt/tags/tag177.xml><?xml version="1.0" encoding="utf-8"?>
<p:tagLst xmlns:a="http://schemas.openxmlformats.org/drawingml/2006/main" xmlns:r="http://schemas.openxmlformats.org/officeDocument/2006/relationships" xmlns:p="http://schemas.openxmlformats.org/presentationml/2006/main">
  <p:tag name="PA" val="v4.0.0"/>
</p:tagLst>
</file>

<file path=ppt/tags/tag178.xml><?xml version="1.0" encoding="utf-8"?>
<p:tagLst xmlns:a="http://schemas.openxmlformats.org/drawingml/2006/main" xmlns:r="http://schemas.openxmlformats.org/officeDocument/2006/relationships" xmlns:p="http://schemas.openxmlformats.org/presentationml/2006/main">
  <p:tag name="PA" val="v4.0.0"/>
</p:tagLst>
</file>

<file path=ppt/tags/tag179.xml><?xml version="1.0" encoding="utf-8"?>
<p:tagLst xmlns:a="http://schemas.openxmlformats.org/drawingml/2006/main" xmlns:r="http://schemas.openxmlformats.org/officeDocument/2006/relationships" xmlns:p="http://schemas.openxmlformats.org/presentationml/2006/main">
  <p:tag name="PA" val="v4.0.0"/>
</p:tagLst>
</file>

<file path=ppt/tags/tag180.xml><?xml version="1.0" encoding="utf-8"?>
<p:tagLst xmlns:a="http://schemas.openxmlformats.org/drawingml/2006/main" xmlns:r="http://schemas.openxmlformats.org/officeDocument/2006/relationships" xmlns:p="http://schemas.openxmlformats.org/presentationml/2006/main">
  <p:tag name="PA" val="v4.0.0"/>
</p:tagLst>
</file>

<file path=ppt/tags/tag181.xml><?xml version="1.0" encoding="utf-8"?>
<p:tagLst xmlns:a="http://schemas.openxmlformats.org/drawingml/2006/main" xmlns:r="http://schemas.openxmlformats.org/officeDocument/2006/relationships" xmlns:p="http://schemas.openxmlformats.org/presentationml/2006/main">
  <p:tag name="PA" val="v4.0.0"/>
</p:tagLst>
</file>

<file path=ppt/tags/tag182.xml><?xml version="1.0" encoding="utf-8"?>
<p:tagLst xmlns:a="http://schemas.openxmlformats.org/drawingml/2006/main" xmlns:r="http://schemas.openxmlformats.org/officeDocument/2006/relationships" xmlns:p="http://schemas.openxmlformats.org/presentationml/2006/main">
  <p:tag name="PA" val="v4.0.0"/>
</p:tagLst>
</file>

<file path=ppt/tags/tag183.xml><?xml version="1.0" encoding="utf-8"?>
<p:tagLst xmlns:a="http://schemas.openxmlformats.org/drawingml/2006/main" xmlns:r="http://schemas.openxmlformats.org/officeDocument/2006/relationships" xmlns:p="http://schemas.openxmlformats.org/presentationml/2006/main">
  <p:tag name="PA" val="v4.0.0"/>
</p:tagLst>
</file>

<file path=ppt/tags/tag184.xml><?xml version="1.0" encoding="utf-8"?>
<p:tagLst xmlns:a="http://schemas.openxmlformats.org/drawingml/2006/main" xmlns:r="http://schemas.openxmlformats.org/officeDocument/2006/relationships" xmlns:p="http://schemas.openxmlformats.org/presentationml/2006/main">
  <p:tag name="PA" val="v4.0.0"/>
</p:tagLst>
</file>

<file path=ppt/tags/tag185.xml><?xml version="1.0" encoding="utf-8"?>
<p:tagLst xmlns:a="http://schemas.openxmlformats.org/drawingml/2006/main" xmlns:r="http://schemas.openxmlformats.org/officeDocument/2006/relationships" xmlns:p="http://schemas.openxmlformats.org/presentationml/2006/main">
  <p:tag name="PA" val="v4.0.0"/>
</p:tagLst>
</file>

<file path=ppt/tags/tag186.xml><?xml version="1.0" encoding="utf-8"?>
<p:tagLst xmlns:a="http://schemas.openxmlformats.org/drawingml/2006/main" xmlns:r="http://schemas.openxmlformats.org/officeDocument/2006/relationships" xmlns:p="http://schemas.openxmlformats.org/presentationml/2006/main">
  <p:tag name="PA" val="v4.0.0"/>
</p:tagLst>
</file>

<file path=ppt/tags/tag187.xml><?xml version="1.0" encoding="utf-8"?>
<p:tagLst xmlns:a="http://schemas.openxmlformats.org/drawingml/2006/main" xmlns:r="http://schemas.openxmlformats.org/officeDocument/2006/relationships" xmlns:p="http://schemas.openxmlformats.org/presentationml/2006/main">
  <p:tag name="PA" val="v4.0.0"/>
</p:tagLst>
</file>

<file path=ppt/tags/tag188.xml><?xml version="1.0" encoding="utf-8"?>
<p:tagLst xmlns:a="http://schemas.openxmlformats.org/drawingml/2006/main" xmlns:r="http://schemas.openxmlformats.org/officeDocument/2006/relationships" xmlns:p="http://schemas.openxmlformats.org/presentationml/2006/main">
  <p:tag name="PA" val="v4.0.0"/>
</p:tagLst>
</file>

<file path=ppt/tags/tag189.xml><?xml version="1.0" encoding="utf-8"?>
<p:tagLst xmlns:a="http://schemas.openxmlformats.org/drawingml/2006/main" xmlns:r="http://schemas.openxmlformats.org/officeDocument/2006/relationships" xmlns:p="http://schemas.openxmlformats.org/presentationml/2006/main">
  <p:tag name="PA" val="v4.0.0"/>
</p:tagLst>
</file>

<file path=ppt/tags/tag190.xml><?xml version="1.0" encoding="utf-8"?>
<p:tagLst xmlns:a="http://schemas.openxmlformats.org/drawingml/2006/main" xmlns:r="http://schemas.openxmlformats.org/officeDocument/2006/relationships" xmlns:p="http://schemas.openxmlformats.org/presentationml/2006/main">
  <p:tag name="PA" val="v4.0.0"/>
</p:tagLst>
</file>

<file path=ppt/tags/tag191.xml><?xml version="1.0" encoding="utf-8"?>
<p:tagLst xmlns:a="http://schemas.openxmlformats.org/drawingml/2006/main" xmlns:r="http://schemas.openxmlformats.org/officeDocument/2006/relationships" xmlns:p="http://schemas.openxmlformats.org/presentationml/2006/main">
  <p:tag name="PA" val="v4.0.0"/>
</p:tagLst>
</file>

<file path=ppt/tags/tag192.xml><?xml version="1.0" encoding="utf-8"?>
<p:tagLst xmlns:a="http://schemas.openxmlformats.org/drawingml/2006/main" xmlns:r="http://schemas.openxmlformats.org/officeDocument/2006/relationships" xmlns:p="http://schemas.openxmlformats.org/presentationml/2006/main">
  <p:tag name="PA" val="v4.0.0"/>
</p:tagLst>
</file>

<file path=ppt/theme/theme1.xml><?xml version="1.0" encoding="utf-8"?>
<a:theme xmlns:a="http://schemas.openxmlformats.org/drawingml/2006/main" name="www.515ppt.com">
  <a:themeElements>
    <a:clrScheme name="DP01">
      <a:dk1>
        <a:srgbClr val="000000"/>
      </a:dk1>
      <a:lt1>
        <a:srgbClr val="FFFFFF"/>
      </a:lt1>
      <a:dk2>
        <a:srgbClr val="44546A"/>
      </a:dk2>
      <a:lt2>
        <a:srgbClr val="E7E6E6"/>
      </a:lt2>
      <a:accent1>
        <a:srgbClr val="548280"/>
      </a:accent1>
      <a:accent2>
        <a:srgbClr val="3F3F3F"/>
      </a:accent2>
      <a:accent3>
        <a:srgbClr val="7F7F7F"/>
      </a:accent3>
      <a:accent4>
        <a:srgbClr val="A5A5A5"/>
      </a:accent4>
      <a:accent5>
        <a:srgbClr val="D8D8D8"/>
      </a:accent5>
      <a:accent6>
        <a:srgbClr val="F2F2F2"/>
      </a:accent6>
      <a:hlink>
        <a:srgbClr val="FF0000"/>
      </a:hlink>
      <a:folHlink>
        <a:srgbClr val="954F72"/>
      </a:folHlink>
    </a:clrScheme>
    <a:fontScheme name="Temp">
      <a:majorFont>
        <a:latin typeface="微软雅黑" panose="020F0302020204030204"/>
        <a:ea typeface="微软雅黑"/>
        <a:cs typeface="Arial"/>
      </a:majorFont>
      <a:minorFont>
        <a:latin typeface="微软雅黑" panose="020F0302020204030204"/>
        <a:ea typeface="微软雅黑"/>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707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3713</Words>
  <Application>Microsoft Office PowerPoint</Application>
  <PresentationFormat>宽屏</PresentationFormat>
  <Paragraphs>507</Paragraphs>
  <Slides>44</Slides>
  <Notes>32</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44</vt:i4>
      </vt:variant>
    </vt:vector>
  </HeadingPairs>
  <TitlesOfParts>
    <vt:vector size="54" baseType="lpstr">
      <vt:lpstr>等线</vt:lpstr>
      <vt:lpstr>微软雅黑</vt:lpstr>
      <vt:lpstr>Arial</vt:lpstr>
      <vt:lpstr>Calibri</vt:lpstr>
      <vt:lpstr>Calibri Light</vt:lpstr>
      <vt:lpstr>Cambria Math</vt:lpstr>
      <vt:lpstr>Source Sans Pro Light</vt:lpstr>
      <vt:lpstr>Wingdings</vt:lpstr>
      <vt:lpstr>www.515ppt.com</vt:lpstr>
      <vt:lpstr>Office Theme</vt:lpstr>
      <vt:lpstr>PowerPoint 演示文稿</vt:lpstr>
      <vt:lpstr>PowerPoint 演示文稿</vt:lpstr>
      <vt:lpstr>依存关系</vt:lpstr>
      <vt:lpstr>主要问题</vt:lpstr>
      <vt:lpstr>解决方法</vt:lpstr>
      <vt:lpstr>解决方法</vt:lpstr>
      <vt:lpstr>解决方法</vt:lpstr>
      <vt:lpstr>解决方法</vt:lpstr>
      <vt:lpstr>模型搭建</vt:lpstr>
      <vt:lpstr>模型搭建</vt:lpstr>
      <vt:lpstr>模型训练</vt:lpstr>
      <vt:lpstr>模型训练</vt:lpstr>
      <vt:lpstr>前端开发</vt:lpstr>
      <vt:lpstr>前端开发</vt:lpstr>
      <vt:lpstr>前端开发</vt:lpstr>
      <vt:lpstr>前端开发</vt:lpstr>
      <vt:lpstr>前端开发</vt:lpstr>
      <vt:lpstr>前端开发</vt:lpstr>
      <vt:lpstr>改进方向</vt:lpstr>
      <vt:lpstr>PowerPoint 演示文稿</vt:lpstr>
      <vt:lpstr>PowerPoint 演示文稿</vt:lpstr>
      <vt:lpstr>企业责任</vt:lpstr>
      <vt:lpstr>企业使命</vt:lpstr>
      <vt:lpstr>经营方针</vt:lpstr>
      <vt:lpstr>经营理念</vt:lpstr>
      <vt:lpstr>PowerPoint 演示文稿</vt:lpstr>
      <vt:lpstr>研发背景</vt:lpstr>
      <vt:lpstr>产品介绍</vt:lpstr>
      <vt:lpstr>服务介绍</vt:lpstr>
      <vt:lpstr>配套设施</vt:lpstr>
      <vt:lpstr>PowerPoint 演示文稿</vt:lpstr>
      <vt:lpstr>市场规模</vt:lpstr>
      <vt:lpstr>业绩展示</vt:lpstr>
      <vt:lpstr>合作伙伴</vt:lpstr>
      <vt:lpstr>成功案例</vt:lpstr>
      <vt:lpstr>PowerPoint 演示文稿</vt:lpstr>
      <vt:lpstr>行业前景</vt:lpstr>
      <vt:lpstr>战略目标</vt:lpstr>
      <vt:lpstr>五年规划</vt:lpstr>
      <vt:lpstr>公司前景</vt:lpstr>
      <vt:lpstr>团队介绍</vt:lpstr>
      <vt:lpstr>PowerPoint 演示文稿</vt:lpstr>
      <vt:lpstr>经营范围</vt:lpstr>
      <vt:lpstr>PowerPoint 演示文稿</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http://www.ypppt.com/</dc:description>
  <cp:lastModifiedBy/>
  <cp:revision>1</cp:revision>
  <dcterms:created xsi:type="dcterms:W3CDTF">2017-02-23T02:39:51Z</dcterms:created>
  <dcterms:modified xsi:type="dcterms:W3CDTF">2020-03-22T11:47:02Z</dcterms:modified>
  <cp:category/>
</cp:coreProperties>
</file>